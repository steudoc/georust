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17"/>
  </p:notesMasterIdLst>
  <p:sldIdLst>
    <p:sldId id="256" r:id="rId2"/>
    <p:sldId id="266" r:id="rId3"/>
    <p:sldId id="257" r:id="rId4"/>
    <p:sldId id="312" r:id="rId5"/>
    <p:sldId id="264" r:id="rId6"/>
    <p:sldId id="263" r:id="rId7"/>
    <p:sldId id="313" r:id="rId8"/>
    <p:sldId id="314" r:id="rId9"/>
    <p:sldId id="315" r:id="rId10"/>
    <p:sldId id="316" r:id="rId11"/>
    <p:sldId id="318" r:id="rId12"/>
    <p:sldId id="319" r:id="rId13"/>
    <p:sldId id="317" r:id="rId14"/>
    <p:sldId id="320" r:id="rId15"/>
    <p:sldId id="269" r:id="rId16"/>
  </p:sldIdLst>
  <p:sldSz cx="9144000" cy="5143500" type="screen16x9"/>
  <p:notesSz cx="6858000" cy="9144000"/>
  <p:embeddedFontLst>
    <p:embeddedFont>
      <p:font typeface="Archivo" panose="020B0604020202020204" charset="0"/>
      <p:regular r:id="rId18"/>
      <p:bold r:id="rId19"/>
      <p:italic r:id="rId20"/>
      <p:boldItalic r:id="rId21"/>
    </p:embeddedFont>
    <p:embeddedFont>
      <p:font typeface="Bebas Neue" panose="020B0606020202050201" pitchFamily="34" charset="0"/>
      <p:regular r:id="rId22"/>
    </p:embeddedFont>
    <p:embeddedFont>
      <p:font typeface="Nunito Light" pitchFamily="2" charset="0"/>
      <p:regular r:id="rId23"/>
      <p:italic r:id="rId24"/>
    </p:embeddedFont>
    <p:embeddedFont>
      <p:font typeface="Poppins" panose="00000500000000000000" pitchFamily="2" charset="0"/>
      <p:regular r:id="rId25"/>
      <p:bold r:id="rId26"/>
      <p:italic r:id="rId27"/>
      <p:boldItalic r:id="rId28"/>
    </p:embeddedFont>
    <p:embeddedFont>
      <p:font typeface="Raleway" pitchFamily="2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16D7F41-687C-4A22-B534-27E45C8BE798}">
  <a:tblStyle styleId="{C16D7F41-687C-4A22-B534-27E45C8BE79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86470CA-7976-4ABF-9254-B09340D8F210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134" autoAdjust="0"/>
  </p:normalViewPr>
  <p:slideViewPr>
    <p:cSldViewPr snapToGrid="0">
      <p:cViewPr varScale="1">
        <p:scale>
          <a:sx n="102" d="100"/>
          <a:sy n="102" d="100"/>
        </p:scale>
        <p:origin x="597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d5260bdd85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d5260bdd85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7f1648fd5d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27f1648fd5d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>
          <a:extLst>
            <a:ext uri="{FF2B5EF4-FFF2-40B4-BE49-F238E27FC236}">
              <a16:creationId xmlns:a16="http://schemas.microsoft.com/office/drawing/2014/main" id="{444AE2BE-774D-E68E-9A7F-5076BE3AC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54dda1946d_6_332:notes">
            <a:extLst>
              <a:ext uri="{FF2B5EF4-FFF2-40B4-BE49-F238E27FC236}">
                <a16:creationId xmlns:a16="http://schemas.microsoft.com/office/drawing/2014/main" id="{E7764894-9AA2-D3FD-09E0-ACFB5B3909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54dda1946d_6_332:notes">
            <a:extLst>
              <a:ext uri="{FF2B5EF4-FFF2-40B4-BE49-F238E27FC236}">
                <a16:creationId xmlns:a16="http://schemas.microsoft.com/office/drawing/2014/main" id="{9A8F3EFD-2560-3069-E6ED-176A03FCEF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082415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>
          <a:extLst>
            <a:ext uri="{FF2B5EF4-FFF2-40B4-BE49-F238E27FC236}">
              <a16:creationId xmlns:a16="http://schemas.microsoft.com/office/drawing/2014/main" id="{E24332BC-257D-88C9-2EF1-52CB4C632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54dda1946d_6_332:notes">
            <a:extLst>
              <a:ext uri="{FF2B5EF4-FFF2-40B4-BE49-F238E27FC236}">
                <a16:creationId xmlns:a16="http://schemas.microsoft.com/office/drawing/2014/main" id="{6D9BCCB8-3168-5202-B113-96A67CD8EE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54dda1946d_6_332:notes">
            <a:extLst>
              <a:ext uri="{FF2B5EF4-FFF2-40B4-BE49-F238E27FC236}">
                <a16:creationId xmlns:a16="http://schemas.microsoft.com/office/drawing/2014/main" id="{97FE7F18-2FC8-61F4-B22C-A6824EF66E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21535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>
          <a:extLst>
            <a:ext uri="{FF2B5EF4-FFF2-40B4-BE49-F238E27FC236}">
              <a16:creationId xmlns:a16="http://schemas.microsoft.com/office/drawing/2014/main" id="{F4EDF94E-7139-05D0-D079-65694B707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7f1648fd5d_0_9:notes">
            <a:extLst>
              <a:ext uri="{FF2B5EF4-FFF2-40B4-BE49-F238E27FC236}">
                <a16:creationId xmlns:a16="http://schemas.microsoft.com/office/drawing/2014/main" id="{9A7DB483-50E4-A2CB-EE96-D2D597A972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27f1648fd5d_0_9:notes">
            <a:extLst>
              <a:ext uri="{FF2B5EF4-FFF2-40B4-BE49-F238E27FC236}">
                <a16:creationId xmlns:a16="http://schemas.microsoft.com/office/drawing/2014/main" id="{349A26A2-93A7-7774-7879-B332A248D0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43252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>
          <a:extLst>
            <a:ext uri="{FF2B5EF4-FFF2-40B4-BE49-F238E27FC236}">
              <a16:creationId xmlns:a16="http://schemas.microsoft.com/office/drawing/2014/main" id="{042E94B1-F5A3-644D-22E2-EB8BBD684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7f1648fd5d_0_9:notes">
            <a:extLst>
              <a:ext uri="{FF2B5EF4-FFF2-40B4-BE49-F238E27FC236}">
                <a16:creationId xmlns:a16="http://schemas.microsoft.com/office/drawing/2014/main" id="{372AEB6B-2F87-39DD-4054-81F9F13273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27f1648fd5d_0_9:notes">
            <a:extLst>
              <a:ext uri="{FF2B5EF4-FFF2-40B4-BE49-F238E27FC236}">
                <a16:creationId xmlns:a16="http://schemas.microsoft.com/office/drawing/2014/main" id="{E2909F67-805A-3222-03AA-43B0F80206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872561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>
          <a:extLst>
            <a:ext uri="{FF2B5EF4-FFF2-40B4-BE49-F238E27FC236}">
              <a16:creationId xmlns:a16="http://schemas.microsoft.com/office/drawing/2014/main" id="{86756D3E-245A-7FF7-339C-E1413BDC8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7f1648fd5d_0_9:notes">
            <a:extLst>
              <a:ext uri="{FF2B5EF4-FFF2-40B4-BE49-F238E27FC236}">
                <a16:creationId xmlns:a16="http://schemas.microsoft.com/office/drawing/2014/main" id="{93960509-F9AF-01FD-540E-274EFA7E73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27f1648fd5d_0_9:notes">
            <a:extLst>
              <a:ext uri="{FF2B5EF4-FFF2-40B4-BE49-F238E27FC236}">
                <a16:creationId xmlns:a16="http://schemas.microsoft.com/office/drawing/2014/main" id="{EDB19B47-C608-9C11-5393-BB4D4DCE43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885862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>
          <a:extLst>
            <a:ext uri="{FF2B5EF4-FFF2-40B4-BE49-F238E27FC236}">
              <a16:creationId xmlns:a16="http://schemas.microsoft.com/office/drawing/2014/main" id="{1256287C-478E-3829-9DE2-B93F66738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54dda1946d_6_332:notes">
            <a:extLst>
              <a:ext uri="{FF2B5EF4-FFF2-40B4-BE49-F238E27FC236}">
                <a16:creationId xmlns:a16="http://schemas.microsoft.com/office/drawing/2014/main" id="{00CEF08E-85DB-4B00-6848-DEED155461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54dda1946d_6_332:notes">
            <a:extLst>
              <a:ext uri="{FF2B5EF4-FFF2-40B4-BE49-F238E27FC236}">
                <a16:creationId xmlns:a16="http://schemas.microsoft.com/office/drawing/2014/main" id="{006C67BD-E5B7-BE73-C6BA-A003011C60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524066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>
          <a:extLst>
            <a:ext uri="{FF2B5EF4-FFF2-40B4-BE49-F238E27FC236}">
              <a16:creationId xmlns:a16="http://schemas.microsoft.com/office/drawing/2014/main" id="{4DB7F955-B191-03CB-B7E7-EB6347990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54dda1946d_6_332:notes">
            <a:extLst>
              <a:ext uri="{FF2B5EF4-FFF2-40B4-BE49-F238E27FC236}">
                <a16:creationId xmlns:a16="http://schemas.microsoft.com/office/drawing/2014/main" id="{8F877234-29A9-4458-C363-A265154734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54dda1946d_6_332:notes">
            <a:extLst>
              <a:ext uri="{FF2B5EF4-FFF2-40B4-BE49-F238E27FC236}">
                <a16:creationId xmlns:a16="http://schemas.microsoft.com/office/drawing/2014/main" id="{26D9A4B1-8503-25AB-C018-5A0623B03B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028580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>
          <a:extLst>
            <a:ext uri="{FF2B5EF4-FFF2-40B4-BE49-F238E27FC236}">
              <a16:creationId xmlns:a16="http://schemas.microsoft.com/office/drawing/2014/main" id="{0BA3480E-A5DB-B0A4-CDD8-24398D19E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7f1648fd5d_0_9:notes">
            <a:extLst>
              <a:ext uri="{FF2B5EF4-FFF2-40B4-BE49-F238E27FC236}">
                <a16:creationId xmlns:a16="http://schemas.microsoft.com/office/drawing/2014/main" id="{455419FF-EEDF-133F-80B7-89D4FF786B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27f1648fd5d_0_9:notes">
            <a:extLst>
              <a:ext uri="{FF2B5EF4-FFF2-40B4-BE49-F238E27FC236}">
                <a16:creationId xmlns:a16="http://schemas.microsoft.com/office/drawing/2014/main" id="{876B3476-8582-8BA9-61F3-4D98B65AF7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62251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>
          <a:extLst>
            <a:ext uri="{FF2B5EF4-FFF2-40B4-BE49-F238E27FC236}">
              <a16:creationId xmlns:a16="http://schemas.microsoft.com/office/drawing/2014/main" id="{A05F20D2-81C9-DF12-FB74-9488D4430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7f1648fd5d_0_9:notes">
            <a:extLst>
              <a:ext uri="{FF2B5EF4-FFF2-40B4-BE49-F238E27FC236}">
                <a16:creationId xmlns:a16="http://schemas.microsoft.com/office/drawing/2014/main" id="{6FE48FA9-0898-9118-F187-2DC039C26B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27f1648fd5d_0_9:notes">
            <a:extLst>
              <a:ext uri="{FF2B5EF4-FFF2-40B4-BE49-F238E27FC236}">
                <a16:creationId xmlns:a16="http://schemas.microsoft.com/office/drawing/2014/main" id="{17B18394-A60E-3561-C3B3-A1FFD92674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811610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54dda1946d_6_3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54dda1946d_6_3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911150" y="1424638"/>
            <a:ext cx="5637300" cy="17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911150" y="3243063"/>
            <a:ext cx="4528800" cy="4758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2537901" y="3243079"/>
            <a:ext cx="5215451" cy="5113671"/>
          </a:xfrm>
          <a:custGeom>
            <a:avLst/>
            <a:gdLst/>
            <a:ahLst/>
            <a:cxnLst/>
            <a:rect l="l" t="t" r="r" b="b"/>
            <a:pathLst>
              <a:path w="158032" h="154948" extrusionOk="0">
                <a:moveTo>
                  <a:pt x="68675" y="14585"/>
                </a:moveTo>
                <a:cubicBezTo>
                  <a:pt x="68973" y="14585"/>
                  <a:pt x="69211" y="14823"/>
                  <a:pt x="69211" y="15121"/>
                </a:cubicBezTo>
                <a:cubicBezTo>
                  <a:pt x="69211" y="15419"/>
                  <a:pt x="68973" y="15657"/>
                  <a:pt x="68675" y="15657"/>
                </a:cubicBezTo>
                <a:cubicBezTo>
                  <a:pt x="68378" y="15645"/>
                  <a:pt x="68140" y="15407"/>
                  <a:pt x="68140" y="15121"/>
                </a:cubicBezTo>
                <a:cubicBezTo>
                  <a:pt x="68140" y="14823"/>
                  <a:pt x="68378" y="14585"/>
                  <a:pt x="68675" y="14585"/>
                </a:cubicBezTo>
                <a:close/>
                <a:moveTo>
                  <a:pt x="76950" y="17931"/>
                </a:moveTo>
                <a:cubicBezTo>
                  <a:pt x="77248" y="17943"/>
                  <a:pt x="77486" y="18181"/>
                  <a:pt x="77486" y="18467"/>
                </a:cubicBezTo>
                <a:cubicBezTo>
                  <a:pt x="77486" y="18764"/>
                  <a:pt x="77248" y="19002"/>
                  <a:pt x="76950" y="19002"/>
                </a:cubicBezTo>
                <a:cubicBezTo>
                  <a:pt x="76653" y="19002"/>
                  <a:pt x="76414" y="18764"/>
                  <a:pt x="76414" y="18467"/>
                </a:cubicBezTo>
                <a:cubicBezTo>
                  <a:pt x="76414" y="18169"/>
                  <a:pt x="76653" y="17931"/>
                  <a:pt x="76950" y="17931"/>
                </a:cubicBezTo>
                <a:close/>
                <a:moveTo>
                  <a:pt x="76950" y="17645"/>
                </a:moveTo>
                <a:cubicBezTo>
                  <a:pt x="76498" y="17657"/>
                  <a:pt x="76129" y="18026"/>
                  <a:pt x="76129" y="18467"/>
                </a:cubicBezTo>
                <a:cubicBezTo>
                  <a:pt x="76129" y="18919"/>
                  <a:pt x="76498" y="19288"/>
                  <a:pt x="76950" y="19288"/>
                </a:cubicBezTo>
                <a:cubicBezTo>
                  <a:pt x="77391" y="19288"/>
                  <a:pt x="77760" y="18919"/>
                  <a:pt x="77760" y="18467"/>
                </a:cubicBezTo>
                <a:cubicBezTo>
                  <a:pt x="77760" y="18026"/>
                  <a:pt x="77391" y="17645"/>
                  <a:pt x="76950" y="17645"/>
                </a:cubicBezTo>
                <a:close/>
                <a:moveTo>
                  <a:pt x="70938" y="19217"/>
                </a:moveTo>
                <a:cubicBezTo>
                  <a:pt x="71235" y="19217"/>
                  <a:pt x="71473" y="19443"/>
                  <a:pt x="71473" y="19741"/>
                </a:cubicBezTo>
                <a:cubicBezTo>
                  <a:pt x="71473" y="20038"/>
                  <a:pt x="71235" y="20276"/>
                  <a:pt x="70938" y="20276"/>
                </a:cubicBezTo>
                <a:cubicBezTo>
                  <a:pt x="70931" y="20277"/>
                  <a:pt x="70924" y="20277"/>
                  <a:pt x="70917" y="20277"/>
                </a:cubicBezTo>
                <a:cubicBezTo>
                  <a:pt x="70629" y="20277"/>
                  <a:pt x="70402" y="20031"/>
                  <a:pt x="70402" y="19741"/>
                </a:cubicBezTo>
                <a:cubicBezTo>
                  <a:pt x="70402" y="19443"/>
                  <a:pt x="70640" y="19217"/>
                  <a:pt x="70938" y="19217"/>
                </a:cubicBezTo>
                <a:close/>
                <a:moveTo>
                  <a:pt x="76950" y="20884"/>
                </a:moveTo>
                <a:cubicBezTo>
                  <a:pt x="77248" y="20884"/>
                  <a:pt x="77486" y="21134"/>
                  <a:pt x="77486" y="21419"/>
                </a:cubicBezTo>
                <a:cubicBezTo>
                  <a:pt x="77486" y="21717"/>
                  <a:pt x="77248" y="21955"/>
                  <a:pt x="76950" y="21955"/>
                </a:cubicBezTo>
                <a:cubicBezTo>
                  <a:pt x="76653" y="21955"/>
                  <a:pt x="76414" y="21717"/>
                  <a:pt x="76414" y="21419"/>
                </a:cubicBezTo>
                <a:cubicBezTo>
                  <a:pt x="76414" y="21122"/>
                  <a:pt x="76653" y="20884"/>
                  <a:pt x="76950" y="20884"/>
                </a:cubicBezTo>
                <a:close/>
                <a:moveTo>
                  <a:pt x="76950" y="20598"/>
                </a:moveTo>
                <a:cubicBezTo>
                  <a:pt x="76498" y="20598"/>
                  <a:pt x="76129" y="20967"/>
                  <a:pt x="76129" y="21419"/>
                </a:cubicBezTo>
                <a:cubicBezTo>
                  <a:pt x="76129" y="21860"/>
                  <a:pt x="76498" y="22229"/>
                  <a:pt x="76950" y="22229"/>
                </a:cubicBezTo>
                <a:cubicBezTo>
                  <a:pt x="77391" y="22229"/>
                  <a:pt x="77760" y="21860"/>
                  <a:pt x="77760" y="21419"/>
                </a:cubicBezTo>
                <a:cubicBezTo>
                  <a:pt x="77760" y="20967"/>
                  <a:pt x="77391" y="20598"/>
                  <a:pt x="76950" y="20598"/>
                </a:cubicBezTo>
                <a:close/>
                <a:moveTo>
                  <a:pt x="32385" y="24158"/>
                </a:moveTo>
                <a:cubicBezTo>
                  <a:pt x="32683" y="24158"/>
                  <a:pt x="32921" y="24396"/>
                  <a:pt x="32921" y="24694"/>
                </a:cubicBezTo>
                <a:cubicBezTo>
                  <a:pt x="32921" y="24991"/>
                  <a:pt x="32683" y="25229"/>
                  <a:pt x="32385" y="25229"/>
                </a:cubicBezTo>
                <a:cubicBezTo>
                  <a:pt x="32087" y="25229"/>
                  <a:pt x="31849" y="24991"/>
                  <a:pt x="31849" y="24694"/>
                </a:cubicBezTo>
                <a:cubicBezTo>
                  <a:pt x="31849" y="24396"/>
                  <a:pt x="32087" y="24158"/>
                  <a:pt x="32385" y="24158"/>
                </a:cubicBezTo>
                <a:close/>
                <a:moveTo>
                  <a:pt x="34647" y="24158"/>
                </a:moveTo>
                <a:cubicBezTo>
                  <a:pt x="34945" y="24158"/>
                  <a:pt x="35183" y="24396"/>
                  <a:pt x="35183" y="24694"/>
                </a:cubicBezTo>
                <a:cubicBezTo>
                  <a:pt x="35183" y="24991"/>
                  <a:pt x="34945" y="25229"/>
                  <a:pt x="34647" y="25229"/>
                </a:cubicBezTo>
                <a:cubicBezTo>
                  <a:pt x="34350" y="25229"/>
                  <a:pt x="34112" y="24991"/>
                  <a:pt x="34112" y="24694"/>
                </a:cubicBezTo>
                <a:cubicBezTo>
                  <a:pt x="34112" y="24396"/>
                  <a:pt x="34350" y="24158"/>
                  <a:pt x="34647" y="24158"/>
                </a:cubicBezTo>
                <a:close/>
                <a:moveTo>
                  <a:pt x="36909" y="24158"/>
                </a:moveTo>
                <a:cubicBezTo>
                  <a:pt x="37207" y="24158"/>
                  <a:pt x="37445" y="24396"/>
                  <a:pt x="37445" y="24694"/>
                </a:cubicBezTo>
                <a:cubicBezTo>
                  <a:pt x="37445" y="24991"/>
                  <a:pt x="37207" y="25229"/>
                  <a:pt x="36909" y="25229"/>
                </a:cubicBezTo>
                <a:cubicBezTo>
                  <a:pt x="36612" y="25229"/>
                  <a:pt x="36374" y="24991"/>
                  <a:pt x="36374" y="24694"/>
                </a:cubicBezTo>
                <a:cubicBezTo>
                  <a:pt x="36374" y="24396"/>
                  <a:pt x="36612" y="24158"/>
                  <a:pt x="36909" y="24158"/>
                </a:cubicBezTo>
                <a:close/>
                <a:moveTo>
                  <a:pt x="76950" y="23455"/>
                </a:moveTo>
                <a:cubicBezTo>
                  <a:pt x="76426" y="23455"/>
                  <a:pt x="75998" y="23884"/>
                  <a:pt x="75998" y="24408"/>
                </a:cubicBezTo>
                <a:cubicBezTo>
                  <a:pt x="75998" y="24932"/>
                  <a:pt x="76426" y="25360"/>
                  <a:pt x="76950" y="25360"/>
                </a:cubicBezTo>
                <a:cubicBezTo>
                  <a:pt x="77462" y="25360"/>
                  <a:pt x="77903" y="24932"/>
                  <a:pt x="77903" y="24408"/>
                </a:cubicBezTo>
                <a:cubicBezTo>
                  <a:pt x="77903" y="23884"/>
                  <a:pt x="77462" y="23455"/>
                  <a:pt x="76950" y="23455"/>
                </a:cubicBezTo>
                <a:close/>
                <a:moveTo>
                  <a:pt x="59412" y="26277"/>
                </a:moveTo>
                <a:cubicBezTo>
                  <a:pt x="59710" y="26277"/>
                  <a:pt x="59948" y="26515"/>
                  <a:pt x="59948" y="26813"/>
                </a:cubicBezTo>
                <a:cubicBezTo>
                  <a:pt x="59948" y="27111"/>
                  <a:pt x="59710" y="27349"/>
                  <a:pt x="59412" y="27349"/>
                </a:cubicBezTo>
                <a:cubicBezTo>
                  <a:pt x="59115" y="27337"/>
                  <a:pt x="58877" y="27099"/>
                  <a:pt x="58877" y="26813"/>
                </a:cubicBezTo>
                <a:cubicBezTo>
                  <a:pt x="58877" y="26515"/>
                  <a:pt x="59115" y="26277"/>
                  <a:pt x="59412" y="26277"/>
                </a:cubicBezTo>
                <a:close/>
                <a:moveTo>
                  <a:pt x="41660" y="28182"/>
                </a:moveTo>
                <a:cubicBezTo>
                  <a:pt x="41958" y="28182"/>
                  <a:pt x="42196" y="28420"/>
                  <a:pt x="42196" y="28718"/>
                </a:cubicBezTo>
                <a:cubicBezTo>
                  <a:pt x="42196" y="29016"/>
                  <a:pt x="41958" y="29254"/>
                  <a:pt x="41660" y="29254"/>
                </a:cubicBezTo>
                <a:cubicBezTo>
                  <a:pt x="41362" y="29254"/>
                  <a:pt x="41124" y="29016"/>
                  <a:pt x="41124" y="28718"/>
                </a:cubicBezTo>
                <a:cubicBezTo>
                  <a:pt x="41124" y="28420"/>
                  <a:pt x="41362" y="28182"/>
                  <a:pt x="41660" y="28182"/>
                </a:cubicBezTo>
                <a:close/>
                <a:moveTo>
                  <a:pt x="44327" y="32635"/>
                </a:moveTo>
                <a:cubicBezTo>
                  <a:pt x="44625" y="32635"/>
                  <a:pt x="44863" y="32873"/>
                  <a:pt x="44863" y="33171"/>
                </a:cubicBezTo>
                <a:cubicBezTo>
                  <a:pt x="44863" y="33469"/>
                  <a:pt x="44625" y="33707"/>
                  <a:pt x="44327" y="33707"/>
                </a:cubicBezTo>
                <a:cubicBezTo>
                  <a:pt x="44029" y="33707"/>
                  <a:pt x="43791" y="33469"/>
                  <a:pt x="43791" y="33171"/>
                </a:cubicBezTo>
                <a:cubicBezTo>
                  <a:pt x="43791" y="32873"/>
                  <a:pt x="44029" y="32635"/>
                  <a:pt x="44327" y="32635"/>
                </a:cubicBezTo>
                <a:close/>
                <a:moveTo>
                  <a:pt x="88690" y="33504"/>
                </a:moveTo>
                <a:cubicBezTo>
                  <a:pt x="88987" y="33504"/>
                  <a:pt x="89226" y="33742"/>
                  <a:pt x="89226" y="34040"/>
                </a:cubicBezTo>
                <a:cubicBezTo>
                  <a:pt x="89226" y="34338"/>
                  <a:pt x="88987" y="34576"/>
                  <a:pt x="88690" y="34576"/>
                </a:cubicBezTo>
                <a:cubicBezTo>
                  <a:pt x="88392" y="34552"/>
                  <a:pt x="88154" y="34314"/>
                  <a:pt x="88154" y="34040"/>
                </a:cubicBezTo>
                <a:cubicBezTo>
                  <a:pt x="88154" y="33742"/>
                  <a:pt x="88392" y="33504"/>
                  <a:pt x="88690" y="33504"/>
                </a:cubicBezTo>
                <a:close/>
                <a:moveTo>
                  <a:pt x="115896" y="33980"/>
                </a:moveTo>
                <a:cubicBezTo>
                  <a:pt x="116193" y="33980"/>
                  <a:pt x="116431" y="34219"/>
                  <a:pt x="116431" y="34516"/>
                </a:cubicBezTo>
                <a:cubicBezTo>
                  <a:pt x="116431" y="34814"/>
                  <a:pt x="116193" y="35052"/>
                  <a:pt x="115896" y="35052"/>
                </a:cubicBezTo>
                <a:cubicBezTo>
                  <a:pt x="115598" y="35052"/>
                  <a:pt x="115360" y="34814"/>
                  <a:pt x="115360" y="34516"/>
                </a:cubicBezTo>
                <a:cubicBezTo>
                  <a:pt x="115360" y="34219"/>
                  <a:pt x="115598" y="33980"/>
                  <a:pt x="115896" y="33980"/>
                </a:cubicBezTo>
                <a:close/>
                <a:moveTo>
                  <a:pt x="87213" y="34969"/>
                </a:moveTo>
                <a:cubicBezTo>
                  <a:pt x="87511" y="34969"/>
                  <a:pt x="87749" y="35207"/>
                  <a:pt x="87749" y="35504"/>
                </a:cubicBezTo>
                <a:cubicBezTo>
                  <a:pt x="87749" y="35802"/>
                  <a:pt x="87511" y="36040"/>
                  <a:pt x="87213" y="36040"/>
                </a:cubicBezTo>
                <a:cubicBezTo>
                  <a:pt x="86916" y="36040"/>
                  <a:pt x="86678" y="35802"/>
                  <a:pt x="86678" y="35504"/>
                </a:cubicBezTo>
                <a:cubicBezTo>
                  <a:pt x="86678" y="35207"/>
                  <a:pt x="86916" y="34969"/>
                  <a:pt x="87213" y="34969"/>
                </a:cubicBezTo>
                <a:close/>
                <a:moveTo>
                  <a:pt x="123099" y="34993"/>
                </a:moveTo>
                <a:cubicBezTo>
                  <a:pt x="123396" y="34993"/>
                  <a:pt x="123635" y="35231"/>
                  <a:pt x="123635" y="35528"/>
                </a:cubicBezTo>
                <a:cubicBezTo>
                  <a:pt x="123635" y="35826"/>
                  <a:pt x="123396" y="36064"/>
                  <a:pt x="123099" y="36064"/>
                </a:cubicBezTo>
                <a:cubicBezTo>
                  <a:pt x="122801" y="36064"/>
                  <a:pt x="122563" y="35826"/>
                  <a:pt x="122563" y="35528"/>
                </a:cubicBezTo>
                <a:cubicBezTo>
                  <a:pt x="122563" y="35231"/>
                  <a:pt x="122801" y="34993"/>
                  <a:pt x="123099" y="34993"/>
                </a:cubicBezTo>
                <a:close/>
                <a:moveTo>
                  <a:pt x="123111" y="34707"/>
                </a:moveTo>
                <a:cubicBezTo>
                  <a:pt x="122670" y="34707"/>
                  <a:pt x="122289" y="35076"/>
                  <a:pt x="122289" y="35528"/>
                </a:cubicBezTo>
                <a:cubicBezTo>
                  <a:pt x="122289" y="35969"/>
                  <a:pt x="122670" y="36338"/>
                  <a:pt x="123111" y="36338"/>
                </a:cubicBezTo>
                <a:cubicBezTo>
                  <a:pt x="123563" y="36338"/>
                  <a:pt x="123932" y="35969"/>
                  <a:pt x="123932" y="35528"/>
                </a:cubicBezTo>
                <a:cubicBezTo>
                  <a:pt x="123932" y="35076"/>
                  <a:pt x="123563" y="34707"/>
                  <a:pt x="123111" y="34707"/>
                </a:cubicBezTo>
                <a:close/>
                <a:moveTo>
                  <a:pt x="79117" y="37100"/>
                </a:moveTo>
                <a:cubicBezTo>
                  <a:pt x="79415" y="37100"/>
                  <a:pt x="79653" y="37338"/>
                  <a:pt x="79653" y="37636"/>
                </a:cubicBezTo>
                <a:cubicBezTo>
                  <a:pt x="79653" y="37933"/>
                  <a:pt x="79415" y="38171"/>
                  <a:pt x="79117" y="38171"/>
                </a:cubicBezTo>
                <a:cubicBezTo>
                  <a:pt x="78819" y="38171"/>
                  <a:pt x="78581" y="37933"/>
                  <a:pt x="78581" y="37636"/>
                </a:cubicBezTo>
                <a:cubicBezTo>
                  <a:pt x="78581" y="37338"/>
                  <a:pt x="78819" y="37100"/>
                  <a:pt x="79117" y="37100"/>
                </a:cubicBezTo>
                <a:close/>
                <a:moveTo>
                  <a:pt x="125361" y="36838"/>
                </a:moveTo>
                <a:cubicBezTo>
                  <a:pt x="124837" y="36838"/>
                  <a:pt x="124409" y="37255"/>
                  <a:pt x="124409" y="37779"/>
                </a:cubicBezTo>
                <a:cubicBezTo>
                  <a:pt x="124409" y="38302"/>
                  <a:pt x="124837" y="38731"/>
                  <a:pt x="125361" y="38731"/>
                </a:cubicBezTo>
                <a:cubicBezTo>
                  <a:pt x="125885" y="38731"/>
                  <a:pt x="126314" y="38302"/>
                  <a:pt x="126314" y="37779"/>
                </a:cubicBezTo>
                <a:cubicBezTo>
                  <a:pt x="126314" y="37267"/>
                  <a:pt x="125885" y="36838"/>
                  <a:pt x="125361" y="36838"/>
                </a:cubicBezTo>
                <a:close/>
                <a:moveTo>
                  <a:pt x="105204" y="39303"/>
                </a:moveTo>
                <a:cubicBezTo>
                  <a:pt x="105501" y="39303"/>
                  <a:pt x="105740" y="39541"/>
                  <a:pt x="105740" y="39838"/>
                </a:cubicBezTo>
                <a:cubicBezTo>
                  <a:pt x="105740" y="40136"/>
                  <a:pt x="105501" y="40374"/>
                  <a:pt x="105204" y="40374"/>
                </a:cubicBezTo>
                <a:cubicBezTo>
                  <a:pt x="104906" y="40374"/>
                  <a:pt x="104668" y="40136"/>
                  <a:pt x="104668" y="39838"/>
                </a:cubicBezTo>
                <a:cubicBezTo>
                  <a:pt x="104668" y="39541"/>
                  <a:pt x="104906" y="39303"/>
                  <a:pt x="105204" y="39303"/>
                </a:cubicBezTo>
                <a:close/>
                <a:moveTo>
                  <a:pt x="127611" y="39517"/>
                </a:moveTo>
                <a:cubicBezTo>
                  <a:pt x="127909" y="39517"/>
                  <a:pt x="128147" y="39767"/>
                  <a:pt x="128147" y="40053"/>
                </a:cubicBezTo>
                <a:cubicBezTo>
                  <a:pt x="128147" y="40350"/>
                  <a:pt x="127909" y="40588"/>
                  <a:pt x="127611" y="40588"/>
                </a:cubicBezTo>
                <a:cubicBezTo>
                  <a:pt x="127314" y="40588"/>
                  <a:pt x="127076" y="40350"/>
                  <a:pt x="127076" y="40053"/>
                </a:cubicBezTo>
                <a:cubicBezTo>
                  <a:pt x="127076" y="39755"/>
                  <a:pt x="127314" y="39517"/>
                  <a:pt x="127611" y="39517"/>
                </a:cubicBezTo>
                <a:close/>
                <a:moveTo>
                  <a:pt x="127623" y="39231"/>
                </a:moveTo>
                <a:cubicBezTo>
                  <a:pt x="127159" y="39231"/>
                  <a:pt x="126802" y="39600"/>
                  <a:pt x="126802" y="40053"/>
                </a:cubicBezTo>
                <a:cubicBezTo>
                  <a:pt x="126802" y="40493"/>
                  <a:pt x="127171" y="40862"/>
                  <a:pt x="127623" y="40862"/>
                </a:cubicBezTo>
                <a:cubicBezTo>
                  <a:pt x="128064" y="40862"/>
                  <a:pt x="128445" y="40493"/>
                  <a:pt x="128445" y="40053"/>
                </a:cubicBezTo>
                <a:cubicBezTo>
                  <a:pt x="128445" y="39600"/>
                  <a:pt x="128064" y="39231"/>
                  <a:pt x="127623" y="39231"/>
                </a:cubicBezTo>
                <a:close/>
                <a:moveTo>
                  <a:pt x="84427" y="41148"/>
                </a:moveTo>
                <a:cubicBezTo>
                  <a:pt x="84725" y="41148"/>
                  <a:pt x="84963" y="41386"/>
                  <a:pt x="84963" y="41684"/>
                </a:cubicBezTo>
                <a:cubicBezTo>
                  <a:pt x="84963" y="41981"/>
                  <a:pt x="84725" y="42220"/>
                  <a:pt x="84427" y="42220"/>
                </a:cubicBezTo>
                <a:cubicBezTo>
                  <a:pt x="84130" y="42220"/>
                  <a:pt x="83892" y="41970"/>
                  <a:pt x="83892" y="41684"/>
                </a:cubicBezTo>
                <a:cubicBezTo>
                  <a:pt x="83892" y="41386"/>
                  <a:pt x="84130" y="41148"/>
                  <a:pt x="84427" y="41148"/>
                </a:cubicBezTo>
                <a:close/>
                <a:moveTo>
                  <a:pt x="66735" y="42589"/>
                </a:moveTo>
                <a:cubicBezTo>
                  <a:pt x="67032" y="42589"/>
                  <a:pt x="67270" y="42827"/>
                  <a:pt x="67270" y="43124"/>
                </a:cubicBezTo>
                <a:cubicBezTo>
                  <a:pt x="67270" y="43422"/>
                  <a:pt x="67032" y="43660"/>
                  <a:pt x="66735" y="43660"/>
                </a:cubicBezTo>
                <a:cubicBezTo>
                  <a:pt x="66437" y="43660"/>
                  <a:pt x="66199" y="43422"/>
                  <a:pt x="66199" y="43124"/>
                </a:cubicBezTo>
                <a:cubicBezTo>
                  <a:pt x="66199" y="42827"/>
                  <a:pt x="66437" y="42589"/>
                  <a:pt x="66735" y="42589"/>
                </a:cubicBezTo>
                <a:close/>
                <a:moveTo>
                  <a:pt x="68675" y="14299"/>
                </a:moveTo>
                <a:cubicBezTo>
                  <a:pt x="68223" y="14299"/>
                  <a:pt x="67854" y="14669"/>
                  <a:pt x="67854" y="15121"/>
                </a:cubicBezTo>
                <a:cubicBezTo>
                  <a:pt x="67854" y="15526"/>
                  <a:pt x="68151" y="15847"/>
                  <a:pt x="68521" y="15919"/>
                </a:cubicBezTo>
                <a:lnTo>
                  <a:pt x="68521" y="35076"/>
                </a:lnTo>
                <a:lnTo>
                  <a:pt x="66604" y="37017"/>
                </a:lnTo>
                <a:lnTo>
                  <a:pt x="66604" y="42327"/>
                </a:lnTo>
                <a:cubicBezTo>
                  <a:pt x="66211" y="42398"/>
                  <a:pt x="65937" y="42720"/>
                  <a:pt x="65937" y="43124"/>
                </a:cubicBezTo>
                <a:cubicBezTo>
                  <a:pt x="65937" y="43577"/>
                  <a:pt x="66306" y="43946"/>
                  <a:pt x="66747" y="43946"/>
                </a:cubicBezTo>
                <a:cubicBezTo>
                  <a:pt x="67199" y="43946"/>
                  <a:pt x="67568" y="43577"/>
                  <a:pt x="67568" y="43124"/>
                </a:cubicBezTo>
                <a:cubicBezTo>
                  <a:pt x="67568" y="42720"/>
                  <a:pt x="67270" y="42398"/>
                  <a:pt x="66901" y="42327"/>
                </a:cubicBezTo>
                <a:lnTo>
                  <a:pt x="66901" y="37136"/>
                </a:lnTo>
                <a:lnTo>
                  <a:pt x="68818" y="35195"/>
                </a:lnTo>
                <a:lnTo>
                  <a:pt x="68818" y="15919"/>
                </a:lnTo>
                <a:cubicBezTo>
                  <a:pt x="69187" y="15847"/>
                  <a:pt x="69485" y="15526"/>
                  <a:pt x="69485" y="15121"/>
                </a:cubicBezTo>
                <a:cubicBezTo>
                  <a:pt x="69485" y="14669"/>
                  <a:pt x="69116" y="14299"/>
                  <a:pt x="68675" y="14299"/>
                </a:cubicBezTo>
                <a:close/>
                <a:moveTo>
                  <a:pt x="62377" y="43267"/>
                </a:moveTo>
                <a:cubicBezTo>
                  <a:pt x="62675" y="43267"/>
                  <a:pt x="62913" y="43505"/>
                  <a:pt x="62913" y="43803"/>
                </a:cubicBezTo>
                <a:cubicBezTo>
                  <a:pt x="62913" y="44101"/>
                  <a:pt x="62675" y="44339"/>
                  <a:pt x="62377" y="44339"/>
                </a:cubicBezTo>
                <a:cubicBezTo>
                  <a:pt x="62079" y="44327"/>
                  <a:pt x="61841" y="44101"/>
                  <a:pt x="61841" y="43803"/>
                </a:cubicBezTo>
                <a:cubicBezTo>
                  <a:pt x="61841" y="43505"/>
                  <a:pt x="62079" y="43267"/>
                  <a:pt x="62377" y="43267"/>
                </a:cubicBezTo>
                <a:close/>
                <a:moveTo>
                  <a:pt x="86678" y="43386"/>
                </a:moveTo>
                <a:cubicBezTo>
                  <a:pt x="86975" y="43386"/>
                  <a:pt x="87213" y="43625"/>
                  <a:pt x="87213" y="43922"/>
                </a:cubicBezTo>
                <a:cubicBezTo>
                  <a:pt x="87213" y="44220"/>
                  <a:pt x="86975" y="44458"/>
                  <a:pt x="86678" y="44458"/>
                </a:cubicBezTo>
                <a:cubicBezTo>
                  <a:pt x="86380" y="44458"/>
                  <a:pt x="86142" y="44220"/>
                  <a:pt x="86142" y="43922"/>
                </a:cubicBezTo>
                <a:cubicBezTo>
                  <a:pt x="86142" y="43625"/>
                  <a:pt x="86380" y="43386"/>
                  <a:pt x="86678" y="43386"/>
                </a:cubicBezTo>
                <a:close/>
                <a:moveTo>
                  <a:pt x="139184" y="44053"/>
                </a:moveTo>
                <a:cubicBezTo>
                  <a:pt x="139482" y="44053"/>
                  <a:pt x="139720" y="44291"/>
                  <a:pt x="139720" y="44589"/>
                </a:cubicBezTo>
                <a:cubicBezTo>
                  <a:pt x="139720" y="44887"/>
                  <a:pt x="139482" y="45125"/>
                  <a:pt x="139184" y="45125"/>
                </a:cubicBezTo>
                <a:cubicBezTo>
                  <a:pt x="138887" y="45125"/>
                  <a:pt x="138648" y="44887"/>
                  <a:pt x="138648" y="44589"/>
                </a:cubicBezTo>
                <a:cubicBezTo>
                  <a:pt x="138648" y="44291"/>
                  <a:pt x="138887" y="44053"/>
                  <a:pt x="139184" y="44053"/>
                </a:cubicBezTo>
                <a:close/>
                <a:moveTo>
                  <a:pt x="41660" y="27908"/>
                </a:moveTo>
                <a:cubicBezTo>
                  <a:pt x="41208" y="27908"/>
                  <a:pt x="40839" y="28277"/>
                  <a:pt x="40839" y="28718"/>
                </a:cubicBezTo>
                <a:cubicBezTo>
                  <a:pt x="40839" y="29123"/>
                  <a:pt x="41136" y="29456"/>
                  <a:pt x="41505" y="29528"/>
                </a:cubicBezTo>
                <a:lnTo>
                  <a:pt x="41505" y="36636"/>
                </a:lnTo>
                <a:lnTo>
                  <a:pt x="32159" y="46065"/>
                </a:lnTo>
                <a:lnTo>
                  <a:pt x="32373" y="46256"/>
                </a:lnTo>
                <a:lnTo>
                  <a:pt x="41767" y="36790"/>
                </a:lnTo>
                <a:lnTo>
                  <a:pt x="41803" y="36743"/>
                </a:lnTo>
                <a:lnTo>
                  <a:pt x="41803" y="29516"/>
                </a:lnTo>
                <a:cubicBezTo>
                  <a:pt x="42184" y="29456"/>
                  <a:pt x="42482" y="29123"/>
                  <a:pt x="42482" y="28718"/>
                </a:cubicBezTo>
                <a:cubicBezTo>
                  <a:pt x="42482" y="28277"/>
                  <a:pt x="42101" y="27908"/>
                  <a:pt x="41660" y="27908"/>
                </a:cubicBezTo>
                <a:close/>
                <a:moveTo>
                  <a:pt x="88940" y="45613"/>
                </a:moveTo>
                <a:cubicBezTo>
                  <a:pt x="89237" y="45613"/>
                  <a:pt x="89476" y="45851"/>
                  <a:pt x="89476" y="46149"/>
                </a:cubicBezTo>
                <a:cubicBezTo>
                  <a:pt x="89476" y="46446"/>
                  <a:pt x="89237" y="46684"/>
                  <a:pt x="88940" y="46684"/>
                </a:cubicBezTo>
                <a:cubicBezTo>
                  <a:pt x="88642" y="46684"/>
                  <a:pt x="88404" y="46446"/>
                  <a:pt x="88404" y="46149"/>
                </a:cubicBezTo>
                <a:cubicBezTo>
                  <a:pt x="88404" y="45851"/>
                  <a:pt x="88642" y="45613"/>
                  <a:pt x="88940" y="45613"/>
                </a:cubicBezTo>
                <a:close/>
                <a:moveTo>
                  <a:pt x="16847" y="48030"/>
                </a:moveTo>
                <a:cubicBezTo>
                  <a:pt x="17145" y="48030"/>
                  <a:pt x="17383" y="48268"/>
                  <a:pt x="17383" y="48566"/>
                </a:cubicBezTo>
                <a:cubicBezTo>
                  <a:pt x="17383" y="48863"/>
                  <a:pt x="17145" y="49101"/>
                  <a:pt x="16847" y="49101"/>
                </a:cubicBezTo>
                <a:cubicBezTo>
                  <a:pt x="16550" y="49101"/>
                  <a:pt x="16312" y="48863"/>
                  <a:pt x="16312" y="48566"/>
                </a:cubicBezTo>
                <a:cubicBezTo>
                  <a:pt x="16312" y="48268"/>
                  <a:pt x="16550" y="48030"/>
                  <a:pt x="16847" y="48030"/>
                </a:cubicBezTo>
                <a:close/>
                <a:moveTo>
                  <a:pt x="19776" y="48030"/>
                </a:moveTo>
                <a:cubicBezTo>
                  <a:pt x="20074" y="48030"/>
                  <a:pt x="20312" y="48268"/>
                  <a:pt x="20312" y="48566"/>
                </a:cubicBezTo>
                <a:cubicBezTo>
                  <a:pt x="20312" y="48863"/>
                  <a:pt x="20074" y="49101"/>
                  <a:pt x="19776" y="49101"/>
                </a:cubicBezTo>
                <a:cubicBezTo>
                  <a:pt x="19479" y="49101"/>
                  <a:pt x="19241" y="48863"/>
                  <a:pt x="19241" y="48566"/>
                </a:cubicBezTo>
                <a:cubicBezTo>
                  <a:pt x="19241" y="48268"/>
                  <a:pt x="19479" y="48030"/>
                  <a:pt x="19776" y="48030"/>
                </a:cubicBezTo>
                <a:close/>
                <a:moveTo>
                  <a:pt x="16859" y="47744"/>
                </a:moveTo>
                <a:cubicBezTo>
                  <a:pt x="16419" y="47744"/>
                  <a:pt x="16038" y="48113"/>
                  <a:pt x="16038" y="48566"/>
                </a:cubicBezTo>
                <a:cubicBezTo>
                  <a:pt x="16038" y="49006"/>
                  <a:pt x="16419" y="49375"/>
                  <a:pt x="16859" y="49375"/>
                </a:cubicBezTo>
                <a:cubicBezTo>
                  <a:pt x="17312" y="49375"/>
                  <a:pt x="17681" y="49006"/>
                  <a:pt x="17681" y="48566"/>
                </a:cubicBezTo>
                <a:cubicBezTo>
                  <a:pt x="17681" y="48113"/>
                  <a:pt x="17312" y="47744"/>
                  <a:pt x="16859" y="47744"/>
                </a:cubicBezTo>
                <a:close/>
                <a:moveTo>
                  <a:pt x="19776" y="47744"/>
                </a:moveTo>
                <a:cubicBezTo>
                  <a:pt x="19336" y="47744"/>
                  <a:pt x="18967" y="48113"/>
                  <a:pt x="18967" y="48566"/>
                </a:cubicBezTo>
                <a:cubicBezTo>
                  <a:pt x="18967" y="49006"/>
                  <a:pt x="19336" y="49375"/>
                  <a:pt x="19776" y="49375"/>
                </a:cubicBezTo>
                <a:cubicBezTo>
                  <a:pt x="20229" y="49375"/>
                  <a:pt x="20598" y="49006"/>
                  <a:pt x="20598" y="48566"/>
                </a:cubicBezTo>
                <a:cubicBezTo>
                  <a:pt x="20598" y="48113"/>
                  <a:pt x="20229" y="47744"/>
                  <a:pt x="19776" y="47744"/>
                </a:cubicBezTo>
                <a:close/>
                <a:moveTo>
                  <a:pt x="13942" y="47613"/>
                </a:moveTo>
                <a:cubicBezTo>
                  <a:pt x="13430" y="47613"/>
                  <a:pt x="12990" y="48042"/>
                  <a:pt x="12990" y="48566"/>
                </a:cubicBezTo>
                <a:cubicBezTo>
                  <a:pt x="12990" y="49078"/>
                  <a:pt x="13430" y="49518"/>
                  <a:pt x="13942" y="49518"/>
                </a:cubicBezTo>
                <a:cubicBezTo>
                  <a:pt x="14466" y="49518"/>
                  <a:pt x="14895" y="49078"/>
                  <a:pt x="14895" y="48566"/>
                </a:cubicBezTo>
                <a:cubicBezTo>
                  <a:pt x="14895" y="48042"/>
                  <a:pt x="14466" y="47613"/>
                  <a:pt x="13942" y="47613"/>
                </a:cubicBezTo>
                <a:close/>
                <a:moveTo>
                  <a:pt x="44315" y="32326"/>
                </a:moveTo>
                <a:cubicBezTo>
                  <a:pt x="43875" y="32326"/>
                  <a:pt x="43506" y="32695"/>
                  <a:pt x="43506" y="33147"/>
                </a:cubicBezTo>
                <a:cubicBezTo>
                  <a:pt x="43506" y="33564"/>
                  <a:pt x="43803" y="33897"/>
                  <a:pt x="44172" y="33957"/>
                </a:cubicBezTo>
                <a:lnTo>
                  <a:pt x="44172" y="37469"/>
                </a:lnTo>
                <a:lnTo>
                  <a:pt x="32159" y="49578"/>
                </a:lnTo>
                <a:lnTo>
                  <a:pt x="32373" y="49768"/>
                </a:lnTo>
                <a:lnTo>
                  <a:pt x="44422" y="37624"/>
                </a:lnTo>
                <a:lnTo>
                  <a:pt x="44470" y="37576"/>
                </a:lnTo>
                <a:lnTo>
                  <a:pt x="44470" y="33945"/>
                </a:lnTo>
                <a:cubicBezTo>
                  <a:pt x="44851" y="33873"/>
                  <a:pt x="45137" y="33540"/>
                  <a:pt x="45137" y="33147"/>
                </a:cubicBezTo>
                <a:cubicBezTo>
                  <a:pt x="45137" y="32695"/>
                  <a:pt x="44768" y="32326"/>
                  <a:pt x="44315" y="32326"/>
                </a:cubicBezTo>
                <a:close/>
                <a:moveTo>
                  <a:pt x="50221" y="48899"/>
                </a:moveTo>
                <a:cubicBezTo>
                  <a:pt x="50518" y="48899"/>
                  <a:pt x="50756" y="49137"/>
                  <a:pt x="50756" y="49435"/>
                </a:cubicBezTo>
                <a:cubicBezTo>
                  <a:pt x="50756" y="49732"/>
                  <a:pt x="50518" y="49971"/>
                  <a:pt x="50221" y="49971"/>
                </a:cubicBezTo>
                <a:cubicBezTo>
                  <a:pt x="49923" y="49971"/>
                  <a:pt x="49685" y="49732"/>
                  <a:pt x="49685" y="49435"/>
                </a:cubicBezTo>
                <a:cubicBezTo>
                  <a:pt x="49685" y="49137"/>
                  <a:pt x="49923" y="48899"/>
                  <a:pt x="50221" y="48899"/>
                </a:cubicBezTo>
                <a:close/>
                <a:moveTo>
                  <a:pt x="32385" y="23860"/>
                </a:moveTo>
                <a:cubicBezTo>
                  <a:pt x="31945" y="23860"/>
                  <a:pt x="31564" y="24229"/>
                  <a:pt x="31564" y="24670"/>
                </a:cubicBezTo>
                <a:cubicBezTo>
                  <a:pt x="31564" y="25075"/>
                  <a:pt x="31861" y="25408"/>
                  <a:pt x="32242" y="25479"/>
                </a:cubicBezTo>
                <a:lnTo>
                  <a:pt x="32242" y="32826"/>
                </a:lnTo>
                <a:lnTo>
                  <a:pt x="24217" y="40910"/>
                </a:lnTo>
                <a:lnTo>
                  <a:pt x="24217" y="51578"/>
                </a:lnTo>
                <a:lnTo>
                  <a:pt x="22717" y="53102"/>
                </a:lnTo>
                <a:lnTo>
                  <a:pt x="5775" y="53102"/>
                </a:lnTo>
                <a:lnTo>
                  <a:pt x="5775" y="53376"/>
                </a:lnTo>
                <a:lnTo>
                  <a:pt x="22836" y="53376"/>
                </a:lnTo>
                <a:lnTo>
                  <a:pt x="24503" y="51697"/>
                </a:lnTo>
                <a:lnTo>
                  <a:pt x="24503" y="41029"/>
                </a:lnTo>
                <a:lnTo>
                  <a:pt x="24515" y="41029"/>
                </a:lnTo>
                <a:lnTo>
                  <a:pt x="32492" y="32992"/>
                </a:lnTo>
                <a:lnTo>
                  <a:pt x="32540" y="32945"/>
                </a:lnTo>
                <a:lnTo>
                  <a:pt x="32540" y="25479"/>
                </a:lnTo>
                <a:cubicBezTo>
                  <a:pt x="32921" y="25408"/>
                  <a:pt x="33207" y="25075"/>
                  <a:pt x="33207" y="24670"/>
                </a:cubicBezTo>
                <a:cubicBezTo>
                  <a:pt x="33207" y="24229"/>
                  <a:pt x="32838" y="23860"/>
                  <a:pt x="32385" y="23860"/>
                </a:cubicBezTo>
                <a:close/>
                <a:moveTo>
                  <a:pt x="34647" y="23860"/>
                </a:moveTo>
                <a:cubicBezTo>
                  <a:pt x="34207" y="23860"/>
                  <a:pt x="33826" y="24229"/>
                  <a:pt x="33826" y="24670"/>
                </a:cubicBezTo>
                <a:cubicBezTo>
                  <a:pt x="33826" y="25075"/>
                  <a:pt x="34123" y="25408"/>
                  <a:pt x="34504" y="25479"/>
                </a:cubicBezTo>
                <a:lnTo>
                  <a:pt x="34504" y="33564"/>
                </a:lnTo>
                <a:lnTo>
                  <a:pt x="26492" y="41624"/>
                </a:lnTo>
                <a:lnTo>
                  <a:pt x="26492" y="52316"/>
                </a:lnTo>
                <a:lnTo>
                  <a:pt x="23455" y="55364"/>
                </a:lnTo>
                <a:lnTo>
                  <a:pt x="5775" y="55364"/>
                </a:lnTo>
                <a:lnTo>
                  <a:pt x="5775" y="55650"/>
                </a:lnTo>
                <a:lnTo>
                  <a:pt x="23574" y="55650"/>
                </a:lnTo>
                <a:lnTo>
                  <a:pt x="26777" y="52411"/>
                </a:lnTo>
                <a:lnTo>
                  <a:pt x="26777" y="41743"/>
                </a:lnTo>
                <a:lnTo>
                  <a:pt x="34754" y="33707"/>
                </a:lnTo>
                <a:lnTo>
                  <a:pt x="34802" y="33659"/>
                </a:lnTo>
                <a:lnTo>
                  <a:pt x="34802" y="25479"/>
                </a:lnTo>
                <a:cubicBezTo>
                  <a:pt x="35183" y="25408"/>
                  <a:pt x="35469" y="25075"/>
                  <a:pt x="35469" y="24670"/>
                </a:cubicBezTo>
                <a:cubicBezTo>
                  <a:pt x="35469" y="24229"/>
                  <a:pt x="35100" y="23860"/>
                  <a:pt x="34647" y="23860"/>
                </a:cubicBezTo>
                <a:close/>
                <a:moveTo>
                  <a:pt x="141434" y="40148"/>
                </a:moveTo>
                <a:cubicBezTo>
                  <a:pt x="140911" y="40148"/>
                  <a:pt x="140482" y="40553"/>
                  <a:pt x="140482" y="41089"/>
                </a:cubicBezTo>
                <a:cubicBezTo>
                  <a:pt x="140482" y="41398"/>
                  <a:pt x="140625" y="41672"/>
                  <a:pt x="140863" y="41851"/>
                </a:cubicBezTo>
                <a:lnTo>
                  <a:pt x="140863" y="48589"/>
                </a:lnTo>
                <a:lnTo>
                  <a:pt x="151329" y="58710"/>
                </a:lnTo>
                <a:lnTo>
                  <a:pt x="152114" y="57888"/>
                </a:lnTo>
                <a:lnTo>
                  <a:pt x="141994" y="48113"/>
                </a:lnTo>
                <a:lnTo>
                  <a:pt x="141994" y="41862"/>
                </a:lnTo>
                <a:cubicBezTo>
                  <a:pt x="142232" y="41684"/>
                  <a:pt x="142387" y="41422"/>
                  <a:pt x="142387" y="41100"/>
                </a:cubicBezTo>
                <a:cubicBezTo>
                  <a:pt x="142387" y="40588"/>
                  <a:pt x="141946" y="40148"/>
                  <a:pt x="141434" y="40148"/>
                </a:cubicBezTo>
                <a:close/>
                <a:moveTo>
                  <a:pt x="139172" y="43767"/>
                </a:moveTo>
                <a:cubicBezTo>
                  <a:pt x="138720" y="43767"/>
                  <a:pt x="138351" y="44136"/>
                  <a:pt x="138351" y="44589"/>
                </a:cubicBezTo>
                <a:cubicBezTo>
                  <a:pt x="138351" y="44994"/>
                  <a:pt x="138648" y="45315"/>
                  <a:pt x="139017" y="45387"/>
                </a:cubicBezTo>
                <a:lnTo>
                  <a:pt x="139017" y="49113"/>
                </a:lnTo>
                <a:lnTo>
                  <a:pt x="151364" y="61436"/>
                </a:lnTo>
                <a:lnTo>
                  <a:pt x="151555" y="61222"/>
                </a:lnTo>
                <a:lnTo>
                  <a:pt x="139291" y="48994"/>
                </a:lnTo>
                <a:lnTo>
                  <a:pt x="139291" y="45387"/>
                </a:lnTo>
                <a:lnTo>
                  <a:pt x="139315" y="45387"/>
                </a:lnTo>
                <a:cubicBezTo>
                  <a:pt x="139708" y="45315"/>
                  <a:pt x="139994" y="44994"/>
                  <a:pt x="139994" y="44589"/>
                </a:cubicBezTo>
                <a:cubicBezTo>
                  <a:pt x="139994" y="44136"/>
                  <a:pt x="139613" y="43767"/>
                  <a:pt x="139172" y="43767"/>
                </a:cubicBezTo>
                <a:close/>
                <a:moveTo>
                  <a:pt x="37445" y="61758"/>
                </a:moveTo>
                <a:cubicBezTo>
                  <a:pt x="37743" y="61758"/>
                  <a:pt x="37981" y="61996"/>
                  <a:pt x="37981" y="62293"/>
                </a:cubicBezTo>
                <a:cubicBezTo>
                  <a:pt x="37981" y="62591"/>
                  <a:pt x="37743" y="62829"/>
                  <a:pt x="37445" y="62829"/>
                </a:cubicBezTo>
                <a:cubicBezTo>
                  <a:pt x="37148" y="62829"/>
                  <a:pt x="36909" y="62591"/>
                  <a:pt x="36909" y="62293"/>
                </a:cubicBezTo>
                <a:cubicBezTo>
                  <a:pt x="36909" y="61996"/>
                  <a:pt x="37148" y="61758"/>
                  <a:pt x="37445" y="61758"/>
                </a:cubicBezTo>
                <a:close/>
                <a:moveTo>
                  <a:pt x="115907" y="33695"/>
                </a:moveTo>
                <a:cubicBezTo>
                  <a:pt x="115443" y="33695"/>
                  <a:pt x="115086" y="34052"/>
                  <a:pt x="115086" y="34516"/>
                </a:cubicBezTo>
                <a:cubicBezTo>
                  <a:pt x="115086" y="34957"/>
                  <a:pt x="115467" y="35326"/>
                  <a:pt x="115907" y="35326"/>
                </a:cubicBezTo>
                <a:cubicBezTo>
                  <a:pt x="116086" y="35326"/>
                  <a:pt x="116253" y="35266"/>
                  <a:pt x="116372" y="35183"/>
                </a:cubicBezTo>
                <a:lnTo>
                  <a:pt x="126742" y="45541"/>
                </a:lnTo>
                <a:lnTo>
                  <a:pt x="126790" y="45589"/>
                </a:lnTo>
                <a:lnTo>
                  <a:pt x="135053" y="45589"/>
                </a:lnTo>
                <a:lnTo>
                  <a:pt x="136791" y="47315"/>
                </a:lnTo>
                <a:lnTo>
                  <a:pt x="136791" y="49828"/>
                </a:lnTo>
                <a:lnTo>
                  <a:pt x="150412" y="63413"/>
                </a:lnTo>
                <a:lnTo>
                  <a:pt x="150602" y="63210"/>
                </a:lnTo>
                <a:lnTo>
                  <a:pt x="137065" y="49709"/>
                </a:lnTo>
                <a:lnTo>
                  <a:pt x="137065" y="47196"/>
                </a:lnTo>
                <a:lnTo>
                  <a:pt x="135160" y="45291"/>
                </a:lnTo>
                <a:lnTo>
                  <a:pt x="126909" y="45291"/>
                </a:lnTo>
                <a:lnTo>
                  <a:pt x="116574" y="34969"/>
                </a:lnTo>
                <a:cubicBezTo>
                  <a:pt x="116669" y="34838"/>
                  <a:pt x="116729" y="34671"/>
                  <a:pt x="116729" y="34516"/>
                </a:cubicBezTo>
                <a:cubicBezTo>
                  <a:pt x="116729" y="34064"/>
                  <a:pt x="116348" y="33695"/>
                  <a:pt x="115907" y="33695"/>
                </a:cubicBezTo>
                <a:close/>
                <a:moveTo>
                  <a:pt x="35231" y="64008"/>
                </a:moveTo>
                <a:cubicBezTo>
                  <a:pt x="35528" y="64008"/>
                  <a:pt x="35766" y="64246"/>
                  <a:pt x="35766" y="64544"/>
                </a:cubicBezTo>
                <a:cubicBezTo>
                  <a:pt x="35766" y="64841"/>
                  <a:pt x="35528" y="65080"/>
                  <a:pt x="35231" y="65080"/>
                </a:cubicBezTo>
                <a:cubicBezTo>
                  <a:pt x="34933" y="65068"/>
                  <a:pt x="34695" y="64830"/>
                  <a:pt x="34695" y="64544"/>
                </a:cubicBezTo>
                <a:cubicBezTo>
                  <a:pt x="34695" y="64246"/>
                  <a:pt x="34933" y="64008"/>
                  <a:pt x="35231" y="64008"/>
                </a:cubicBezTo>
                <a:close/>
                <a:moveTo>
                  <a:pt x="36898" y="23872"/>
                </a:moveTo>
                <a:cubicBezTo>
                  <a:pt x="36445" y="23872"/>
                  <a:pt x="36076" y="24241"/>
                  <a:pt x="36076" y="24694"/>
                </a:cubicBezTo>
                <a:cubicBezTo>
                  <a:pt x="36076" y="25087"/>
                  <a:pt x="36374" y="25420"/>
                  <a:pt x="36743" y="25491"/>
                </a:cubicBezTo>
                <a:lnTo>
                  <a:pt x="36731" y="34254"/>
                </a:lnTo>
                <a:lnTo>
                  <a:pt x="28730" y="42339"/>
                </a:lnTo>
                <a:lnTo>
                  <a:pt x="28730" y="53007"/>
                </a:lnTo>
                <a:lnTo>
                  <a:pt x="24158" y="57626"/>
                </a:lnTo>
                <a:lnTo>
                  <a:pt x="13061" y="57626"/>
                </a:lnTo>
                <a:lnTo>
                  <a:pt x="5834" y="64901"/>
                </a:lnTo>
                <a:lnTo>
                  <a:pt x="6037" y="65091"/>
                </a:lnTo>
                <a:lnTo>
                  <a:pt x="13180" y="57888"/>
                </a:lnTo>
                <a:lnTo>
                  <a:pt x="24277" y="57888"/>
                </a:lnTo>
                <a:lnTo>
                  <a:pt x="24277" y="57912"/>
                </a:lnTo>
                <a:lnTo>
                  <a:pt x="29004" y="53126"/>
                </a:lnTo>
                <a:lnTo>
                  <a:pt x="29004" y="42458"/>
                </a:lnTo>
                <a:lnTo>
                  <a:pt x="37029" y="34373"/>
                </a:lnTo>
                <a:lnTo>
                  <a:pt x="37040" y="25491"/>
                </a:lnTo>
                <a:cubicBezTo>
                  <a:pt x="37433" y="25420"/>
                  <a:pt x="37719" y="25087"/>
                  <a:pt x="37719" y="24694"/>
                </a:cubicBezTo>
                <a:cubicBezTo>
                  <a:pt x="37719" y="24241"/>
                  <a:pt x="37338" y="23872"/>
                  <a:pt x="36898" y="23872"/>
                </a:cubicBezTo>
                <a:close/>
                <a:moveTo>
                  <a:pt x="68997" y="64734"/>
                </a:moveTo>
                <a:cubicBezTo>
                  <a:pt x="69294" y="64734"/>
                  <a:pt x="69533" y="64972"/>
                  <a:pt x="69533" y="65270"/>
                </a:cubicBezTo>
                <a:cubicBezTo>
                  <a:pt x="69533" y="65568"/>
                  <a:pt x="69294" y="65806"/>
                  <a:pt x="68997" y="65806"/>
                </a:cubicBezTo>
                <a:cubicBezTo>
                  <a:pt x="68699" y="65806"/>
                  <a:pt x="68461" y="65568"/>
                  <a:pt x="68461" y="65270"/>
                </a:cubicBezTo>
                <a:cubicBezTo>
                  <a:pt x="68461" y="64972"/>
                  <a:pt x="68699" y="64734"/>
                  <a:pt x="68997" y="64734"/>
                </a:cubicBezTo>
                <a:close/>
                <a:moveTo>
                  <a:pt x="115134" y="65246"/>
                </a:moveTo>
                <a:cubicBezTo>
                  <a:pt x="115431" y="65246"/>
                  <a:pt x="115669" y="65484"/>
                  <a:pt x="115669" y="65782"/>
                </a:cubicBezTo>
                <a:cubicBezTo>
                  <a:pt x="115669" y="66080"/>
                  <a:pt x="115431" y="66318"/>
                  <a:pt x="115134" y="66318"/>
                </a:cubicBezTo>
                <a:cubicBezTo>
                  <a:pt x="114836" y="66318"/>
                  <a:pt x="114598" y="66080"/>
                  <a:pt x="114598" y="65782"/>
                </a:cubicBezTo>
                <a:cubicBezTo>
                  <a:pt x="114598" y="65484"/>
                  <a:pt x="114836" y="65246"/>
                  <a:pt x="115134" y="65246"/>
                </a:cubicBezTo>
                <a:close/>
                <a:moveTo>
                  <a:pt x="115134" y="64960"/>
                </a:moveTo>
                <a:cubicBezTo>
                  <a:pt x="114681" y="64960"/>
                  <a:pt x="114312" y="65330"/>
                  <a:pt x="114312" y="65782"/>
                </a:cubicBezTo>
                <a:cubicBezTo>
                  <a:pt x="114312" y="66223"/>
                  <a:pt x="114681" y="66604"/>
                  <a:pt x="115134" y="66604"/>
                </a:cubicBezTo>
                <a:cubicBezTo>
                  <a:pt x="115574" y="66604"/>
                  <a:pt x="115955" y="66246"/>
                  <a:pt x="115955" y="65782"/>
                </a:cubicBezTo>
                <a:cubicBezTo>
                  <a:pt x="115955" y="65330"/>
                  <a:pt x="115574" y="64960"/>
                  <a:pt x="115134" y="64960"/>
                </a:cubicBezTo>
                <a:close/>
                <a:moveTo>
                  <a:pt x="102525" y="65901"/>
                </a:moveTo>
                <a:cubicBezTo>
                  <a:pt x="102822" y="65901"/>
                  <a:pt x="103061" y="66139"/>
                  <a:pt x="103061" y="66437"/>
                </a:cubicBezTo>
                <a:cubicBezTo>
                  <a:pt x="103061" y="66735"/>
                  <a:pt x="102822" y="66973"/>
                  <a:pt x="102525" y="66973"/>
                </a:cubicBezTo>
                <a:cubicBezTo>
                  <a:pt x="102227" y="66973"/>
                  <a:pt x="101989" y="66735"/>
                  <a:pt x="101989" y="66437"/>
                </a:cubicBezTo>
                <a:cubicBezTo>
                  <a:pt x="101989" y="66139"/>
                  <a:pt x="102227" y="65901"/>
                  <a:pt x="102525" y="65901"/>
                </a:cubicBezTo>
                <a:close/>
                <a:moveTo>
                  <a:pt x="105442" y="65901"/>
                </a:moveTo>
                <a:cubicBezTo>
                  <a:pt x="105740" y="65901"/>
                  <a:pt x="105978" y="66139"/>
                  <a:pt x="105978" y="66437"/>
                </a:cubicBezTo>
                <a:cubicBezTo>
                  <a:pt x="105966" y="66735"/>
                  <a:pt x="105728" y="66973"/>
                  <a:pt x="105442" y="66973"/>
                </a:cubicBezTo>
                <a:cubicBezTo>
                  <a:pt x="105144" y="66973"/>
                  <a:pt x="104906" y="66735"/>
                  <a:pt x="104906" y="66437"/>
                </a:cubicBezTo>
                <a:cubicBezTo>
                  <a:pt x="104906" y="66139"/>
                  <a:pt x="105144" y="65901"/>
                  <a:pt x="105442" y="65901"/>
                </a:cubicBezTo>
                <a:close/>
                <a:moveTo>
                  <a:pt x="32957" y="66306"/>
                </a:moveTo>
                <a:cubicBezTo>
                  <a:pt x="33254" y="66306"/>
                  <a:pt x="33492" y="66544"/>
                  <a:pt x="33492" y="66842"/>
                </a:cubicBezTo>
                <a:cubicBezTo>
                  <a:pt x="33492" y="67139"/>
                  <a:pt x="33254" y="67377"/>
                  <a:pt x="32957" y="67377"/>
                </a:cubicBezTo>
                <a:cubicBezTo>
                  <a:pt x="32659" y="67377"/>
                  <a:pt x="32409" y="67139"/>
                  <a:pt x="32409" y="66842"/>
                </a:cubicBezTo>
                <a:cubicBezTo>
                  <a:pt x="32409" y="66544"/>
                  <a:pt x="32659" y="66306"/>
                  <a:pt x="32957" y="66306"/>
                </a:cubicBezTo>
                <a:close/>
                <a:moveTo>
                  <a:pt x="68997" y="67449"/>
                </a:moveTo>
                <a:cubicBezTo>
                  <a:pt x="69294" y="67449"/>
                  <a:pt x="69533" y="67687"/>
                  <a:pt x="69533" y="67985"/>
                </a:cubicBezTo>
                <a:cubicBezTo>
                  <a:pt x="69533" y="68282"/>
                  <a:pt x="69294" y="68520"/>
                  <a:pt x="68997" y="68520"/>
                </a:cubicBezTo>
                <a:cubicBezTo>
                  <a:pt x="68699" y="68520"/>
                  <a:pt x="68461" y="68282"/>
                  <a:pt x="68461" y="67985"/>
                </a:cubicBezTo>
                <a:cubicBezTo>
                  <a:pt x="68461" y="67687"/>
                  <a:pt x="68699" y="67449"/>
                  <a:pt x="68997" y="67449"/>
                </a:cubicBezTo>
                <a:close/>
                <a:moveTo>
                  <a:pt x="117392" y="67519"/>
                </a:moveTo>
                <a:cubicBezTo>
                  <a:pt x="117530" y="67519"/>
                  <a:pt x="117665" y="67566"/>
                  <a:pt x="117765" y="67675"/>
                </a:cubicBezTo>
                <a:cubicBezTo>
                  <a:pt x="117872" y="67770"/>
                  <a:pt x="117920" y="67913"/>
                  <a:pt x="117920" y="68044"/>
                </a:cubicBezTo>
                <a:cubicBezTo>
                  <a:pt x="117920" y="68092"/>
                  <a:pt x="117920" y="68128"/>
                  <a:pt x="117908" y="68175"/>
                </a:cubicBezTo>
                <a:cubicBezTo>
                  <a:pt x="117860" y="68354"/>
                  <a:pt x="117705" y="68520"/>
                  <a:pt x="117515" y="68568"/>
                </a:cubicBezTo>
                <a:cubicBezTo>
                  <a:pt x="117470" y="68577"/>
                  <a:pt x="117426" y="68581"/>
                  <a:pt x="117382" y="68581"/>
                </a:cubicBezTo>
                <a:cubicBezTo>
                  <a:pt x="117243" y="68581"/>
                  <a:pt x="117115" y="68534"/>
                  <a:pt x="117015" y="68425"/>
                </a:cubicBezTo>
                <a:cubicBezTo>
                  <a:pt x="116872" y="68294"/>
                  <a:pt x="116836" y="68104"/>
                  <a:pt x="116872" y="67925"/>
                </a:cubicBezTo>
                <a:cubicBezTo>
                  <a:pt x="116919" y="67747"/>
                  <a:pt x="117062" y="67580"/>
                  <a:pt x="117265" y="67532"/>
                </a:cubicBezTo>
                <a:cubicBezTo>
                  <a:pt x="117307" y="67524"/>
                  <a:pt x="117350" y="67519"/>
                  <a:pt x="117392" y="67519"/>
                </a:cubicBezTo>
                <a:close/>
                <a:moveTo>
                  <a:pt x="117403" y="67226"/>
                </a:moveTo>
                <a:cubicBezTo>
                  <a:pt x="117330" y="67226"/>
                  <a:pt x="117256" y="67237"/>
                  <a:pt x="117181" y="67258"/>
                </a:cubicBezTo>
                <a:cubicBezTo>
                  <a:pt x="116908" y="67330"/>
                  <a:pt x="116669" y="67556"/>
                  <a:pt x="116598" y="67854"/>
                </a:cubicBezTo>
                <a:cubicBezTo>
                  <a:pt x="116574" y="67901"/>
                  <a:pt x="116562" y="67985"/>
                  <a:pt x="116562" y="68044"/>
                </a:cubicBezTo>
                <a:cubicBezTo>
                  <a:pt x="116562" y="68270"/>
                  <a:pt x="116658" y="68461"/>
                  <a:pt x="116800" y="68628"/>
                </a:cubicBezTo>
                <a:cubicBezTo>
                  <a:pt x="116961" y="68779"/>
                  <a:pt x="117154" y="68857"/>
                  <a:pt x="117361" y="68857"/>
                </a:cubicBezTo>
                <a:cubicBezTo>
                  <a:pt x="117431" y="68857"/>
                  <a:pt x="117502" y="68848"/>
                  <a:pt x="117574" y="68830"/>
                </a:cubicBezTo>
                <a:cubicBezTo>
                  <a:pt x="117860" y="68759"/>
                  <a:pt x="118098" y="68532"/>
                  <a:pt x="118170" y="68235"/>
                </a:cubicBezTo>
                <a:cubicBezTo>
                  <a:pt x="118241" y="67949"/>
                  <a:pt x="118158" y="67651"/>
                  <a:pt x="117955" y="67461"/>
                </a:cubicBezTo>
                <a:cubicBezTo>
                  <a:pt x="117805" y="67311"/>
                  <a:pt x="117610" y="67226"/>
                  <a:pt x="117403" y="67226"/>
                </a:cubicBezTo>
                <a:close/>
                <a:moveTo>
                  <a:pt x="104668" y="29420"/>
                </a:moveTo>
                <a:cubicBezTo>
                  <a:pt x="104156" y="29420"/>
                  <a:pt x="103704" y="29849"/>
                  <a:pt x="103704" y="30373"/>
                </a:cubicBezTo>
                <a:cubicBezTo>
                  <a:pt x="103704" y="30897"/>
                  <a:pt x="104132" y="31325"/>
                  <a:pt x="104656" y="31325"/>
                </a:cubicBezTo>
                <a:cubicBezTo>
                  <a:pt x="104704" y="31325"/>
                  <a:pt x="104751" y="31325"/>
                  <a:pt x="104787" y="31313"/>
                </a:cubicBezTo>
                <a:lnTo>
                  <a:pt x="123682" y="50054"/>
                </a:lnTo>
                <a:lnTo>
                  <a:pt x="130135" y="50054"/>
                </a:lnTo>
                <a:lnTo>
                  <a:pt x="150781" y="70533"/>
                </a:lnTo>
                <a:lnTo>
                  <a:pt x="151579" y="69723"/>
                </a:lnTo>
                <a:lnTo>
                  <a:pt x="130612" y="48923"/>
                </a:lnTo>
                <a:lnTo>
                  <a:pt x="124158" y="48923"/>
                </a:lnTo>
                <a:lnTo>
                  <a:pt x="105609" y="30504"/>
                </a:lnTo>
                <a:cubicBezTo>
                  <a:pt x="105609" y="30468"/>
                  <a:pt x="105620" y="30421"/>
                  <a:pt x="105620" y="30373"/>
                </a:cubicBezTo>
                <a:cubicBezTo>
                  <a:pt x="105620" y="29849"/>
                  <a:pt x="105192" y="29420"/>
                  <a:pt x="104668" y="29420"/>
                </a:cubicBezTo>
                <a:close/>
                <a:moveTo>
                  <a:pt x="76950" y="69854"/>
                </a:moveTo>
                <a:cubicBezTo>
                  <a:pt x="77248" y="69854"/>
                  <a:pt x="77486" y="70092"/>
                  <a:pt x="77486" y="70390"/>
                </a:cubicBezTo>
                <a:cubicBezTo>
                  <a:pt x="77486" y="70687"/>
                  <a:pt x="77248" y="70926"/>
                  <a:pt x="76950" y="70926"/>
                </a:cubicBezTo>
                <a:cubicBezTo>
                  <a:pt x="76653" y="70914"/>
                  <a:pt x="76414" y="70675"/>
                  <a:pt x="76414" y="70390"/>
                </a:cubicBezTo>
                <a:cubicBezTo>
                  <a:pt x="76414" y="70092"/>
                  <a:pt x="76653" y="69854"/>
                  <a:pt x="76950" y="69854"/>
                </a:cubicBezTo>
                <a:close/>
                <a:moveTo>
                  <a:pt x="119646" y="69366"/>
                </a:moveTo>
                <a:cubicBezTo>
                  <a:pt x="119122" y="69366"/>
                  <a:pt x="118694" y="69794"/>
                  <a:pt x="118694" y="70318"/>
                </a:cubicBezTo>
                <a:cubicBezTo>
                  <a:pt x="118694" y="70842"/>
                  <a:pt x="119122" y="71271"/>
                  <a:pt x="119646" y="71271"/>
                </a:cubicBezTo>
                <a:cubicBezTo>
                  <a:pt x="120170" y="71271"/>
                  <a:pt x="120599" y="70842"/>
                  <a:pt x="120599" y="70318"/>
                </a:cubicBezTo>
                <a:cubicBezTo>
                  <a:pt x="120599" y="69794"/>
                  <a:pt x="120170" y="69366"/>
                  <a:pt x="119646" y="69366"/>
                </a:cubicBezTo>
                <a:close/>
                <a:moveTo>
                  <a:pt x="50578" y="11811"/>
                </a:moveTo>
                <a:cubicBezTo>
                  <a:pt x="50054" y="11811"/>
                  <a:pt x="49625" y="12252"/>
                  <a:pt x="49625" y="12764"/>
                </a:cubicBezTo>
                <a:cubicBezTo>
                  <a:pt x="49625" y="13085"/>
                  <a:pt x="49768" y="13347"/>
                  <a:pt x="50006" y="13526"/>
                </a:cubicBezTo>
                <a:lnTo>
                  <a:pt x="50006" y="41505"/>
                </a:lnTo>
                <a:lnTo>
                  <a:pt x="30694" y="60984"/>
                </a:lnTo>
                <a:lnTo>
                  <a:pt x="14109" y="60984"/>
                </a:lnTo>
                <a:lnTo>
                  <a:pt x="3572" y="71616"/>
                </a:lnTo>
                <a:lnTo>
                  <a:pt x="4370" y="72414"/>
                </a:lnTo>
                <a:lnTo>
                  <a:pt x="14585" y="62139"/>
                </a:lnTo>
                <a:lnTo>
                  <a:pt x="31147" y="62139"/>
                </a:lnTo>
                <a:lnTo>
                  <a:pt x="31147" y="62115"/>
                </a:lnTo>
                <a:lnTo>
                  <a:pt x="51137" y="41981"/>
                </a:lnTo>
                <a:lnTo>
                  <a:pt x="51137" y="13526"/>
                </a:lnTo>
                <a:cubicBezTo>
                  <a:pt x="51376" y="13347"/>
                  <a:pt x="51530" y="13085"/>
                  <a:pt x="51530" y="12764"/>
                </a:cubicBezTo>
                <a:cubicBezTo>
                  <a:pt x="51530" y="12252"/>
                  <a:pt x="51090" y="11811"/>
                  <a:pt x="50578" y="11811"/>
                </a:cubicBezTo>
                <a:close/>
                <a:moveTo>
                  <a:pt x="29004" y="72259"/>
                </a:moveTo>
                <a:cubicBezTo>
                  <a:pt x="29301" y="72259"/>
                  <a:pt x="29540" y="72497"/>
                  <a:pt x="29540" y="72795"/>
                </a:cubicBezTo>
                <a:cubicBezTo>
                  <a:pt x="29540" y="73092"/>
                  <a:pt x="29301" y="73331"/>
                  <a:pt x="29004" y="73331"/>
                </a:cubicBezTo>
                <a:cubicBezTo>
                  <a:pt x="28706" y="73331"/>
                  <a:pt x="28468" y="73092"/>
                  <a:pt x="28468" y="72795"/>
                </a:cubicBezTo>
                <a:cubicBezTo>
                  <a:pt x="28492" y="72497"/>
                  <a:pt x="28730" y="72259"/>
                  <a:pt x="29004" y="72259"/>
                </a:cubicBezTo>
                <a:close/>
                <a:moveTo>
                  <a:pt x="29004" y="75771"/>
                </a:moveTo>
                <a:cubicBezTo>
                  <a:pt x="29301" y="75771"/>
                  <a:pt x="29540" y="76009"/>
                  <a:pt x="29540" y="76307"/>
                </a:cubicBezTo>
                <a:cubicBezTo>
                  <a:pt x="29540" y="76605"/>
                  <a:pt x="29301" y="76843"/>
                  <a:pt x="29004" y="76843"/>
                </a:cubicBezTo>
                <a:cubicBezTo>
                  <a:pt x="28706" y="76843"/>
                  <a:pt x="28468" y="76605"/>
                  <a:pt x="28468" y="76307"/>
                </a:cubicBezTo>
                <a:cubicBezTo>
                  <a:pt x="28492" y="76009"/>
                  <a:pt x="28730" y="75771"/>
                  <a:pt x="29004" y="75771"/>
                </a:cubicBezTo>
                <a:close/>
                <a:moveTo>
                  <a:pt x="123730" y="55185"/>
                </a:moveTo>
                <a:lnTo>
                  <a:pt x="123539" y="55388"/>
                </a:lnTo>
                <a:lnTo>
                  <a:pt x="140291" y="72104"/>
                </a:lnTo>
                <a:lnTo>
                  <a:pt x="140327" y="72152"/>
                </a:lnTo>
                <a:lnTo>
                  <a:pt x="144590" y="72152"/>
                </a:lnTo>
                <a:lnTo>
                  <a:pt x="149900" y="77462"/>
                </a:lnTo>
                <a:lnTo>
                  <a:pt x="150090" y="77260"/>
                </a:lnTo>
                <a:lnTo>
                  <a:pt x="144732" y="71902"/>
                </a:lnTo>
                <a:lnTo>
                  <a:pt x="144685" y="71854"/>
                </a:lnTo>
                <a:lnTo>
                  <a:pt x="140434" y="71854"/>
                </a:lnTo>
                <a:lnTo>
                  <a:pt x="123730" y="55185"/>
                </a:lnTo>
                <a:close/>
                <a:moveTo>
                  <a:pt x="124325" y="77486"/>
                </a:moveTo>
                <a:cubicBezTo>
                  <a:pt x="124623" y="77486"/>
                  <a:pt x="124861" y="77724"/>
                  <a:pt x="124861" y="78022"/>
                </a:cubicBezTo>
                <a:cubicBezTo>
                  <a:pt x="124861" y="78319"/>
                  <a:pt x="124623" y="78569"/>
                  <a:pt x="124325" y="78569"/>
                </a:cubicBezTo>
                <a:cubicBezTo>
                  <a:pt x="124039" y="78569"/>
                  <a:pt x="123801" y="78319"/>
                  <a:pt x="123801" y="78022"/>
                </a:cubicBezTo>
                <a:cubicBezTo>
                  <a:pt x="123801" y="77724"/>
                  <a:pt x="124028" y="77486"/>
                  <a:pt x="124325" y="77486"/>
                </a:cubicBezTo>
                <a:close/>
                <a:moveTo>
                  <a:pt x="82725" y="79141"/>
                </a:moveTo>
                <a:cubicBezTo>
                  <a:pt x="83022" y="79141"/>
                  <a:pt x="83261" y="79379"/>
                  <a:pt x="83261" y="79677"/>
                </a:cubicBezTo>
                <a:cubicBezTo>
                  <a:pt x="83261" y="79974"/>
                  <a:pt x="83022" y="80212"/>
                  <a:pt x="82725" y="80212"/>
                </a:cubicBezTo>
                <a:cubicBezTo>
                  <a:pt x="82427" y="80212"/>
                  <a:pt x="82189" y="79974"/>
                  <a:pt x="82189" y="79677"/>
                </a:cubicBezTo>
                <a:cubicBezTo>
                  <a:pt x="82189" y="79379"/>
                  <a:pt x="82427" y="79141"/>
                  <a:pt x="82725" y="79141"/>
                </a:cubicBezTo>
                <a:close/>
                <a:moveTo>
                  <a:pt x="68997" y="67163"/>
                </a:moveTo>
                <a:cubicBezTo>
                  <a:pt x="68556" y="67163"/>
                  <a:pt x="68175" y="67532"/>
                  <a:pt x="68175" y="67985"/>
                </a:cubicBezTo>
                <a:cubicBezTo>
                  <a:pt x="68175" y="68163"/>
                  <a:pt x="68235" y="68342"/>
                  <a:pt x="68342" y="68473"/>
                </a:cubicBezTo>
                <a:lnTo>
                  <a:pt x="65354" y="71699"/>
                </a:lnTo>
                <a:lnTo>
                  <a:pt x="65354" y="85094"/>
                </a:lnTo>
                <a:lnTo>
                  <a:pt x="65639" y="85094"/>
                </a:lnTo>
                <a:lnTo>
                  <a:pt x="65639" y="71807"/>
                </a:lnTo>
                <a:lnTo>
                  <a:pt x="68556" y="68663"/>
                </a:lnTo>
                <a:cubicBezTo>
                  <a:pt x="68687" y="68759"/>
                  <a:pt x="68830" y="68794"/>
                  <a:pt x="68997" y="68794"/>
                </a:cubicBezTo>
                <a:cubicBezTo>
                  <a:pt x="69004" y="68794"/>
                  <a:pt x="69011" y="68795"/>
                  <a:pt x="69019" y="68795"/>
                </a:cubicBezTo>
                <a:cubicBezTo>
                  <a:pt x="69461" y="68795"/>
                  <a:pt x="69818" y="68441"/>
                  <a:pt x="69818" y="67985"/>
                </a:cubicBezTo>
                <a:cubicBezTo>
                  <a:pt x="69818" y="67532"/>
                  <a:pt x="69449" y="67163"/>
                  <a:pt x="68997" y="67163"/>
                </a:cubicBezTo>
                <a:close/>
                <a:moveTo>
                  <a:pt x="70914" y="18931"/>
                </a:moveTo>
                <a:cubicBezTo>
                  <a:pt x="70473" y="18931"/>
                  <a:pt x="70104" y="19300"/>
                  <a:pt x="70104" y="19741"/>
                </a:cubicBezTo>
                <a:cubicBezTo>
                  <a:pt x="70104" y="20145"/>
                  <a:pt x="70402" y="20479"/>
                  <a:pt x="70771" y="20550"/>
                </a:cubicBezTo>
                <a:lnTo>
                  <a:pt x="70771" y="35790"/>
                </a:lnTo>
                <a:lnTo>
                  <a:pt x="68854" y="37731"/>
                </a:lnTo>
                <a:lnTo>
                  <a:pt x="68854" y="62258"/>
                </a:lnTo>
                <a:lnTo>
                  <a:pt x="60877" y="70247"/>
                </a:lnTo>
                <a:lnTo>
                  <a:pt x="60829" y="70294"/>
                </a:lnTo>
                <a:lnTo>
                  <a:pt x="60829" y="85118"/>
                </a:lnTo>
                <a:lnTo>
                  <a:pt x="61115" y="85118"/>
                </a:lnTo>
                <a:lnTo>
                  <a:pt x="61115" y="70414"/>
                </a:lnTo>
                <a:lnTo>
                  <a:pt x="69092" y="62413"/>
                </a:lnTo>
                <a:lnTo>
                  <a:pt x="69152" y="62353"/>
                </a:lnTo>
                <a:lnTo>
                  <a:pt x="69152" y="37850"/>
                </a:lnTo>
                <a:lnTo>
                  <a:pt x="71069" y="35909"/>
                </a:lnTo>
                <a:lnTo>
                  <a:pt x="71069" y="20550"/>
                </a:lnTo>
                <a:cubicBezTo>
                  <a:pt x="71450" y="20479"/>
                  <a:pt x="71735" y="20145"/>
                  <a:pt x="71735" y="19741"/>
                </a:cubicBezTo>
                <a:cubicBezTo>
                  <a:pt x="71735" y="19300"/>
                  <a:pt x="71366" y="18931"/>
                  <a:pt x="70914" y="18931"/>
                </a:cubicBezTo>
                <a:close/>
                <a:moveTo>
                  <a:pt x="68997" y="64460"/>
                </a:moveTo>
                <a:cubicBezTo>
                  <a:pt x="68556" y="64460"/>
                  <a:pt x="68175" y="64830"/>
                  <a:pt x="68175" y="65270"/>
                </a:cubicBezTo>
                <a:cubicBezTo>
                  <a:pt x="68175" y="65449"/>
                  <a:pt x="68235" y="65615"/>
                  <a:pt x="68330" y="65734"/>
                </a:cubicBezTo>
                <a:lnTo>
                  <a:pt x="63103" y="71009"/>
                </a:lnTo>
                <a:lnTo>
                  <a:pt x="63103" y="85118"/>
                </a:lnTo>
                <a:lnTo>
                  <a:pt x="63389" y="85118"/>
                </a:lnTo>
                <a:lnTo>
                  <a:pt x="63389" y="71128"/>
                </a:lnTo>
                <a:lnTo>
                  <a:pt x="68532" y="65961"/>
                </a:lnTo>
                <a:cubicBezTo>
                  <a:pt x="68675" y="66044"/>
                  <a:pt x="68830" y="66103"/>
                  <a:pt x="68997" y="66103"/>
                </a:cubicBezTo>
                <a:cubicBezTo>
                  <a:pt x="69449" y="66092"/>
                  <a:pt x="69818" y="65734"/>
                  <a:pt x="69818" y="65270"/>
                </a:cubicBezTo>
                <a:cubicBezTo>
                  <a:pt x="69818" y="64830"/>
                  <a:pt x="69449" y="64460"/>
                  <a:pt x="68997" y="64460"/>
                </a:cubicBezTo>
                <a:close/>
                <a:moveTo>
                  <a:pt x="29004" y="68306"/>
                </a:moveTo>
                <a:cubicBezTo>
                  <a:pt x="28694" y="68306"/>
                  <a:pt x="28432" y="68461"/>
                  <a:pt x="28242" y="68699"/>
                </a:cubicBezTo>
                <a:lnTo>
                  <a:pt x="17336" y="68699"/>
                </a:lnTo>
                <a:lnTo>
                  <a:pt x="0" y="86154"/>
                </a:lnTo>
                <a:lnTo>
                  <a:pt x="810" y="86951"/>
                </a:lnTo>
                <a:lnTo>
                  <a:pt x="17812" y="69830"/>
                </a:lnTo>
                <a:lnTo>
                  <a:pt x="28242" y="69830"/>
                </a:lnTo>
                <a:cubicBezTo>
                  <a:pt x="28432" y="70068"/>
                  <a:pt x="28694" y="70211"/>
                  <a:pt x="29004" y="70211"/>
                </a:cubicBezTo>
                <a:cubicBezTo>
                  <a:pt x="29528" y="70211"/>
                  <a:pt x="29956" y="69783"/>
                  <a:pt x="29956" y="69259"/>
                </a:cubicBezTo>
                <a:cubicBezTo>
                  <a:pt x="29956" y="68747"/>
                  <a:pt x="29528" y="68306"/>
                  <a:pt x="29004" y="68306"/>
                </a:cubicBezTo>
                <a:close/>
                <a:moveTo>
                  <a:pt x="16538" y="86642"/>
                </a:moveTo>
                <a:cubicBezTo>
                  <a:pt x="16836" y="86642"/>
                  <a:pt x="17074" y="86880"/>
                  <a:pt x="17074" y="87177"/>
                </a:cubicBezTo>
                <a:cubicBezTo>
                  <a:pt x="17074" y="87475"/>
                  <a:pt x="16836" y="87713"/>
                  <a:pt x="16538" y="87713"/>
                </a:cubicBezTo>
                <a:cubicBezTo>
                  <a:pt x="16240" y="87713"/>
                  <a:pt x="16002" y="87475"/>
                  <a:pt x="16002" y="87177"/>
                </a:cubicBezTo>
                <a:cubicBezTo>
                  <a:pt x="16002" y="86880"/>
                  <a:pt x="16240" y="86642"/>
                  <a:pt x="16538" y="86642"/>
                </a:cubicBezTo>
                <a:close/>
                <a:moveTo>
                  <a:pt x="71128" y="86927"/>
                </a:moveTo>
                <a:cubicBezTo>
                  <a:pt x="71426" y="86927"/>
                  <a:pt x="71664" y="87166"/>
                  <a:pt x="71664" y="87463"/>
                </a:cubicBezTo>
                <a:cubicBezTo>
                  <a:pt x="71664" y="87761"/>
                  <a:pt x="71426" y="87999"/>
                  <a:pt x="71128" y="87999"/>
                </a:cubicBezTo>
                <a:cubicBezTo>
                  <a:pt x="70830" y="87999"/>
                  <a:pt x="70592" y="87761"/>
                  <a:pt x="70592" y="87463"/>
                </a:cubicBezTo>
                <a:cubicBezTo>
                  <a:pt x="70592" y="87166"/>
                  <a:pt x="70830" y="86927"/>
                  <a:pt x="71128" y="86927"/>
                </a:cubicBezTo>
                <a:close/>
                <a:moveTo>
                  <a:pt x="71128" y="86630"/>
                </a:moveTo>
                <a:cubicBezTo>
                  <a:pt x="70676" y="86630"/>
                  <a:pt x="70307" y="86999"/>
                  <a:pt x="70307" y="87451"/>
                </a:cubicBezTo>
                <a:cubicBezTo>
                  <a:pt x="70307" y="87916"/>
                  <a:pt x="70664" y="88273"/>
                  <a:pt x="71128" y="88273"/>
                </a:cubicBezTo>
                <a:cubicBezTo>
                  <a:pt x="71569" y="88273"/>
                  <a:pt x="71950" y="87892"/>
                  <a:pt x="71950" y="87451"/>
                </a:cubicBezTo>
                <a:cubicBezTo>
                  <a:pt x="71950" y="86999"/>
                  <a:pt x="71569" y="86630"/>
                  <a:pt x="71128" y="86630"/>
                </a:cubicBezTo>
                <a:close/>
                <a:moveTo>
                  <a:pt x="14276" y="88928"/>
                </a:moveTo>
                <a:cubicBezTo>
                  <a:pt x="14573" y="88928"/>
                  <a:pt x="14811" y="89166"/>
                  <a:pt x="14811" y="89463"/>
                </a:cubicBezTo>
                <a:cubicBezTo>
                  <a:pt x="14811" y="89761"/>
                  <a:pt x="14573" y="89999"/>
                  <a:pt x="14276" y="89999"/>
                </a:cubicBezTo>
                <a:cubicBezTo>
                  <a:pt x="13978" y="89975"/>
                  <a:pt x="13740" y="89737"/>
                  <a:pt x="13740" y="89463"/>
                </a:cubicBezTo>
                <a:cubicBezTo>
                  <a:pt x="13740" y="89166"/>
                  <a:pt x="13978" y="88928"/>
                  <a:pt x="14276" y="88928"/>
                </a:cubicBezTo>
                <a:close/>
                <a:moveTo>
                  <a:pt x="29004" y="71961"/>
                </a:moveTo>
                <a:cubicBezTo>
                  <a:pt x="28599" y="71961"/>
                  <a:pt x="28277" y="72259"/>
                  <a:pt x="28206" y="72628"/>
                </a:cubicBezTo>
                <a:lnTo>
                  <a:pt x="18991" y="72628"/>
                </a:lnTo>
                <a:lnTo>
                  <a:pt x="1786" y="89975"/>
                </a:lnTo>
                <a:lnTo>
                  <a:pt x="2000" y="90178"/>
                </a:lnTo>
                <a:lnTo>
                  <a:pt x="19122" y="72914"/>
                </a:lnTo>
                <a:lnTo>
                  <a:pt x="28206" y="72914"/>
                </a:lnTo>
                <a:lnTo>
                  <a:pt x="28206" y="72926"/>
                </a:lnTo>
                <a:cubicBezTo>
                  <a:pt x="28277" y="73307"/>
                  <a:pt x="28611" y="73592"/>
                  <a:pt x="29004" y="73592"/>
                </a:cubicBezTo>
                <a:cubicBezTo>
                  <a:pt x="29456" y="73592"/>
                  <a:pt x="29825" y="73223"/>
                  <a:pt x="29825" y="72771"/>
                </a:cubicBezTo>
                <a:cubicBezTo>
                  <a:pt x="29825" y="72330"/>
                  <a:pt x="29456" y="71961"/>
                  <a:pt x="29004" y="71961"/>
                </a:cubicBezTo>
                <a:close/>
                <a:moveTo>
                  <a:pt x="71128" y="89880"/>
                </a:moveTo>
                <a:cubicBezTo>
                  <a:pt x="71426" y="89880"/>
                  <a:pt x="71664" y="90118"/>
                  <a:pt x="71664" y="90416"/>
                </a:cubicBezTo>
                <a:cubicBezTo>
                  <a:pt x="71664" y="90714"/>
                  <a:pt x="71426" y="90952"/>
                  <a:pt x="71128" y="90952"/>
                </a:cubicBezTo>
                <a:cubicBezTo>
                  <a:pt x="70830" y="90952"/>
                  <a:pt x="70592" y="90714"/>
                  <a:pt x="70592" y="90416"/>
                </a:cubicBezTo>
                <a:cubicBezTo>
                  <a:pt x="70592" y="90118"/>
                  <a:pt x="70830" y="89880"/>
                  <a:pt x="71128" y="89880"/>
                </a:cubicBezTo>
                <a:close/>
                <a:moveTo>
                  <a:pt x="71128" y="89583"/>
                </a:moveTo>
                <a:cubicBezTo>
                  <a:pt x="70676" y="89583"/>
                  <a:pt x="70307" y="89952"/>
                  <a:pt x="70307" y="90392"/>
                </a:cubicBezTo>
                <a:cubicBezTo>
                  <a:pt x="70307" y="90857"/>
                  <a:pt x="70664" y="91214"/>
                  <a:pt x="71128" y="91214"/>
                </a:cubicBezTo>
                <a:cubicBezTo>
                  <a:pt x="71569" y="91214"/>
                  <a:pt x="71950" y="90845"/>
                  <a:pt x="71950" y="90392"/>
                </a:cubicBezTo>
                <a:cubicBezTo>
                  <a:pt x="71950" y="89952"/>
                  <a:pt x="71569" y="89583"/>
                  <a:pt x="71128" y="89583"/>
                </a:cubicBezTo>
                <a:close/>
                <a:moveTo>
                  <a:pt x="12025" y="91178"/>
                </a:moveTo>
                <a:cubicBezTo>
                  <a:pt x="12323" y="91178"/>
                  <a:pt x="12561" y="91416"/>
                  <a:pt x="12561" y="91714"/>
                </a:cubicBezTo>
                <a:cubicBezTo>
                  <a:pt x="12561" y="92011"/>
                  <a:pt x="12323" y="92261"/>
                  <a:pt x="12025" y="92261"/>
                </a:cubicBezTo>
                <a:cubicBezTo>
                  <a:pt x="11728" y="92261"/>
                  <a:pt x="11490" y="92011"/>
                  <a:pt x="11490" y="91714"/>
                </a:cubicBezTo>
                <a:cubicBezTo>
                  <a:pt x="11490" y="91416"/>
                  <a:pt x="11728" y="91178"/>
                  <a:pt x="12025" y="91178"/>
                </a:cubicBezTo>
                <a:close/>
                <a:moveTo>
                  <a:pt x="29004" y="75474"/>
                </a:moveTo>
                <a:cubicBezTo>
                  <a:pt x="28599" y="75474"/>
                  <a:pt x="28277" y="75771"/>
                  <a:pt x="28206" y="76140"/>
                </a:cubicBezTo>
                <a:lnTo>
                  <a:pt x="20479" y="76140"/>
                </a:lnTo>
                <a:lnTo>
                  <a:pt x="3274" y="93500"/>
                </a:lnTo>
                <a:lnTo>
                  <a:pt x="3489" y="93702"/>
                </a:lnTo>
                <a:lnTo>
                  <a:pt x="20610" y="76438"/>
                </a:lnTo>
                <a:lnTo>
                  <a:pt x="28206" y="76438"/>
                </a:lnTo>
                <a:cubicBezTo>
                  <a:pt x="28277" y="76819"/>
                  <a:pt x="28611" y="77105"/>
                  <a:pt x="29004" y="77105"/>
                </a:cubicBezTo>
                <a:cubicBezTo>
                  <a:pt x="29456" y="77105"/>
                  <a:pt x="29825" y="76736"/>
                  <a:pt x="29825" y="76283"/>
                </a:cubicBezTo>
                <a:cubicBezTo>
                  <a:pt x="29825" y="75843"/>
                  <a:pt x="29456" y="75474"/>
                  <a:pt x="29004" y="75474"/>
                </a:cubicBezTo>
                <a:close/>
                <a:moveTo>
                  <a:pt x="50197" y="48625"/>
                </a:moveTo>
                <a:cubicBezTo>
                  <a:pt x="49756" y="48625"/>
                  <a:pt x="49387" y="48994"/>
                  <a:pt x="49387" y="49435"/>
                </a:cubicBezTo>
                <a:cubicBezTo>
                  <a:pt x="49387" y="49613"/>
                  <a:pt x="49447" y="49780"/>
                  <a:pt x="49530" y="49911"/>
                </a:cubicBezTo>
                <a:lnTo>
                  <a:pt x="40660" y="58841"/>
                </a:lnTo>
                <a:lnTo>
                  <a:pt x="40660" y="82629"/>
                </a:lnTo>
                <a:lnTo>
                  <a:pt x="28897" y="94476"/>
                </a:lnTo>
                <a:lnTo>
                  <a:pt x="29111" y="94667"/>
                </a:lnTo>
                <a:lnTo>
                  <a:pt x="40958" y="82736"/>
                </a:lnTo>
                <a:lnTo>
                  <a:pt x="40958" y="58960"/>
                </a:lnTo>
                <a:lnTo>
                  <a:pt x="49744" y="50113"/>
                </a:lnTo>
                <a:cubicBezTo>
                  <a:pt x="49875" y="50197"/>
                  <a:pt x="50042" y="50256"/>
                  <a:pt x="50197" y="50256"/>
                </a:cubicBezTo>
                <a:cubicBezTo>
                  <a:pt x="50661" y="50256"/>
                  <a:pt x="51018" y="49899"/>
                  <a:pt x="51018" y="49435"/>
                </a:cubicBezTo>
                <a:cubicBezTo>
                  <a:pt x="51018" y="48994"/>
                  <a:pt x="50649" y="48625"/>
                  <a:pt x="50197" y="48625"/>
                </a:cubicBezTo>
                <a:close/>
                <a:moveTo>
                  <a:pt x="51542" y="99108"/>
                </a:moveTo>
                <a:cubicBezTo>
                  <a:pt x="51840" y="99108"/>
                  <a:pt x="52078" y="99346"/>
                  <a:pt x="52078" y="99643"/>
                </a:cubicBezTo>
                <a:cubicBezTo>
                  <a:pt x="52078" y="99941"/>
                  <a:pt x="51840" y="100179"/>
                  <a:pt x="51542" y="100179"/>
                </a:cubicBezTo>
                <a:cubicBezTo>
                  <a:pt x="51245" y="100179"/>
                  <a:pt x="51006" y="99941"/>
                  <a:pt x="51006" y="99643"/>
                </a:cubicBezTo>
                <a:cubicBezTo>
                  <a:pt x="51006" y="99346"/>
                  <a:pt x="51245" y="99108"/>
                  <a:pt x="51542" y="99108"/>
                </a:cubicBezTo>
                <a:close/>
                <a:moveTo>
                  <a:pt x="105204" y="39029"/>
                </a:moveTo>
                <a:cubicBezTo>
                  <a:pt x="104763" y="39029"/>
                  <a:pt x="104394" y="39410"/>
                  <a:pt x="104394" y="39850"/>
                </a:cubicBezTo>
                <a:cubicBezTo>
                  <a:pt x="104394" y="40303"/>
                  <a:pt x="104763" y="40672"/>
                  <a:pt x="105204" y="40672"/>
                </a:cubicBezTo>
                <a:cubicBezTo>
                  <a:pt x="105382" y="40672"/>
                  <a:pt x="105549" y="40612"/>
                  <a:pt x="105668" y="40517"/>
                </a:cubicBezTo>
                <a:lnTo>
                  <a:pt x="142054" y="76831"/>
                </a:lnTo>
                <a:lnTo>
                  <a:pt x="142054" y="99108"/>
                </a:lnTo>
                <a:lnTo>
                  <a:pt x="143899" y="100965"/>
                </a:lnTo>
                <a:lnTo>
                  <a:pt x="150507" y="100965"/>
                </a:lnTo>
                <a:lnTo>
                  <a:pt x="150507" y="100679"/>
                </a:lnTo>
                <a:lnTo>
                  <a:pt x="144018" y="100679"/>
                </a:lnTo>
                <a:lnTo>
                  <a:pt x="142339" y="98988"/>
                </a:lnTo>
                <a:lnTo>
                  <a:pt x="142339" y="76724"/>
                </a:lnTo>
                <a:lnTo>
                  <a:pt x="105882" y="40315"/>
                </a:lnTo>
                <a:cubicBezTo>
                  <a:pt x="105966" y="40184"/>
                  <a:pt x="106025" y="40017"/>
                  <a:pt x="106025" y="39850"/>
                </a:cubicBezTo>
                <a:cubicBezTo>
                  <a:pt x="106025" y="39410"/>
                  <a:pt x="105656" y="39029"/>
                  <a:pt x="105204" y="39029"/>
                </a:cubicBezTo>
                <a:close/>
                <a:moveTo>
                  <a:pt x="59400" y="26003"/>
                </a:moveTo>
                <a:cubicBezTo>
                  <a:pt x="58948" y="26003"/>
                  <a:pt x="58579" y="26372"/>
                  <a:pt x="58579" y="26813"/>
                </a:cubicBezTo>
                <a:cubicBezTo>
                  <a:pt x="58579" y="27218"/>
                  <a:pt x="58877" y="27551"/>
                  <a:pt x="59246" y="27623"/>
                </a:cubicBezTo>
                <a:lnTo>
                  <a:pt x="59246" y="40505"/>
                </a:lnTo>
                <a:lnTo>
                  <a:pt x="57626" y="42148"/>
                </a:lnTo>
                <a:lnTo>
                  <a:pt x="57626" y="55138"/>
                </a:lnTo>
                <a:lnTo>
                  <a:pt x="48304" y="64496"/>
                </a:lnTo>
                <a:lnTo>
                  <a:pt x="48304" y="81332"/>
                </a:lnTo>
                <a:lnTo>
                  <a:pt x="28920" y="100834"/>
                </a:lnTo>
                <a:lnTo>
                  <a:pt x="29111" y="101024"/>
                </a:lnTo>
                <a:lnTo>
                  <a:pt x="48566" y="81486"/>
                </a:lnTo>
                <a:lnTo>
                  <a:pt x="48601" y="81439"/>
                </a:lnTo>
                <a:lnTo>
                  <a:pt x="48601" y="64603"/>
                </a:lnTo>
                <a:lnTo>
                  <a:pt x="57924" y="55245"/>
                </a:lnTo>
                <a:lnTo>
                  <a:pt x="57924" y="42255"/>
                </a:lnTo>
                <a:lnTo>
                  <a:pt x="59543" y="40612"/>
                </a:lnTo>
                <a:lnTo>
                  <a:pt x="59543" y="27623"/>
                </a:lnTo>
                <a:cubicBezTo>
                  <a:pt x="59936" y="27551"/>
                  <a:pt x="60210" y="27218"/>
                  <a:pt x="60210" y="26813"/>
                </a:cubicBezTo>
                <a:cubicBezTo>
                  <a:pt x="60210" y="26372"/>
                  <a:pt x="59841" y="26003"/>
                  <a:pt x="59400" y="26003"/>
                </a:cubicBezTo>
                <a:close/>
                <a:moveTo>
                  <a:pt x="12014" y="90904"/>
                </a:moveTo>
                <a:cubicBezTo>
                  <a:pt x="11561" y="90904"/>
                  <a:pt x="11192" y="91273"/>
                  <a:pt x="11192" y="91726"/>
                </a:cubicBezTo>
                <a:cubicBezTo>
                  <a:pt x="11192" y="92119"/>
                  <a:pt x="11490" y="92452"/>
                  <a:pt x="11859" y="92523"/>
                </a:cubicBezTo>
                <a:lnTo>
                  <a:pt x="11859" y="102465"/>
                </a:lnTo>
                <a:lnTo>
                  <a:pt x="11478" y="102858"/>
                </a:lnTo>
                <a:lnTo>
                  <a:pt x="5763" y="102858"/>
                </a:lnTo>
                <a:lnTo>
                  <a:pt x="5763" y="103132"/>
                </a:lnTo>
                <a:lnTo>
                  <a:pt x="11609" y="103132"/>
                </a:lnTo>
                <a:lnTo>
                  <a:pt x="12156" y="102572"/>
                </a:lnTo>
                <a:lnTo>
                  <a:pt x="12156" y="92523"/>
                </a:lnTo>
                <a:cubicBezTo>
                  <a:pt x="12549" y="92452"/>
                  <a:pt x="12835" y="92119"/>
                  <a:pt x="12835" y="91726"/>
                </a:cubicBezTo>
                <a:cubicBezTo>
                  <a:pt x="12835" y="91273"/>
                  <a:pt x="12454" y="90904"/>
                  <a:pt x="12014" y="90904"/>
                </a:cubicBezTo>
                <a:close/>
                <a:moveTo>
                  <a:pt x="88690" y="33218"/>
                </a:moveTo>
                <a:cubicBezTo>
                  <a:pt x="88237" y="33218"/>
                  <a:pt x="87868" y="33588"/>
                  <a:pt x="87868" y="34040"/>
                </a:cubicBezTo>
                <a:cubicBezTo>
                  <a:pt x="87868" y="34481"/>
                  <a:pt x="88237" y="34850"/>
                  <a:pt x="88690" y="34850"/>
                </a:cubicBezTo>
                <a:cubicBezTo>
                  <a:pt x="88868" y="34850"/>
                  <a:pt x="89023" y="34790"/>
                  <a:pt x="89142" y="34707"/>
                </a:cubicBezTo>
                <a:lnTo>
                  <a:pt x="105097" y="50625"/>
                </a:lnTo>
                <a:lnTo>
                  <a:pt x="105144" y="50673"/>
                </a:lnTo>
                <a:lnTo>
                  <a:pt x="112871" y="50673"/>
                </a:lnTo>
                <a:lnTo>
                  <a:pt x="139791" y="77557"/>
                </a:lnTo>
                <a:lnTo>
                  <a:pt x="139791" y="99822"/>
                </a:lnTo>
                <a:lnTo>
                  <a:pt x="143185" y="103191"/>
                </a:lnTo>
                <a:lnTo>
                  <a:pt x="150709" y="103191"/>
                </a:lnTo>
                <a:lnTo>
                  <a:pt x="150709" y="102918"/>
                </a:lnTo>
                <a:lnTo>
                  <a:pt x="143292" y="102918"/>
                </a:lnTo>
                <a:lnTo>
                  <a:pt x="140077" y="99703"/>
                </a:lnTo>
                <a:lnTo>
                  <a:pt x="140077" y="77414"/>
                </a:lnTo>
                <a:lnTo>
                  <a:pt x="113038" y="50423"/>
                </a:lnTo>
                <a:lnTo>
                  <a:pt x="112990" y="50375"/>
                </a:lnTo>
                <a:lnTo>
                  <a:pt x="105263" y="50375"/>
                </a:lnTo>
                <a:lnTo>
                  <a:pt x="89357" y="34492"/>
                </a:lnTo>
                <a:cubicBezTo>
                  <a:pt x="89440" y="34361"/>
                  <a:pt x="89499" y="34195"/>
                  <a:pt x="89499" y="34040"/>
                </a:cubicBezTo>
                <a:cubicBezTo>
                  <a:pt x="89499" y="33588"/>
                  <a:pt x="89130" y="33218"/>
                  <a:pt x="88690" y="33218"/>
                </a:cubicBezTo>
                <a:close/>
                <a:moveTo>
                  <a:pt x="62365" y="42982"/>
                </a:moveTo>
                <a:cubicBezTo>
                  <a:pt x="61913" y="42982"/>
                  <a:pt x="61544" y="43351"/>
                  <a:pt x="61544" y="43803"/>
                </a:cubicBezTo>
                <a:cubicBezTo>
                  <a:pt x="61544" y="44196"/>
                  <a:pt x="61841" y="44529"/>
                  <a:pt x="62210" y="44601"/>
                </a:cubicBezTo>
                <a:lnTo>
                  <a:pt x="62210" y="50268"/>
                </a:lnTo>
                <a:lnTo>
                  <a:pt x="59900" y="52590"/>
                </a:lnTo>
                <a:lnTo>
                  <a:pt x="59900" y="55852"/>
                </a:lnTo>
                <a:lnTo>
                  <a:pt x="50602" y="65199"/>
                </a:lnTo>
                <a:lnTo>
                  <a:pt x="50602" y="82046"/>
                </a:lnTo>
                <a:lnTo>
                  <a:pt x="28920" y="103834"/>
                </a:lnTo>
                <a:lnTo>
                  <a:pt x="29111" y="104025"/>
                </a:lnTo>
                <a:lnTo>
                  <a:pt x="50840" y="82213"/>
                </a:lnTo>
                <a:lnTo>
                  <a:pt x="50887" y="82165"/>
                </a:lnTo>
                <a:lnTo>
                  <a:pt x="50887" y="65318"/>
                </a:lnTo>
                <a:lnTo>
                  <a:pt x="60198" y="55959"/>
                </a:lnTo>
                <a:lnTo>
                  <a:pt x="60198" y="52697"/>
                </a:lnTo>
                <a:lnTo>
                  <a:pt x="62508" y="50375"/>
                </a:lnTo>
                <a:lnTo>
                  <a:pt x="62508" y="44601"/>
                </a:lnTo>
                <a:cubicBezTo>
                  <a:pt x="62901" y="44529"/>
                  <a:pt x="63175" y="44196"/>
                  <a:pt x="63175" y="43803"/>
                </a:cubicBezTo>
                <a:cubicBezTo>
                  <a:pt x="63175" y="43351"/>
                  <a:pt x="62806" y="42982"/>
                  <a:pt x="62365" y="42982"/>
                </a:cubicBezTo>
                <a:close/>
                <a:moveTo>
                  <a:pt x="14276" y="88630"/>
                </a:moveTo>
                <a:cubicBezTo>
                  <a:pt x="13823" y="88630"/>
                  <a:pt x="13454" y="88999"/>
                  <a:pt x="13454" y="89440"/>
                </a:cubicBezTo>
                <a:cubicBezTo>
                  <a:pt x="13454" y="89844"/>
                  <a:pt x="13752" y="90178"/>
                  <a:pt x="14121" y="90249"/>
                </a:cubicBezTo>
                <a:lnTo>
                  <a:pt x="14121" y="103168"/>
                </a:lnTo>
                <a:lnTo>
                  <a:pt x="12204" y="105096"/>
                </a:lnTo>
                <a:lnTo>
                  <a:pt x="5656" y="105096"/>
                </a:lnTo>
                <a:lnTo>
                  <a:pt x="5656" y="105382"/>
                </a:lnTo>
                <a:lnTo>
                  <a:pt x="12323" y="105382"/>
                </a:lnTo>
                <a:lnTo>
                  <a:pt x="14407" y="103287"/>
                </a:lnTo>
                <a:lnTo>
                  <a:pt x="14407" y="90249"/>
                </a:lnTo>
                <a:lnTo>
                  <a:pt x="14419" y="90249"/>
                </a:lnTo>
                <a:cubicBezTo>
                  <a:pt x="14811" y="90178"/>
                  <a:pt x="15097" y="89844"/>
                  <a:pt x="15097" y="89440"/>
                </a:cubicBezTo>
                <a:cubicBezTo>
                  <a:pt x="15097" y="88999"/>
                  <a:pt x="14716" y="88630"/>
                  <a:pt x="14276" y="88630"/>
                </a:cubicBezTo>
                <a:close/>
                <a:moveTo>
                  <a:pt x="65949" y="104680"/>
                </a:moveTo>
                <a:cubicBezTo>
                  <a:pt x="66246" y="104680"/>
                  <a:pt x="66485" y="104918"/>
                  <a:pt x="66485" y="105215"/>
                </a:cubicBezTo>
                <a:cubicBezTo>
                  <a:pt x="66485" y="105513"/>
                  <a:pt x="66246" y="105751"/>
                  <a:pt x="65949" y="105751"/>
                </a:cubicBezTo>
                <a:cubicBezTo>
                  <a:pt x="65651" y="105751"/>
                  <a:pt x="65413" y="105513"/>
                  <a:pt x="65413" y="105215"/>
                </a:cubicBezTo>
                <a:cubicBezTo>
                  <a:pt x="65413" y="104918"/>
                  <a:pt x="65651" y="104680"/>
                  <a:pt x="65949" y="104680"/>
                </a:cubicBezTo>
                <a:close/>
                <a:moveTo>
                  <a:pt x="50899" y="104918"/>
                </a:moveTo>
                <a:cubicBezTo>
                  <a:pt x="51197" y="104918"/>
                  <a:pt x="51435" y="105156"/>
                  <a:pt x="51435" y="105454"/>
                </a:cubicBezTo>
                <a:cubicBezTo>
                  <a:pt x="51435" y="105751"/>
                  <a:pt x="51197" y="105989"/>
                  <a:pt x="50899" y="105989"/>
                </a:cubicBezTo>
                <a:cubicBezTo>
                  <a:pt x="50602" y="105989"/>
                  <a:pt x="50364" y="105751"/>
                  <a:pt x="50364" y="105454"/>
                </a:cubicBezTo>
                <a:cubicBezTo>
                  <a:pt x="50364" y="105156"/>
                  <a:pt x="50602" y="104918"/>
                  <a:pt x="50899" y="104918"/>
                </a:cubicBezTo>
                <a:close/>
                <a:moveTo>
                  <a:pt x="66616" y="46149"/>
                </a:moveTo>
                <a:lnTo>
                  <a:pt x="66616" y="52042"/>
                </a:lnTo>
                <a:lnTo>
                  <a:pt x="52864" y="65853"/>
                </a:lnTo>
                <a:lnTo>
                  <a:pt x="52816" y="65901"/>
                </a:lnTo>
                <a:lnTo>
                  <a:pt x="52816" y="82748"/>
                </a:lnTo>
                <a:lnTo>
                  <a:pt x="28920" y="106751"/>
                </a:lnTo>
                <a:lnTo>
                  <a:pt x="29111" y="106942"/>
                </a:lnTo>
                <a:lnTo>
                  <a:pt x="53054" y="82915"/>
                </a:lnTo>
                <a:lnTo>
                  <a:pt x="53102" y="82867"/>
                </a:lnTo>
                <a:lnTo>
                  <a:pt x="53102" y="66020"/>
                </a:lnTo>
                <a:lnTo>
                  <a:pt x="66854" y="52209"/>
                </a:lnTo>
                <a:lnTo>
                  <a:pt x="66901" y="52161"/>
                </a:lnTo>
                <a:lnTo>
                  <a:pt x="66901" y="46149"/>
                </a:lnTo>
                <a:close/>
                <a:moveTo>
                  <a:pt x="16538" y="86368"/>
                </a:moveTo>
                <a:cubicBezTo>
                  <a:pt x="16085" y="86368"/>
                  <a:pt x="15716" y="86737"/>
                  <a:pt x="15716" y="87177"/>
                </a:cubicBezTo>
                <a:cubicBezTo>
                  <a:pt x="15716" y="87558"/>
                  <a:pt x="15966" y="87868"/>
                  <a:pt x="16312" y="87975"/>
                </a:cubicBezTo>
                <a:lnTo>
                  <a:pt x="16383" y="103894"/>
                </a:lnTo>
                <a:lnTo>
                  <a:pt x="12930" y="107382"/>
                </a:lnTo>
                <a:lnTo>
                  <a:pt x="5775" y="107382"/>
                </a:lnTo>
                <a:lnTo>
                  <a:pt x="5775" y="107656"/>
                </a:lnTo>
                <a:lnTo>
                  <a:pt x="13049" y="107656"/>
                </a:lnTo>
                <a:lnTo>
                  <a:pt x="16669" y="104013"/>
                </a:lnTo>
                <a:lnTo>
                  <a:pt x="16597" y="87987"/>
                </a:lnTo>
                <a:cubicBezTo>
                  <a:pt x="17014" y="87951"/>
                  <a:pt x="17359" y="87594"/>
                  <a:pt x="17359" y="87177"/>
                </a:cubicBezTo>
                <a:cubicBezTo>
                  <a:pt x="17359" y="86737"/>
                  <a:pt x="16978" y="86368"/>
                  <a:pt x="16538" y="86368"/>
                </a:cubicBezTo>
                <a:close/>
                <a:moveTo>
                  <a:pt x="68199" y="106942"/>
                </a:moveTo>
                <a:cubicBezTo>
                  <a:pt x="68497" y="106942"/>
                  <a:pt x="68735" y="107180"/>
                  <a:pt x="68735" y="107478"/>
                </a:cubicBezTo>
                <a:cubicBezTo>
                  <a:pt x="68735" y="107775"/>
                  <a:pt x="68497" y="108013"/>
                  <a:pt x="68199" y="108013"/>
                </a:cubicBezTo>
                <a:cubicBezTo>
                  <a:pt x="67901" y="108013"/>
                  <a:pt x="67663" y="107775"/>
                  <a:pt x="67663" y="107478"/>
                </a:cubicBezTo>
                <a:cubicBezTo>
                  <a:pt x="67663" y="107180"/>
                  <a:pt x="67901" y="106942"/>
                  <a:pt x="68199" y="106942"/>
                </a:cubicBezTo>
                <a:close/>
                <a:moveTo>
                  <a:pt x="60734" y="107049"/>
                </a:moveTo>
                <a:cubicBezTo>
                  <a:pt x="60222" y="107049"/>
                  <a:pt x="59781" y="107478"/>
                  <a:pt x="59781" y="108001"/>
                </a:cubicBezTo>
                <a:cubicBezTo>
                  <a:pt x="59781" y="108525"/>
                  <a:pt x="60222" y="108954"/>
                  <a:pt x="60734" y="108954"/>
                </a:cubicBezTo>
                <a:cubicBezTo>
                  <a:pt x="61258" y="108954"/>
                  <a:pt x="61686" y="108525"/>
                  <a:pt x="61686" y="108001"/>
                </a:cubicBezTo>
                <a:cubicBezTo>
                  <a:pt x="61710" y="107466"/>
                  <a:pt x="61270" y="107049"/>
                  <a:pt x="60734" y="107049"/>
                </a:cubicBezTo>
                <a:close/>
                <a:moveTo>
                  <a:pt x="70461" y="109228"/>
                </a:moveTo>
                <a:cubicBezTo>
                  <a:pt x="70759" y="109228"/>
                  <a:pt x="70997" y="109466"/>
                  <a:pt x="70997" y="109764"/>
                </a:cubicBezTo>
                <a:cubicBezTo>
                  <a:pt x="70997" y="110061"/>
                  <a:pt x="70759" y="110299"/>
                  <a:pt x="70461" y="110299"/>
                </a:cubicBezTo>
                <a:cubicBezTo>
                  <a:pt x="70164" y="110299"/>
                  <a:pt x="69926" y="110061"/>
                  <a:pt x="69926" y="109764"/>
                </a:cubicBezTo>
                <a:cubicBezTo>
                  <a:pt x="69926" y="109466"/>
                  <a:pt x="70164" y="109228"/>
                  <a:pt x="70461" y="109228"/>
                </a:cubicBezTo>
                <a:close/>
                <a:moveTo>
                  <a:pt x="60734" y="110442"/>
                </a:moveTo>
                <a:cubicBezTo>
                  <a:pt x="61032" y="110442"/>
                  <a:pt x="61270" y="110680"/>
                  <a:pt x="61270" y="110978"/>
                </a:cubicBezTo>
                <a:cubicBezTo>
                  <a:pt x="61270" y="111276"/>
                  <a:pt x="61032" y="111514"/>
                  <a:pt x="60734" y="111514"/>
                </a:cubicBezTo>
                <a:cubicBezTo>
                  <a:pt x="60436" y="111514"/>
                  <a:pt x="60198" y="111276"/>
                  <a:pt x="60198" y="110978"/>
                </a:cubicBezTo>
                <a:cubicBezTo>
                  <a:pt x="60198" y="110680"/>
                  <a:pt x="60436" y="110442"/>
                  <a:pt x="60734" y="110442"/>
                </a:cubicBezTo>
                <a:close/>
                <a:moveTo>
                  <a:pt x="32933" y="66020"/>
                </a:moveTo>
                <a:cubicBezTo>
                  <a:pt x="32492" y="66020"/>
                  <a:pt x="32111" y="66389"/>
                  <a:pt x="32111" y="66842"/>
                </a:cubicBezTo>
                <a:cubicBezTo>
                  <a:pt x="32111" y="67235"/>
                  <a:pt x="32409" y="67568"/>
                  <a:pt x="32790" y="67639"/>
                </a:cubicBezTo>
                <a:lnTo>
                  <a:pt x="32790" y="79772"/>
                </a:lnTo>
                <a:lnTo>
                  <a:pt x="20907" y="91738"/>
                </a:lnTo>
                <a:lnTo>
                  <a:pt x="20907" y="107001"/>
                </a:lnTo>
                <a:lnTo>
                  <a:pt x="16609" y="111335"/>
                </a:lnTo>
                <a:lnTo>
                  <a:pt x="5060" y="111335"/>
                </a:lnTo>
                <a:lnTo>
                  <a:pt x="5060" y="111621"/>
                </a:lnTo>
                <a:lnTo>
                  <a:pt x="16740" y="111621"/>
                </a:lnTo>
                <a:lnTo>
                  <a:pt x="21205" y="107120"/>
                </a:lnTo>
                <a:lnTo>
                  <a:pt x="21205" y="91857"/>
                </a:lnTo>
                <a:lnTo>
                  <a:pt x="33088" y="79891"/>
                </a:lnTo>
                <a:lnTo>
                  <a:pt x="33088" y="67639"/>
                </a:lnTo>
                <a:cubicBezTo>
                  <a:pt x="33469" y="67568"/>
                  <a:pt x="33754" y="67235"/>
                  <a:pt x="33754" y="66842"/>
                </a:cubicBezTo>
                <a:cubicBezTo>
                  <a:pt x="33754" y="66389"/>
                  <a:pt x="33385" y="66020"/>
                  <a:pt x="32933" y="66020"/>
                </a:cubicBezTo>
                <a:close/>
                <a:moveTo>
                  <a:pt x="60734" y="110180"/>
                </a:moveTo>
                <a:cubicBezTo>
                  <a:pt x="60293" y="110180"/>
                  <a:pt x="59924" y="110549"/>
                  <a:pt x="59924" y="110990"/>
                </a:cubicBezTo>
                <a:cubicBezTo>
                  <a:pt x="59924" y="111442"/>
                  <a:pt x="60293" y="111811"/>
                  <a:pt x="60734" y="111811"/>
                </a:cubicBezTo>
                <a:cubicBezTo>
                  <a:pt x="61186" y="111811"/>
                  <a:pt x="61555" y="111442"/>
                  <a:pt x="61555" y="110990"/>
                </a:cubicBezTo>
                <a:cubicBezTo>
                  <a:pt x="61555" y="110538"/>
                  <a:pt x="61198" y="110180"/>
                  <a:pt x="60734" y="110180"/>
                </a:cubicBezTo>
                <a:close/>
                <a:moveTo>
                  <a:pt x="50899" y="111942"/>
                </a:moveTo>
                <a:cubicBezTo>
                  <a:pt x="51197" y="111942"/>
                  <a:pt x="51435" y="112181"/>
                  <a:pt x="51435" y="112478"/>
                </a:cubicBezTo>
                <a:cubicBezTo>
                  <a:pt x="51435" y="112776"/>
                  <a:pt x="51197" y="113014"/>
                  <a:pt x="50899" y="113014"/>
                </a:cubicBezTo>
                <a:cubicBezTo>
                  <a:pt x="50602" y="113014"/>
                  <a:pt x="50364" y="112776"/>
                  <a:pt x="50364" y="112478"/>
                </a:cubicBezTo>
                <a:cubicBezTo>
                  <a:pt x="50364" y="112181"/>
                  <a:pt x="50602" y="111942"/>
                  <a:pt x="50899" y="111942"/>
                </a:cubicBezTo>
                <a:close/>
                <a:moveTo>
                  <a:pt x="35207" y="63722"/>
                </a:moveTo>
                <a:cubicBezTo>
                  <a:pt x="34766" y="63722"/>
                  <a:pt x="34397" y="64103"/>
                  <a:pt x="34397" y="64544"/>
                </a:cubicBezTo>
                <a:cubicBezTo>
                  <a:pt x="34397" y="64949"/>
                  <a:pt x="34695" y="65270"/>
                  <a:pt x="35064" y="65353"/>
                </a:cubicBezTo>
                <a:lnTo>
                  <a:pt x="35064" y="80498"/>
                </a:lnTo>
                <a:lnTo>
                  <a:pt x="23182" y="92464"/>
                </a:lnTo>
                <a:lnTo>
                  <a:pt x="23182" y="107740"/>
                </a:lnTo>
                <a:lnTo>
                  <a:pt x="17371" y="113597"/>
                </a:lnTo>
                <a:lnTo>
                  <a:pt x="5060" y="113597"/>
                </a:lnTo>
                <a:lnTo>
                  <a:pt x="5060" y="113883"/>
                </a:lnTo>
                <a:lnTo>
                  <a:pt x="17502" y="113883"/>
                </a:lnTo>
                <a:lnTo>
                  <a:pt x="23503" y="107835"/>
                </a:lnTo>
                <a:lnTo>
                  <a:pt x="23503" y="92571"/>
                </a:lnTo>
                <a:lnTo>
                  <a:pt x="23479" y="92571"/>
                </a:lnTo>
                <a:lnTo>
                  <a:pt x="35362" y="80605"/>
                </a:lnTo>
                <a:lnTo>
                  <a:pt x="35362" y="65353"/>
                </a:lnTo>
                <a:cubicBezTo>
                  <a:pt x="35755" y="65270"/>
                  <a:pt x="36028" y="64949"/>
                  <a:pt x="36028" y="64544"/>
                </a:cubicBezTo>
                <a:cubicBezTo>
                  <a:pt x="36028" y="64103"/>
                  <a:pt x="35659" y="63722"/>
                  <a:pt x="35207" y="63722"/>
                </a:cubicBezTo>
                <a:close/>
                <a:moveTo>
                  <a:pt x="60734" y="113395"/>
                </a:moveTo>
                <a:cubicBezTo>
                  <a:pt x="61032" y="113395"/>
                  <a:pt x="61270" y="113633"/>
                  <a:pt x="61270" y="113931"/>
                </a:cubicBezTo>
                <a:cubicBezTo>
                  <a:pt x="61270" y="114228"/>
                  <a:pt x="61032" y="114467"/>
                  <a:pt x="60734" y="114467"/>
                </a:cubicBezTo>
                <a:cubicBezTo>
                  <a:pt x="60436" y="114467"/>
                  <a:pt x="60198" y="114228"/>
                  <a:pt x="60198" y="113931"/>
                </a:cubicBezTo>
                <a:cubicBezTo>
                  <a:pt x="60198" y="113633"/>
                  <a:pt x="60436" y="113395"/>
                  <a:pt x="60734" y="113395"/>
                </a:cubicBezTo>
                <a:close/>
                <a:moveTo>
                  <a:pt x="60734" y="113121"/>
                </a:moveTo>
                <a:cubicBezTo>
                  <a:pt x="60293" y="113121"/>
                  <a:pt x="59924" y="113490"/>
                  <a:pt x="59924" y="113943"/>
                </a:cubicBezTo>
                <a:cubicBezTo>
                  <a:pt x="59924" y="114383"/>
                  <a:pt x="60293" y="114764"/>
                  <a:pt x="60734" y="114764"/>
                </a:cubicBezTo>
                <a:cubicBezTo>
                  <a:pt x="61186" y="114764"/>
                  <a:pt x="61555" y="114383"/>
                  <a:pt x="61555" y="113943"/>
                </a:cubicBezTo>
                <a:cubicBezTo>
                  <a:pt x="61555" y="113478"/>
                  <a:pt x="61198" y="113121"/>
                  <a:pt x="60734" y="113121"/>
                </a:cubicBezTo>
                <a:close/>
                <a:moveTo>
                  <a:pt x="50899" y="114919"/>
                </a:moveTo>
                <a:cubicBezTo>
                  <a:pt x="51197" y="114919"/>
                  <a:pt x="51435" y="115157"/>
                  <a:pt x="51435" y="115455"/>
                </a:cubicBezTo>
                <a:cubicBezTo>
                  <a:pt x="51435" y="115752"/>
                  <a:pt x="51197" y="115991"/>
                  <a:pt x="50899" y="115991"/>
                </a:cubicBezTo>
                <a:cubicBezTo>
                  <a:pt x="50602" y="115991"/>
                  <a:pt x="50364" y="115752"/>
                  <a:pt x="50364" y="115455"/>
                </a:cubicBezTo>
                <a:cubicBezTo>
                  <a:pt x="50364" y="115157"/>
                  <a:pt x="50602" y="114919"/>
                  <a:pt x="50899" y="114919"/>
                </a:cubicBezTo>
                <a:close/>
                <a:moveTo>
                  <a:pt x="37433" y="61484"/>
                </a:moveTo>
                <a:cubicBezTo>
                  <a:pt x="36981" y="61484"/>
                  <a:pt x="36612" y="61853"/>
                  <a:pt x="36612" y="62293"/>
                </a:cubicBezTo>
                <a:cubicBezTo>
                  <a:pt x="36612" y="62698"/>
                  <a:pt x="36909" y="63032"/>
                  <a:pt x="37279" y="63103"/>
                </a:cubicBezTo>
                <a:lnTo>
                  <a:pt x="37279" y="81189"/>
                </a:lnTo>
                <a:lnTo>
                  <a:pt x="25408" y="93154"/>
                </a:lnTo>
                <a:lnTo>
                  <a:pt x="25408" y="108418"/>
                </a:lnTo>
                <a:lnTo>
                  <a:pt x="18038" y="115848"/>
                </a:lnTo>
                <a:lnTo>
                  <a:pt x="5060" y="115848"/>
                </a:lnTo>
                <a:lnTo>
                  <a:pt x="5060" y="116133"/>
                </a:lnTo>
                <a:lnTo>
                  <a:pt x="18169" y="116133"/>
                </a:lnTo>
                <a:lnTo>
                  <a:pt x="25706" y="108537"/>
                </a:lnTo>
                <a:lnTo>
                  <a:pt x="25706" y="93273"/>
                </a:lnTo>
                <a:lnTo>
                  <a:pt x="37576" y="81308"/>
                </a:lnTo>
                <a:lnTo>
                  <a:pt x="37576" y="63103"/>
                </a:lnTo>
                <a:cubicBezTo>
                  <a:pt x="37969" y="63032"/>
                  <a:pt x="38255" y="62698"/>
                  <a:pt x="38255" y="62293"/>
                </a:cubicBezTo>
                <a:cubicBezTo>
                  <a:pt x="38255" y="61853"/>
                  <a:pt x="37874" y="61484"/>
                  <a:pt x="37433" y="61484"/>
                </a:cubicBezTo>
                <a:close/>
                <a:moveTo>
                  <a:pt x="50899" y="117872"/>
                </a:moveTo>
                <a:cubicBezTo>
                  <a:pt x="51197" y="117872"/>
                  <a:pt x="51435" y="118110"/>
                  <a:pt x="51435" y="118408"/>
                </a:cubicBezTo>
                <a:cubicBezTo>
                  <a:pt x="51435" y="118705"/>
                  <a:pt x="51197" y="118943"/>
                  <a:pt x="50899" y="118943"/>
                </a:cubicBezTo>
                <a:cubicBezTo>
                  <a:pt x="50602" y="118943"/>
                  <a:pt x="50364" y="118705"/>
                  <a:pt x="50364" y="118408"/>
                </a:cubicBezTo>
                <a:cubicBezTo>
                  <a:pt x="50364" y="118110"/>
                  <a:pt x="50602" y="117872"/>
                  <a:pt x="50899" y="117872"/>
                </a:cubicBezTo>
                <a:close/>
                <a:moveTo>
                  <a:pt x="10192" y="120551"/>
                </a:moveTo>
                <a:cubicBezTo>
                  <a:pt x="9680" y="120551"/>
                  <a:pt x="9239" y="120979"/>
                  <a:pt x="9239" y="121503"/>
                </a:cubicBezTo>
                <a:cubicBezTo>
                  <a:pt x="9239" y="122027"/>
                  <a:pt x="9680" y="122456"/>
                  <a:pt x="10192" y="122456"/>
                </a:cubicBezTo>
                <a:cubicBezTo>
                  <a:pt x="10728" y="122456"/>
                  <a:pt x="11144" y="122027"/>
                  <a:pt x="11144" y="121503"/>
                </a:cubicBezTo>
                <a:cubicBezTo>
                  <a:pt x="11144" y="120979"/>
                  <a:pt x="10716" y="120551"/>
                  <a:pt x="10192" y="120551"/>
                </a:cubicBezTo>
                <a:close/>
                <a:moveTo>
                  <a:pt x="12454" y="120551"/>
                </a:moveTo>
                <a:cubicBezTo>
                  <a:pt x="11942" y="120551"/>
                  <a:pt x="11502" y="120979"/>
                  <a:pt x="11502" y="121503"/>
                </a:cubicBezTo>
                <a:cubicBezTo>
                  <a:pt x="11502" y="122027"/>
                  <a:pt x="11942" y="122456"/>
                  <a:pt x="12454" y="122456"/>
                </a:cubicBezTo>
                <a:cubicBezTo>
                  <a:pt x="12978" y="122456"/>
                  <a:pt x="13407" y="122027"/>
                  <a:pt x="13407" y="121503"/>
                </a:cubicBezTo>
                <a:cubicBezTo>
                  <a:pt x="13407" y="120979"/>
                  <a:pt x="12978" y="120551"/>
                  <a:pt x="12454" y="120551"/>
                </a:cubicBezTo>
                <a:close/>
                <a:moveTo>
                  <a:pt x="14716" y="120551"/>
                </a:moveTo>
                <a:cubicBezTo>
                  <a:pt x="14204" y="120551"/>
                  <a:pt x="13764" y="120979"/>
                  <a:pt x="13764" y="121503"/>
                </a:cubicBezTo>
                <a:cubicBezTo>
                  <a:pt x="13764" y="122027"/>
                  <a:pt x="14204" y="122456"/>
                  <a:pt x="14716" y="122456"/>
                </a:cubicBezTo>
                <a:cubicBezTo>
                  <a:pt x="15240" y="122456"/>
                  <a:pt x="15669" y="122027"/>
                  <a:pt x="15669" y="121503"/>
                </a:cubicBezTo>
                <a:cubicBezTo>
                  <a:pt x="15669" y="120979"/>
                  <a:pt x="15240" y="120551"/>
                  <a:pt x="14716" y="120551"/>
                </a:cubicBezTo>
                <a:close/>
                <a:moveTo>
                  <a:pt x="53804" y="124611"/>
                </a:moveTo>
                <a:cubicBezTo>
                  <a:pt x="54102" y="124611"/>
                  <a:pt x="54340" y="124849"/>
                  <a:pt x="54340" y="125146"/>
                </a:cubicBezTo>
                <a:cubicBezTo>
                  <a:pt x="54340" y="125444"/>
                  <a:pt x="54102" y="125682"/>
                  <a:pt x="53804" y="125682"/>
                </a:cubicBezTo>
                <a:cubicBezTo>
                  <a:pt x="53507" y="125682"/>
                  <a:pt x="53269" y="125444"/>
                  <a:pt x="53269" y="125146"/>
                </a:cubicBezTo>
                <a:cubicBezTo>
                  <a:pt x="53269" y="124849"/>
                  <a:pt x="53507" y="124611"/>
                  <a:pt x="53804" y="124611"/>
                </a:cubicBezTo>
                <a:close/>
                <a:moveTo>
                  <a:pt x="10216" y="125789"/>
                </a:moveTo>
                <a:cubicBezTo>
                  <a:pt x="10513" y="125789"/>
                  <a:pt x="10751" y="126028"/>
                  <a:pt x="10751" y="126325"/>
                </a:cubicBezTo>
                <a:cubicBezTo>
                  <a:pt x="10751" y="126623"/>
                  <a:pt x="10513" y="126861"/>
                  <a:pt x="10216" y="126861"/>
                </a:cubicBezTo>
                <a:cubicBezTo>
                  <a:pt x="9918" y="126861"/>
                  <a:pt x="9680" y="126623"/>
                  <a:pt x="9680" y="126325"/>
                </a:cubicBezTo>
                <a:cubicBezTo>
                  <a:pt x="9680" y="126028"/>
                  <a:pt x="9918" y="125789"/>
                  <a:pt x="10216" y="125789"/>
                </a:cubicBezTo>
                <a:close/>
                <a:moveTo>
                  <a:pt x="12454" y="125789"/>
                </a:moveTo>
                <a:cubicBezTo>
                  <a:pt x="12752" y="125789"/>
                  <a:pt x="12990" y="126028"/>
                  <a:pt x="12990" y="126325"/>
                </a:cubicBezTo>
                <a:cubicBezTo>
                  <a:pt x="12990" y="126623"/>
                  <a:pt x="12752" y="126861"/>
                  <a:pt x="12454" y="126861"/>
                </a:cubicBezTo>
                <a:cubicBezTo>
                  <a:pt x="12156" y="126861"/>
                  <a:pt x="11918" y="126623"/>
                  <a:pt x="11918" y="126325"/>
                </a:cubicBezTo>
                <a:cubicBezTo>
                  <a:pt x="11918" y="126028"/>
                  <a:pt x="12156" y="125789"/>
                  <a:pt x="12454" y="125789"/>
                </a:cubicBezTo>
                <a:close/>
                <a:moveTo>
                  <a:pt x="14716" y="125789"/>
                </a:moveTo>
                <a:cubicBezTo>
                  <a:pt x="15014" y="125789"/>
                  <a:pt x="15252" y="126028"/>
                  <a:pt x="15252" y="126325"/>
                </a:cubicBezTo>
                <a:cubicBezTo>
                  <a:pt x="15252" y="126623"/>
                  <a:pt x="15014" y="126861"/>
                  <a:pt x="14716" y="126861"/>
                </a:cubicBezTo>
                <a:cubicBezTo>
                  <a:pt x="14419" y="126861"/>
                  <a:pt x="14180" y="126623"/>
                  <a:pt x="14180" y="126325"/>
                </a:cubicBezTo>
                <a:cubicBezTo>
                  <a:pt x="14180" y="126028"/>
                  <a:pt x="14419" y="125789"/>
                  <a:pt x="14716" y="125789"/>
                </a:cubicBezTo>
                <a:close/>
                <a:moveTo>
                  <a:pt x="50887" y="125897"/>
                </a:moveTo>
                <a:cubicBezTo>
                  <a:pt x="51185" y="125897"/>
                  <a:pt x="51423" y="126135"/>
                  <a:pt x="51423" y="126432"/>
                </a:cubicBezTo>
                <a:cubicBezTo>
                  <a:pt x="51423" y="126730"/>
                  <a:pt x="51185" y="126968"/>
                  <a:pt x="50887" y="126968"/>
                </a:cubicBezTo>
                <a:cubicBezTo>
                  <a:pt x="50590" y="126968"/>
                  <a:pt x="50352" y="126730"/>
                  <a:pt x="50352" y="126432"/>
                </a:cubicBezTo>
                <a:cubicBezTo>
                  <a:pt x="50352" y="126135"/>
                  <a:pt x="50590" y="125897"/>
                  <a:pt x="50887" y="125897"/>
                </a:cubicBezTo>
                <a:close/>
                <a:moveTo>
                  <a:pt x="56067" y="126849"/>
                </a:moveTo>
                <a:cubicBezTo>
                  <a:pt x="56364" y="126849"/>
                  <a:pt x="56602" y="127087"/>
                  <a:pt x="56602" y="127385"/>
                </a:cubicBezTo>
                <a:cubicBezTo>
                  <a:pt x="56602" y="127682"/>
                  <a:pt x="56364" y="127921"/>
                  <a:pt x="56067" y="127921"/>
                </a:cubicBezTo>
                <a:cubicBezTo>
                  <a:pt x="55769" y="127921"/>
                  <a:pt x="55531" y="127682"/>
                  <a:pt x="55531" y="127385"/>
                </a:cubicBezTo>
                <a:cubicBezTo>
                  <a:pt x="55531" y="127087"/>
                  <a:pt x="55769" y="126849"/>
                  <a:pt x="56067" y="126849"/>
                </a:cubicBezTo>
                <a:close/>
                <a:moveTo>
                  <a:pt x="58317" y="129087"/>
                </a:moveTo>
                <a:cubicBezTo>
                  <a:pt x="58615" y="129087"/>
                  <a:pt x="58853" y="129326"/>
                  <a:pt x="58853" y="129623"/>
                </a:cubicBezTo>
                <a:cubicBezTo>
                  <a:pt x="58853" y="129921"/>
                  <a:pt x="58615" y="130159"/>
                  <a:pt x="58317" y="130159"/>
                </a:cubicBezTo>
                <a:cubicBezTo>
                  <a:pt x="58019" y="130159"/>
                  <a:pt x="57781" y="129921"/>
                  <a:pt x="57781" y="129623"/>
                </a:cubicBezTo>
                <a:cubicBezTo>
                  <a:pt x="57781" y="129326"/>
                  <a:pt x="58019" y="129087"/>
                  <a:pt x="58317" y="129087"/>
                </a:cubicBezTo>
                <a:close/>
                <a:moveTo>
                  <a:pt x="142042" y="105656"/>
                </a:moveTo>
                <a:lnTo>
                  <a:pt x="142042" y="115657"/>
                </a:lnTo>
                <a:lnTo>
                  <a:pt x="157829" y="131409"/>
                </a:lnTo>
                <a:lnTo>
                  <a:pt x="158032" y="131207"/>
                </a:lnTo>
                <a:lnTo>
                  <a:pt x="142327" y="115538"/>
                </a:lnTo>
                <a:lnTo>
                  <a:pt x="142327" y="105656"/>
                </a:lnTo>
                <a:close/>
                <a:moveTo>
                  <a:pt x="139791" y="103406"/>
                </a:moveTo>
                <a:lnTo>
                  <a:pt x="139791" y="116372"/>
                </a:lnTo>
                <a:lnTo>
                  <a:pt x="155591" y="132124"/>
                </a:lnTo>
                <a:lnTo>
                  <a:pt x="155781" y="131921"/>
                </a:lnTo>
                <a:lnTo>
                  <a:pt x="140077" y="116253"/>
                </a:lnTo>
                <a:lnTo>
                  <a:pt x="140077" y="103406"/>
                </a:lnTo>
                <a:close/>
                <a:moveTo>
                  <a:pt x="87201" y="34683"/>
                </a:moveTo>
                <a:cubicBezTo>
                  <a:pt x="86749" y="34683"/>
                  <a:pt x="86380" y="35064"/>
                  <a:pt x="86380" y="35504"/>
                </a:cubicBezTo>
                <a:cubicBezTo>
                  <a:pt x="86380" y="35957"/>
                  <a:pt x="86749" y="36326"/>
                  <a:pt x="87201" y="36326"/>
                </a:cubicBezTo>
                <a:cubicBezTo>
                  <a:pt x="87380" y="36326"/>
                  <a:pt x="87523" y="36266"/>
                  <a:pt x="87654" y="36171"/>
                </a:cubicBezTo>
                <a:lnTo>
                  <a:pt x="104370" y="52876"/>
                </a:lnTo>
                <a:lnTo>
                  <a:pt x="104418" y="52923"/>
                </a:lnTo>
                <a:lnTo>
                  <a:pt x="112145" y="52923"/>
                </a:lnTo>
                <a:lnTo>
                  <a:pt x="137517" y="78260"/>
                </a:lnTo>
                <a:lnTo>
                  <a:pt x="137517" y="117098"/>
                </a:lnTo>
                <a:lnTo>
                  <a:pt x="153305" y="132850"/>
                </a:lnTo>
                <a:lnTo>
                  <a:pt x="153495" y="132647"/>
                </a:lnTo>
                <a:lnTo>
                  <a:pt x="137803" y="116979"/>
                </a:lnTo>
                <a:lnTo>
                  <a:pt x="137803" y="78129"/>
                </a:lnTo>
                <a:lnTo>
                  <a:pt x="137827" y="78129"/>
                </a:lnTo>
                <a:lnTo>
                  <a:pt x="112324" y="52673"/>
                </a:lnTo>
                <a:lnTo>
                  <a:pt x="112276" y="52626"/>
                </a:lnTo>
                <a:lnTo>
                  <a:pt x="104549" y="52626"/>
                </a:lnTo>
                <a:lnTo>
                  <a:pt x="87868" y="35969"/>
                </a:lnTo>
                <a:cubicBezTo>
                  <a:pt x="87952" y="35838"/>
                  <a:pt x="88011" y="35671"/>
                  <a:pt x="88011" y="35504"/>
                </a:cubicBezTo>
                <a:cubicBezTo>
                  <a:pt x="88011" y="35064"/>
                  <a:pt x="87642" y="34683"/>
                  <a:pt x="87201" y="34683"/>
                </a:cubicBezTo>
                <a:close/>
                <a:moveTo>
                  <a:pt x="80998" y="35540"/>
                </a:moveTo>
                <a:lnTo>
                  <a:pt x="79593" y="36945"/>
                </a:lnTo>
                <a:cubicBezTo>
                  <a:pt x="79462" y="36862"/>
                  <a:pt x="79296" y="36802"/>
                  <a:pt x="79129" y="36802"/>
                </a:cubicBezTo>
                <a:cubicBezTo>
                  <a:pt x="78689" y="36802"/>
                  <a:pt x="78319" y="37171"/>
                  <a:pt x="78319" y="37624"/>
                </a:cubicBezTo>
                <a:cubicBezTo>
                  <a:pt x="78319" y="38064"/>
                  <a:pt x="78689" y="38433"/>
                  <a:pt x="79129" y="38433"/>
                </a:cubicBezTo>
                <a:cubicBezTo>
                  <a:pt x="79581" y="38433"/>
                  <a:pt x="79951" y="38064"/>
                  <a:pt x="79951" y="37624"/>
                </a:cubicBezTo>
                <a:cubicBezTo>
                  <a:pt x="79951" y="37445"/>
                  <a:pt x="79891" y="37279"/>
                  <a:pt x="79808" y="37159"/>
                </a:cubicBezTo>
                <a:lnTo>
                  <a:pt x="81129" y="35838"/>
                </a:lnTo>
                <a:lnTo>
                  <a:pt x="84392" y="35838"/>
                </a:lnTo>
                <a:lnTo>
                  <a:pt x="103704" y="55102"/>
                </a:lnTo>
                <a:lnTo>
                  <a:pt x="103751" y="55150"/>
                </a:lnTo>
                <a:lnTo>
                  <a:pt x="111478" y="55150"/>
                </a:lnTo>
                <a:lnTo>
                  <a:pt x="135291" y="78962"/>
                </a:lnTo>
                <a:lnTo>
                  <a:pt x="135291" y="117800"/>
                </a:lnTo>
                <a:lnTo>
                  <a:pt x="151079" y="133552"/>
                </a:lnTo>
                <a:lnTo>
                  <a:pt x="151269" y="133350"/>
                </a:lnTo>
                <a:lnTo>
                  <a:pt x="135565" y="117681"/>
                </a:lnTo>
                <a:lnTo>
                  <a:pt x="135565" y="78843"/>
                </a:lnTo>
                <a:lnTo>
                  <a:pt x="111609" y="54912"/>
                </a:lnTo>
                <a:lnTo>
                  <a:pt x="111562" y="54864"/>
                </a:lnTo>
                <a:lnTo>
                  <a:pt x="103835" y="54864"/>
                </a:lnTo>
                <a:lnTo>
                  <a:pt x="88690" y="39731"/>
                </a:lnTo>
                <a:lnTo>
                  <a:pt x="84534" y="35576"/>
                </a:lnTo>
                <a:lnTo>
                  <a:pt x="84487" y="35540"/>
                </a:lnTo>
                <a:close/>
                <a:moveTo>
                  <a:pt x="82725" y="78879"/>
                </a:moveTo>
                <a:cubicBezTo>
                  <a:pt x="82272" y="78879"/>
                  <a:pt x="81903" y="79248"/>
                  <a:pt x="81903" y="79700"/>
                </a:cubicBezTo>
                <a:cubicBezTo>
                  <a:pt x="81903" y="80093"/>
                  <a:pt x="82201" y="80427"/>
                  <a:pt x="82570" y="80498"/>
                </a:cubicBezTo>
                <a:lnTo>
                  <a:pt x="82570" y="86844"/>
                </a:lnTo>
                <a:lnTo>
                  <a:pt x="84570" y="88821"/>
                </a:lnTo>
                <a:lnTo>
                  <a:pt x="86690" y="88821"/>
                </a:lnTo>
                <a:lnTo>
                  <a:pt x="89928" y="92011"/>
                </a:lnTo>
                <a:lnTo>
                  <a:pt x="89928" y="133278"/>
                </a:lnTo>
                <a:lnTo>
                  <a:pt x="83582" y="139624"/>
                </a:lnTo>
                <a:lnTo>
                  <a:pt x="83796" y="139839"/>
                </a:lnTo>
                <a:lnTo>
                  <a:pt x="90226" y="133397"/>
                </a:lnTo>
                <a:lnTo>
                  <a:pt x="90226" y="91904"/>
                </a:lnTo>
                <a:lnTo>
                  <a:pt x="86832" y="88535"/>
                </a:lnTo>
                <a:lnTo>
                  <a:pt x="84701" y="88535"/>
                </a:lnTo>
                <a:lnTo>
                  <a:pt x="82868" y="86713"/>
                </a:lnTo>
                <a:lnTo>
                  <a:pt x="82868" y="80498"/>
                </a:lnTo>
                <a:cubicBezTo>
                  <a:pt x="83261" y="80427"/>
                  <a:pt x="83534" y="80093"/>
                  <a:pt x="83534" y="79700"/>
                </a:cubicBezTo>
                <a:cubicBezTo>
                  <a:pt x="83534" y="79248"/>
                  <a:pt x="83165" y="78879"/>
                  <a:pt x="82725" y="78879"/>
                </a:cubicBezTo>
                <a:close/>
                <a:moveTo>
                  <a:pt x="110085" y="139255"/>
                </a:moveTo>
                <a:cubicBezTo>
                  <a:pt x="110383" y="139255"/>
                  <a:pt x="110621" y="139493"/>
                  <a:pt x="110621" y="139791"/>
                </a:cubicBezTo>
                <a:cubicBezTo>
                  <a:pt x="110621" y="140089"/>
                  <a:pt x="110383" y="140327"/>
                  <a:pt x="110085" y="140327"/>
                </a:cubicBezTo>
                <a:cubicBezTo>
                  <a:pt x="109788" y="140327"/>
                  <a:pt x="109550" y="140089"/>
                  <a:pt x="109550" y="139791"/>
                </a:cubicBezTo>
                <a:cubicBezTo>
                  <a:pt x="109573" y="139493"/>
                  <a:pt x="109811" y="139255"/>
                  <a:pt x="110085" y="139255"/>
                </a:cubicBezTo>
                <a:close/>
                <a:moveTo>
                  <a:pt x="110085" y="138970"/>
                </a:moveTo>
                <a:cubicBezTo>
                  <a:pt x="109645" y="138970"/>
                  <a:pt x="109276" y="139351"/>
                  <a:pt x="109276" y="139791"/>
                </a:cubicBezTo>
                <a:cubicBezTo>
                  <a:pt x="109276" y="140244"/>
                  <a:pt x="109645" y="140613"/>
                  <a:pt x="110085" y="140613"/>
                </a:cubicBezTo>
                <a:cubicBezTo>
                  <a:pt x="110538" y="140613"/>
                  <a:pt x="110907" y="140244"/>
                  <a:pt x="110907" y="139791"/>
                </a:cubicBezTo>
                <a:cubicBezTo>
                  <a:pt x="110907" y="139351"/>
                  <a:pt x="110538" y="138970"/>
                  <a:pt x="110085" y="138970"/>
                </a:cubicBezTo>
                <a:close/>
                <a:moveTo>
                  <a:pt x="50887" y="125599"/>
                </a:moveTo>
                <a:cubicBezTo>
                  <a:pt x="50435" y="125611"/>
                  <a:pt x="50078" y="125980"/>
                  <a:pt x="50078" y="126432"/>
                </a:cubicBezTo>
                <a:cubicBezTo>
                  <a:pt x="50078" y="126825"/>
                  <a:pt x="50375" y="127159"/>
                  <a:pt x="50756" y="127230"/>
                </a:cubicBezTo>
                <a:lnTo>
                  <a:pt x="50756" y="135922"/>
                </a:lnTo>
                <a:lnTo>
                  <a:pt x="46125" y="140565"/>
                </a:lnTo>
                <a:lnTo>
                  <a:pt x="46327" y="140756"/>
                </a:lnTo>
                <a:lnTo>
                  <a:pt x="51030" y="136029"/>
                </a:lnTo>
                <a:lnTo>
                  <a:pt x="51030" y="127218"/>
                </a:lnTo>
                <a:cubicBezTo>
                  <a:pt x="51423" y="127147"/>
                  <a:pt x="51709" y="126813"/>
                  <a:pt x="51709" y="126409"/>
                </a:cubicBezTo>
                <a:cubicBezTo>
                  <a:pt x="51709" y="125968"/>
                  <a:pt x="51328" y="125599"/>
                  <a:pt x="50887" y="125599"/>
                </a:cubicBezTo>
                <a:close/>
                <a:moveTo>
                  <a:pt x="29563" y="141696"/>
                </a:moveTo>
                <a:cubicBezTo>
                  <a:pt x="29861" y="141696"/>
                  <a:pt x="30099" y="141934"/>
                  <a:pt x="30099" y="142232"/>
                </a:cubicBezTo>
                <a:cubicBezTo>
                  <a:pt x="30099" y="142530"/>
                  <a:pt x="29861" y="142768"/>
                  <a:pt x="29563" y="142768"/>
                </a:cubicBezTo>
                <a:cubicBezTo>
                  <a:pt x="29266" y="142768"/>
                  <a:pt x="29028" y="142530"/>
                  <a:pt x="29028" y="142232"/>
                </a:cubicBezTo>
                <a:cubicBezTo>
                  <a:pt x="29028" y="141934"/>
                  <a:pt x="29266" y="141696"/>
                  <a:pt x="29563" y="141696"/>
                </a:cubicBezTo>
                <a:close/>
                <a:moveTo>
                  <a:pt x="51542" y="98822"/>
                </a:moveTo>
                <a:cubicBezTo>
                  <a:pt x="51090" y="98822"/>
                  <a:pt x="50721" y="99179"/>
                  <a:pt x="50721" y="99643"/>
                </a:cubicBezTo>
                <a:cubicBezTo>
                  <a:pt x="50721" y="99822"/>
                  <a:pt x="50780" y="99977"/>
                  <a:pt x="50876" y="100096"/>
                </a:cubicBezTo>
                <a:lnTo>
                  <a:pt x="48625" y="102346"/>
                </a:lnTo>
                <a:lnTo>
                  <a:pt x="48625" y="106966"/>
                </a:lnTo>
                <a:lnTo>
                  <a:pt x="39112" y="116514"/>
                </a:lnTo>
                <a:lnTo>
                  <a:pt x="39065" y="116562"/>
                </a:lnTo>
                <a:lnTo>
                  <a:pt x="39065" y="119110"/>
                </a:lnTo>
                <a:lnTo>
                  <a:pt x="29409" y="128814"/>
                </a:lnTo>
                <a:lnTo>
                  <a:pt x="29409" y="141434"/>
                </a:lnTo>
                <a:cubicBezTo>
                  <a:pt x="29028" y="141506"/>
                  <a:pt x="28742" y="141827"/>
                  <a:pt x="28742" y="142232"/>
                </a:cubicBezTo>
                <a:cubicBezTo>
                  <a:pt x="28742" y="142684"/>
                  <a:pt x="29111" y="143053"/>
                  <a:pt x="29563" y="143053"/>
                </a:cubicBezTo>
                <a:cubicBezTo>
                  <a:pt x="30004" y="143053"/>
                  <a:pt x="30373" y="142684"/>
                  <a:pt x="30373" y="142232"/>
                </a:cubicBezTo>
                <a:cubicBezTo>
                  <a:pt x="30373" y="141827"/>
                  <a:pt x="30075" y="141506"/>
                  <a:pt x="29706" y="141434"/>
                </a:cubicBezTo>
                <a:lnTo>
                  <a:pt x="29706" y="128933"/>
                </a:lnTo>
                <a:lnTo>
                  <a:pt x="39362" y="119241"/>
                </a:lnTo>
                <a:lnTo>
                  <a:pt x="39362" y="116693"/>
                </a:lnTo>
                <a:lnTo>
                  <a:pt x="48875" y="107132"/>
                </a:lnTo>
                <a:lnTo>
                  <a:pt x="48923" y="107097"/>
                </a:lnTo>
                <a:lnTo>
                  <a:pt x="48923" y="102477"/>
                </a:lnTo>
                <a:lnTo>
                  <a:pt x="51078" y="100310"/>
                </a:lnTo>
                <a:cubicBezTo>
                  <a:pt x="51209" y="100393"/>
                  <a:pt x="51376" y="100453"/>
                  <a:pt x="51542" y="100453"/>
                </a:cubicBezTo>
                <a:cubicBezTo>
                  <a:pt x="51983" y="100453"/>
                  <a:pt x="52364" y="100084"/>
                  <a:pt x="52364" y="99631"/>
                </a:cubicBezTo>
                <a:cubicBezTo>
                  <a:pt x="52364" y="99191"/>
                  <a:pt x="51983" y="98822"/>
                  <a:pt x="51542" y="98822"/>
                </a:cubicBezTo>
                <a:close/>
                <a:moveTo>
                  <a:pt x="124337" y="77212"/>
                </a:moveTo>
                <a:cubicBezTo>
                  <a:pt x="123885" y="77212"/>
                  <a:pt x="123516" y="77581"/>
                  <a:pt x="123516" y="78022"/>
                </a:cubicBezTo>
                <a:cubicBezTo>
                  <a:pt x="123516" y="78474"/>
                  <a:pt x="123885" y="78843"/>
                  <a:pt x="124337" y="78843"/>
                </a:cubicBezTo>
                <a:cubicBezTo>
                  <a:pt x="124516" y="78843"/>
                  <a:pt x="124670" y="78784"/>
                  <a:pt x="124790" y="78700"/>
                </a:cubicBezTo>
                <a:lnTo>
                  <a:pt x="129516" y="83403"/>
                </a:lnTo>
                <a:lnTo>
                  <a:pt x="129516" y="120598"/>
                </a:lnTo>
                <a:lnTo>
                  <a:pt x="152210" y="143256"/>
                </a:lnTo>
                <a:lnTo>
                  <a:pt x="152400" y="143053"/>
                </a:lnTo>
                <a:lnTo>
                  <a:pt x="129778" y="120479"/>
                </a:lnTo>
                <a:lnTo>
                  <a:pt x="129778" y="83284"/>
                </a:lnTo>
                <a:lnTo>
                  <a:pt x="129814" y="83284"/>
                </a:lnTo>
                <a:lnTo>
                  <a:pt x="125004" y="78486"/>
                </a:lnTo>
                <a:cubicBezTo>
                  <a:pt x="125087" y="78355"/>
                  <a:pt x="125147" y="78188"/>
                  <a:pt x="125147" y="78022"/>
                </a:cubicBezTo>
                <a:cubicBezTo>
                  <a:pt x="125147" y="77581"/>
                  <a:pt x="124778" y="77212"/>
                  <a:pt x="124337" y="77212"/>
                </a:cubicBezTo>
                <a:close/>
                <a:moveTo>
                  <a:pt x="110085" y="142208"/>
                </a:moveTo>
                <a:cubicBezTo>
                  <a:pt x="110383" y="142208"/>
                  <a:pt x="110621" y="142446"/>
                  <a:pt x="110621" y="142744"/>
                </a:cubicBezTo>
                <a:cubicBezTo>
                  <a:pt x="110621" y="143042"/>
                  <a:pt x="110383" y="143280"/>
                  <a:pt x="110085" y="143280"/>
                </a:cubicBezTo>
                <a:cubicBezTo>
                  <a:pt x="109788" y="143280"/>
                  <a:pt x="109550" y="143042"/>
                  <a:pt x="109550" y="142744"/>
                </a:cubicBezTo>
                <a:cubicBezTo>
                  <a:pt x="109573" y="142446"/>
                  <a:pt x="109811" y="142208"/>
                  <a:pt x="110085" y="142208"/>
                </a:cubicBezTo>
                <a:close/>
                <a:moveTo>
                  <a:pt x="110085" y="141910"/>
                </a:moveTo>
                <a:cubicBezTo>
                  <a:pt x="109645" y="141910"/>
                  <a:pt x="109276" y="142280"/>
                  <a:pt x="109276" y="142720"/>
                </a:cubicBezTo>
                <a:cubicBezTo>
                  <a:pt x="109276" y="143184"/>
                  <a:pt x="109645" y="143542"/>
                  <a:pt x="110085" y="143542"/>
                </a:cubicBezTo>
                <a:cubicBezTo>
                  <a:pt x="110538" y="143542"/>
                  <a:pt x="110907" y="143172"/>
                  <a:pt x="110907" y="142720"/>
                </a:cubicBezTo>
                <a:cubicBezTo>
                  <a:pt x="110907" y="142280"/>
                  <a:pt x="110538" y="141910"/>
                  <a:pt x="110085" y="141910"/>
                </a:cubicBezTo>
                <a:close/>
                <a:moveTo>
                  <a:pt x="85939" y="142887"/>
                </a:moveTo>
                <a:cubicBezTo>
                  <a:pt x="86237" y="142887"/>
                  <a:pt x="86475" y="143125"/>
                  <a:pt x="86475" y="143423"/>
                </a:cubicBezTo>
                <a:cubicBezTo>
                  <a:pt x="86475" y="143720"/>
                  <a:pt x="86237" y="143958"/>
                  <a:pt x="85939" y="143958"/>
                </a:cubicBezTo>
                <a:cubicBezTo>
                  <a:pt x="85642" y="143958"/>
                  <a:pt x="85404" y="143720"/>
                  <a:pt x="85404" y="143423"/>
                </a:cubicBezTo>
                <a:cubicBezTo>
                  <a:pt x="85404" y="143125"/>
                  <a:pt x="85642" y="142887"/>
                  <a:pt x="85939" y="142887"/>
                </a:cubicBezTo>
                <a:close/>
                <a:moveTo>
                  <a:pt x="76795" y="45780"/>
                </a:moveTo>
                <a:lnTo>
                  <a:pt x="76795" y="67497"/>
                </a:lnTo>
                <a:lnTo>
                  <a:pt x="91131" y="81796"/>
                </a:lnTo>
                <a:lnTo>
                  <a:pt x="91131" y="87320"/>
                </a:lnTo>
                <a:lnTo>
                  <a:pt x="94429" y="90606"/>
                </a:lnTo>
                <a:lnTo>
                  <a:pt x="94429" y="134707"/>
                </a:lnTo>
                <a:lnTo>
                  <a:pt x="86392" y="142756"/>
                </a:lnTo>
                <a:cubicBezTo>
                  <a:pt x="86261" y="142661"/>
                  <a:pt x="86094" y="142601"/>
                  <a:pt x="85939" y="142601"/>
                </a:cubicBezTo>
                <a:cubicBezTo>
                  <a:pt x="85487" y="142601"/>
                  <a:pt x="85118" y="142982"/>
                  <a:pt x="85118" y="143423"/>
                </a:cubicBezTo>
                <a:cubicBezTo>
                  <a:pt x="85118" y="143875"/>
                  <a:pt x="85487" y="144244"/>
                  <a:pt x="85939" y="144244"/>
                </a:cubicBezTo>
                <a:cubicBezTo>
                  <a:pt x="86380" y="144244"/>
                  <a:pt x="86749" y="143875"/>
                  <a:pt x="86749" y="143423"/>
                </a:cubicBezTo>
                <a:cubicBezTo>
                  <a:pt x="86749" y="143244"/>
                  <a:pt x="86690" y="143077"/>
                  <a:pt x="86606" y="142958"/>
                </a:cubicBezTo>
                <a:lnTo>
                  <a:pt x="94714" y="134826"/>
                </a:lnTo>
                <a:lnTo>
                  <a:pt x="94714" y="90476"/>
                </a:lnTo>
                <a:lnTo>
                  <a:pt x="91416" y="87177"/>
                </a:lnTo>
                <a:lnTo>
                  <a:pt x="91416" y="81653"/>
                </a:lnTo>
                <a:lnTo>
                  <a:pt x="77081" y="67354"/>
                </a:lnTo>
                <a:lnTo>
                  <a:pt x="77081" y="45780"/>
                </a:lnTo>
                <a:close/>
                <a:moveTo>
                  <a:pt x="50887" y="104644"/>
                </a:moveTo>
                <a:cubicBezTo>
                  <a:pt x="50435" y="104644"/>
                  <a:pt x="50066" y="105013"/>
                  <a:pt x="50066" y="105454"/>
                </a:cubicBezTo>
                <a:cubicBezTo>
                  <a:pt x="50066" y="105858"/>
                  <a:pt x="50364" y="106192"/>
                  <a:pt x="50733" y="106263"/>
                </a:cubicBezTo>
                <a:lnTo>
                  <a:pt x="50733" y="109418"/>
                </a:lnTo>
                <a:lnTo>
                  <a:pt x="41231" y="118967"/>
                </a:lnTo>
                <a:lnTo>
                  <a:pt x="41184" y="119015"/>
                </a:lnTo>
                <a:lnTo>
                  <a:pt x="41184" y="122872"/>
                </a:lnTo>
                <a:lnTo>
                  <a:pt x="33290" y="130802"/>
                </a:lnTo>
                <a:lnTo>
                  <a:pt x="33254" y="130850"/>
                </a:lnTo>
                <a:lnTo>
                  <a:pt x="33254" y="147518"/>
                </a:lnTo>
                <a:lnTo>
                  <a:pt x="33528" y="147518"/>
                </a:lnTo>
                <a:lnTo>
                  <a:pt x="33528" y="130957"/>
                </a:lnTo>
                <a:lnTo>
                  <a:pt x="41422" y="123015"/>
                </a:lnTo>
                <a:lnTo>
                  <a:pt x="41470" y="122980"/>
                </a:lnTo>
                <a:lnTo>
                  <a:pt x="41470" y="119134"/>
                </a:lnTo>
                <a:lnTo>
                  <a:pt x="50971" y="109585"/>
                </a:lnTo>
                <a:lnTo>
                  <a:pt x="51018" y="109537"/>
                </a:lnTo>
                <a:lnTo>
                  <a:pt x="51018" y="106263"/>
                </a:lnTo>
                <a:cubicBezTo>
                  <a:pt x="51423" y="106204"/>
                  <a:pt x="51709" y="105858"/>
                  <a:pt x="51709" y="105454"/>
                </a:cubicBezTo>
                <a:cubicBezTo>
                  <a:pt x="51709" y="105013"/>
                  <a:pt x="51328" y="104644"/>
                  <a:pt x="50887" y="104644"/>
                </a:cubicBezTo>
                <a:close/>
                <a:moveTo>
                  <a:pt x="50756" y="140005"/>
                </a:moveTo>
                <a:lnTo>
                  <a:pt x="50756" y="147685"/>
                </a:lnTo>
                <a:lnTo>
                  <a:pt x="51030" y="147685"/>
                </a:lnTo>
                <a:lnTo>
                  <a:pt x="51030" y="140005"/>
                </a:lnTo>
                <a:close/>
                <a:moveTo>
                  <a:pt x="88928" y="45327"/>
                </a:moveTo>
                <a:cubicBezTo>
                  <a:pt x="88475" y="45327"/>
                  <a:pt x="88106" y="45708"/>
                  <a:pt x="88106" y="46149"/>
                </a:cubicBezTo>
                <a:cubicBezTo>
                  <a:pt x="88106" y="46553"/>
                  <a:pt x="88404" y="46875"/>
                  <a:pt x="88773" y="46958"/>
                </a:cubicBezTo>
                <a:lnTo>
                  <a:pt x="88773" y="63698"/>
                </a:lnTo>
                <a:lnTo>
                  <a:pt x="103108" y="77998"/>
                </a:lnTo>
                <a:lnTo>
                  <a:pt x="103108" y="83522"/>
                </a:lnTo>
                <a:lnTo>
                  <a:pt x="106418" y="86808"/>
                </a:lnTo>
                <a:lnTo>
                  <a:pt x="106418" y="135183"/>
                </a:lnTo>
                <a:lnTo>
                  <a:pt x="103644" y="137958"/>
                </a:lnTo>
                <a:lnTo>
                  <a:pt x="103644" y="147887"/>
                </a:lnTo>
                <a:lnTo>
                  <a:pt x="103930" y="147887"/>
                </a:lnTo>
                <a:lnTo>
                  <a:pt x="103930" y="138065"/>
                </a:lnTo>
                <a:lnTo>
                  <a:pt x="106716" y="135302"/>
                </a:lnTo>
                <a:lnTo>
                  <a:pt x="106716" y="86689"/>
                </a:lnTo>
                <a:lnTo>
                  <a:pt x="103406" y="83403"/>
                </a:lnTo>
                <a:lnTo>
                  <a:pt x="103406" y="77879"/>
                </a:lnTo>
                <a:lnTo>
                  <a:pt x="89071" y="63579"/>
                </a:lnTo>
                <a:lnTo>
                  <a:pt x="89071" y="46958"/>
                </a:lnTo>
                <a:cubicBezTo>
                  <a:pt x="89464" y="46875"/>
                  <a:pt x="89749" y="46553"/>
                  <a:pt x="89749" y="46149"/>
                </a:cubicBezTo>
                <a:cubicBezTo>
                  <a:pt x="89749" y="45708"/>
                  <a:pt x="89368" y="45327"/>
                  <a:pt x="88928" y="45327"/>
                </a:cubicBezTo>
                <a:close/>
                <a:moveTo>
                  <a:pt x="86678" y="43101"/>
                </a:moveTo>
                <a:cubicBezTo>
                  <a:pt x="86237" y="43101"/>
                  <a:pt x="85856" y="43470"/>
                  <a:pt x="85856" y="43922"/>
                </a:cubicBezTo>
                <a:cubicBezTo>
                  <a:pt x="85856" y="44315"/>
                  <a:pt x="86154" y="44648"/>
                  <a:pt x="86535" y="44720"/>
                </a:cubicBezTo>
                <a:lnTo>
                  <a:pt x="86535" y="64425"/>
                </a:lnTo>
                <a:lnTo>
                  <a:pt x="100858" y="78724"/>
                </a:lnTo>
                <a:lnTo>
                  <a:pt x="100858" y="84249"/>
                </a:lnTo>
                <a:lnTo>
                  <a:pt x="104168" y="87535"/>
                </a:lnTo>
                <a:lnTo>
                  <a:pt x="104168" y="134481"/>
                </a:lnTo>
                <a:lnTo>
                  <a:pt x="101394" y="137267"/>
                </a:lnTo>
                <a:lnTo>
                  <a:pt x="101394" y="147899"/>
                </a:lnTo>
                <a:lnTo>
                  <a:pt x="101679" y="147899"/>
                </a:lnTo>
                <a:lnTo>
                  <a:pt x="101679" y="137386"/>
                </a:lnTo>
                <a:lnTo>
                  <a:pt x="104454" y="134600"/>
                </a:lnTo>
                <a:lnTo>
                  <a:pt x="104454" y="87416"/>
                </a:lnTo>
                <a:lnTo>
                  <a:pt x="101144" y="84130"/>
                </a:lnTo>
                <a:lnTo>
                  <a:pt x="101144" y="78605"/>
                </a:lnTo>
                <a:lnTo>
                  <a:pt x="86809" y="64306"/>
                </a:lnTo>
                <a:lnTo>
                  <a:pt x="86809" y="44720"/>
                </a:lnTo>
                <a:cubicBezTo>
                  <a:pt x="87201" y="44648"/>
                  <a:pt x="87499" y="44315"/>
                  <a:pt x="87499" y="43922"/>
                </a:cubicBezTo>
                <a:cubicBezTo>
                  <a:pt x="87499" y="43470"/>
                  <a:pt x="87130" y="43101"/>
                  <a:pt x="86678" y="43101"/>
                </a:cubicBezTo>
                <a:close/>
                <a:moveTo>
                  <a:pt x="36814" y="117276"/>
                </a:moveTo>
                <a:lnTo>
                  <a:pt x="36814" y="118396"/>
                </a:lnTo>
                <a:lnTo>
                  <a:pt x="27206" y="128052"/>
                </a:lnTo>
                <a:lnTo>
                  <a:pt x="27158" y="128099"/>
                </a:lnTo>
                <a:lnTo>
                  <a:pt x="27158" y="142994"/>
                </a:lnTo>
                <a:lnTo>
                  <a:pt x="32266" y="148054"/>
                </a:lnTo>
                <a:lnTo>
                  <a:pt x="32457" y="147840"/>
                </a:lnTo>
                <a:lnTo>
                  <a:pt x="27444" y="142863"/>
                </a:lnTo>
                <a:lnTo>
                  <a:pt x="27444" y="128218"/>
                </a:lnTo>
                <a:lnTo>
                  <a:pt x="37052" y="118550"/>
                </a:lnTo>
                <a:lnTo>
                  <a:pt x="37100" y="118515"/>
                </a:lnTo>
                <a:lnTo>
                  <a:pt x="37100" y="117276"/>
                </a:lnTo>
                <a:close/>
                <a:moveTo>
                  <a:pt x="108918" y="66699"/>
                </a:moveTo>
                <a:lnTo>
                  <a:pt x="108716" y="66901"/>
                </a:lnTo>
                <a:lnTo>
                  <a:pt x="119408" y="77557"/>
                </a:lnTo>
                <a:lnTo>
                  <a:pt x="119408" y="125396"/>
                </a:lnTo>
                <a:lnTo>
                  <a:pt x="142101" y="148066"/>
                </a:lnTo>
                <a:lnTo>
                  <a:pt x="142292" y="147864"/>
                </a:lnTo>
                <a:lnTo>
                  <a:pt x="119670" y="125277"/>
                </a:lnTo>
                <a:lnTo>
                  <a:pt x="119670" y="77450"/>
                </a:lnTo>
                <a:lnTo>
                  <a:pt x="108918" y="66699"/>
                </a:lnTo>
                <a:close/>
                <a:moveTo>
                  <a:pt x="56055" y="126563"/>
                </a:moveTo>
                <a:cubicBezTo>
                  <a:pt x="55602" y="126563"/>
                  <a:pt x="55233" y="126932"/>
                  <a:pt x="55233" y="127385"/>
                </a:cubicBezTo>
                <a:cubicBezTo>
                  <a:pt x="55233" y="127778"/>
                  <a:pt x="55531" y="128111"/>
                  <a:pt x="55900" y="128183"/>
                </a:cubicBezTo>
                <a:lnTo>
                  <a:pt x="55900" y="148161"/>
                </a:lnTo>
                <a:lnTo>
                  <a:pt x="56186" y="148161"/>
                </a:lnTo>
                <a:lnTo>
                  <a:pt x="56186" y="128183"/>
                </a:lnTo>
                <a:cubicBezTo>
                  <a:pt x="56591" y="128123"/>
                  <a:pt x="56864" y="127778"/>
                  <a:pt x="56864" y="127385"/>
                </a:cubicBezTo>
                <a:cubicBezTo>
                  <a:pt x="56864" y="126932"/>
                  <a:pt x="56495" y="126563"/>
                  <a:pt x="56055" y="126563"/>
                </a:cubicBezTo>
                <a:close/>
                <a:moveTo>
                  <a:pt x="53804" y="124325"/>
                </a:moveTo>
                <a:cubicBezTo>
                  <a:pt x="53352" y="124325"/>
                  <a:pt x="52983" y="124706"/>
                  <a:pt x="52983" y="125146"/>
                </a:cubicBezTo>
                <a:cubicBezTo>
                  <a:pt x="52983" y="125551"/>
                  <a:pt x="53281" y="125873"/>
                  <a:pt x="53650" y="125956"/>
                </a:cubicBezTo>
                <a:lnTo>
                  <a:pt x="53650" y="148173"/>
                </a:lnTo>
                <a:lnTo>
                  <a:pt x="53935" y="148173"/>
                </a:lnTo>
                <a:lnTo>
                  <a:pt x="53935" y="125956"/>
                </a:lnTo>
                <a:cubicBezTo>
                  <a:pt x="54328" y="125873"/>
                  <a:pt x="54626" y="125551"/>
                  <a:pt x="54626" y="125146"/>
                </a:cubicBezTo>
                <a:cubicBezTo>
                  <a:pt x="54626" y="124706"/>
                  <a:pt x="54245" y="124325"/>
                  <a:pt x="53804" y="124325"/>
                </a:cubicBezTo>
                <a:close/>
                <a:moveTo>
                  <a:pt x="58293" y="128814"/>
                </a:moveTo>
                <a:cubicBezTo>
                  <a:pt x="57853" y="128814"/>
                  <a:pt x="57483" y="129183"/>
                  <a:pt x="57483" y="129623"/>
                </a:cubicBezTo>
                <a:cubicBezTo>
                  <a:pt x="57495" y="130028"/>
                  <a:pt x="57793" y="130361"/>
                  <a:pt x="58162" y="130433"/>
                </a:cubicBezTo>
                <a:lnTo>
                  <a:pt x="58162" y="148173"/>
                </a:lnTo>
                <a:lnTo>
                  <a:pt x="58448" y="148173"/>
                </a:lnTo>
                <a:lnTo>
                  <a:pt x="58448" y="130433"/>
                </a:lnTo>
                <a:cubicBezTo>
                  <a:pt x="58829" y="130361"/>
                  <a:pt x="59115" y="130028"/>
                  <a:pt x="59115" y="129623"/>
                </a:cubicBezTo>
                <a:cubicBezTo>
                  <a:pt x="59115" y="129183"/>
                  <a:pt x="58746" y="128814"/>
                  <a:pt x="58293" y="128814"/>
                </a:cubicBezTo>
                <a:close/>
                <a:moveTo>
                  <a:pt x="55281" y="98691"/>
                </a:moveTo>
                <a:cubicBezTo>
                  <a:pt x="54757" y="98691"/>
                  <a:pt x="54328" y="99119"/>
                  <a:pt x="54328" y="99643"/>
                </a:cubicBezTo>
                <a:cubicBezTo>
                  <a:pt x="54328" y="99953"/>
                  <a:pt x="54471" y="100215"/>
                  <a:pt x="54709" y="100393"/>
                </a:cubicBezTo>
                <a:lnTo>
                  <a:pt x="54709" y="120455"/>
                </a:lnTo>
                <a:lnTo>
                  <a:pt x="61258" y="126968"/>
                </a:lnTo>
                <a:lnTo>
                  <a:pt x="61258" y="148173"/>
                </a:lnTo>
                <a:lnTo>
                  <a:pt x="62389" y="148173"/>
                </a:lnTo>
                <a:lnTo>
                  <a:pt x="62389" y="126468"/>
                </a:lnTo>
                <a:lnTo>
                  <a:pt x="55840" y="119967"/>
                </a:lnTo>
                <a:lnTo>
                  <a:pt x="55840" y="100393"/>
                </a:lnTo>
                <a:cubicBezTo>
                  <a:pt x="56079" y="100215"/>
                  <a:pt x="56233" y="99953"/>
                  <a:pt x="56233" y="99643"/>
                </a:cubicBezTo>
                <a:cubicBezTo>
                  <a:pt x="56233" y="99119"/>
                  <a:pt x="55793" y="98691"/>
                  <a:pt x="55281" y="98691"/>
                </a:cubicBezTo>
                <a:close/>
                <a:moveTo>
                  <a:pt x="50887" y="111669"/>
                </a:moveTo>
                <a:cubicBezTo>
                  <a:pt x="50435" y="111669"/>
                  <a:pt x="50066" y="112038"/>
                  <a:pt x="50066" y="112478"/>
                </a:cubicBezTo>
                <a:cubicBezTo>
                  <a:pt x="50066" y="112645"/>
                  <a:pt x="50114" y="112812"/>
                  <a:pt x="50197" y="112931"/>
                </a:cubicBezTo>
                <a:cubicBezTo>
                  <a:pt x="43613" y="119551"/>
                  <a:pt x="43494" y="119670"/>
                  <a:pt x="43470" y="119670"/>
                </a:cubicBezTo>
                <a:lnTo>
                  <a:pt x="43458" y="119729"/>
                </a:lnTo>
                <a:lnTo>
                  <a:pt x="43458" y="123587"/>
                </a:lnTo>
                <a:lnTo>
                  <a:pt x="35576" y="131516"/>
                </a:lnTo>
                <a:lnTo>
                  <a:pt x="35528" y="131564"/>
                </a:lnTo>
                <a:lnTo>
                  <a:pt x="35528" y="148233"/>
                </a:lnTo>
                <a:lnTo>
                  <a:pt x="35790" y="148233"/>
                </a:lnTo>
                <a:lnTo>
                  <a:pt x="35790" y="148221"/>
                </a:lnTo>
                <a:lnTo>
                  <a:pt x="35790" y="131671"/>
                </a:lnTo>
                <a:lnTo>
                  <a:pt x="43684" y="123730"/>
                </a:lnTo>
                <a:lnTo>
                  <a:pt x="43732" y="123694"/>
                </a:lnTo>
                <a:lnTo>
                  <a:pt x="43732" y="119824"/>
                </a:lnTo>
                <a:cubicBezTo>
                  <a:pt x="43863" y="119705"/>
                  <a:pt x="44113" y="119467"/>
                  <a:pt x="44565" y="119003"/>
                </a:cubicBezTo>
                <a:lnTo>
                  <a:pt x="50411" y="113133"/>
                </a:lnTo>
                <a:cubicBezTo>
                  <a:pt x="50542" y="113240"/>
                  <a:pt x="50709" y="113300"/>
                  <a:pt x="50887" y="113300"/>
                </a:cubicBezTo>
                <a:cubicBezTo>
                  <a:pt x="51328" y="113300"/>
                  <a:pt x="51709" y="112931"/>
                  <a:pt x="51709" y="112478"/>
                </a:cubicBezTo>
                <a:cubicBezTo>
                  <a:pt x="51709" y="112038"/>
                  <a:pt x="51328" y="111669"/>
                  <a:pt x="50887" y="111669"/>
                </a:cubicBezTo>
                <a:close/>
                <a:moveTo>
                  <a:pt x="43041" y="134064"/>
                </a:moveTo>
                <a:cubicBezTo>
                  <a:pt x="42505" y="134076"/>
                  <a:pt x="42077" y="134505"/>
                  <a:pt x="42077" y="135029"/>
                </a:cubicBezTo>
                <a:cubicBezTo>
                  <a:pt x="42077" y="135338"/>
                  <a:pt x="42220" y="135612"/>
                  <a:pt x="42458" y="135791"/>
                </a:cubicBezTo>
                <a:lnTo>
                  <a:pt x="42458" y="143601"/>
                </a:lnTo>
                <a:lnTo>
                  <a:pt x="47256" y="148352"/>
                </a:lnTo>
                <a:lnTo>
                  <a:pt x="48054" y="147542"/>
                </a:lnTo>
                <a:lnTo>
                  <a:pt x="43613" y="143125"/>
                </a:lnTo>
                <a:lnTo>
                  <a:pt x="43613" y="135779"/>
                </a:lnTo>
                <a:cubicBezTo>
                  <a:pt x="43851" y="135588"/>
                  <a:pt x="43994" y="135326"/>
                  <a:pt x="43994" y="135017"/>
                </a:cubicBezTo>
                <a:cubicBezTo>
                  <a:pt x="43994" y="134493"/>
                  <a:pt x="43565" y="134064"/>
                  <a:pt x="43041" y="134064"/>
                </a:cubicBezTo>
                <a:close/>
                <a:moveTo>
                  <a:pt x="84415" y="40862"/>
                </a:moveTo>
                <a:cubicBezTo>
                  <a:pt x="83975" y="40862"/>
                  <a:pt x="83594" y="41243"/>
                  <a:pt x="83594" y="41684"/>
                </a:cubicBezTo>
                <a:cubicBezTo>
                  <a:pt x="83594" y="42089"/>
                  <a:pt x="83892" y="42410"/>
                  <a:pt x="84273" y="42493"/>
                </a:cubicBezTo>
                <a:lnTo>
                  <a:pt x="84273" y="65139"/>
                </a:lnTo>
                <a:lnTo>
                  <a:pt x="98596" y="79438"/>
                </a:lnTo>
                <a:lnTo>
                  <a:pt x="98596" y="84963"/>
                </a:lnTo>
                <a:lnTo>
                  <a:pt x="101906" y="88249"/>
                </a:lnTo>
                <a:lnTo>
                  <a:pt x="101906" y="133778"/>
                </a:lnTo>
                <a:lnTo>
                  <a:pt x="99132" y="136565"/>
                </a:lnTo>
                <a:lnTo>
                  <a:pt x="99132" y="148637"/>
                </a:lnTo>
                <a:lnTo>
                  <a:pt x="99417" y="148637"/>
                </a:lnTo>
                <a:lnTo>
                  <a:pt x="99417" y="136684"/>
                </a:lnTo>
                <a:lnTo>
                  <a:pt x="102191" y="133898"/>
                </a:lnTo>
                <a:lnTo>
                  <a:pt x="102191" y="88118"/>
                </a:lnTo>
                <a:lnTo>
                  <a:pt x="98882" y="84832"/>
                </a:lnTo>
                <a:lnTo>
                  <a:pt x="98882" y="79307"/>
                </a:lnTo>
                <a:lnTo>
                  <a:pt x="84546" y="65008"/>
                </a:lnTo>
                <a:lnTo>
                  <a:pt x="84546" y="42470"/>
                </a:lnTo>
                <a:cubicBezTo>
                  <a:pt x="84951" y="42410"/>
                  <a:pt x="85237" y="42089"/>
                  <a:pt x="85237" y="41684"/>
                </a:cubicBezTo>
                <a:cubicBezTo>
                  <a:pt x="85237" y="41243"/>
                  <a:pt x="84868" y="40862"/>
                  <a:pt x="84415" y="40862"/>
                </a:cubicBezTo>
                <a:close/>
                <a:moveTo>
                  <a:pt x="105442" y="65627"/>
                </a:moveTo>
                <a:cubicBezTo>
                  <a:pt x="105001" y="65627"/>
                  <a:pt x="104632" y="66008"/>
                  <a:pt x="104632" y="66449"/>
                </a:cubicBezTo>
                <a:cubicBezTo>
                  <a:pt x="104632" y="66901"/>
                  <a:pt x="105001" y="67270"/>
                  <a:pt x="105442" y="67270"/>
                </a:cubicBezTo>
                <a:cubicBezTo>
                  <a:pt x="105620" y="67270"/>
                  <a:pt x="105787" y="67211"/>
                  <a:pt x="105906" y="67116"/>
                </a:cubicBezTo>
                <a:lnTo>
                  <a:pt x="117146" y="78319"/>
                </a:lnTo>
                <a:lnTo>
                  <a:pt x="117146" y="126135"/>
                </a:lnTo>
                <a:lnTo>
                  <a:pt x="139839" y="148792"/>
                </a:lnTo>
                <a:lnTo>
                  <a:pt x="140030" y="148590"/>
                </a:lnTo>
                <a:lnTo>
                  <a:pt x="117408" y="126016"/>
                </a:lnTo>
                <a:lnTo>
                  <a:pt x="117408" y="78188"/>
                </a:lnTo>
                <a:lnTo>
                  <a:pt x="106097" y="66913"/>
                </a:lnTo>
                <a:cubicBezTo>
                  <a:pt x="106192" y="66782"/>
                  <a:pt x="106251" y="66615"/>
                  <a:pt x="106251" y="66449"/>
                </a:cubicBezTo>
                <a:cubicBezTo>
                  <a:pt x="106251" y="65984"/>
                  <a:pt x="105894" y="65627"/>
                  <a:pt x="105442" y="65627"/>
                </a:cubicBezTo>
                <a:close/>
                <a:moveTo>
                  <a:pt x="50887" y="114621"/>
                </a:moveTo>
                <a:cubicBezTo>
                  <a:pt x="50435" y="114621"/>
                  <a:pt x="50066" y="115002"/>
                  <a:pt x="50066" y="115443"/>
                </a:cubicBezTo>
                <a:cubicBezTo>
                  <a:pt x="50066" y="115610"/>
                  <a:pt x="50114" y="115776"/>
                  <a:pt x="50197" y="115895"/>
                </a:cubicBezTo>
                <a:lnTo>
                  <a:pt x="45696" y="120420"/>
                </a:lnTo>
                <a:lnTo>
                  <a:pt x="45696" y="124265"/>
                </a:lnTo>
                <a:lnTo>
                  <a:pt x="37802" y="132207"/>
                </a:lnTo>
                <a:lnTo>
                  <a:pt x="37755" y="132243"/>
                </a:lnTo>
                <a:lnTo>
                  <a:pt x="37755" y="148911"/>
                </a:lnTo>
                <a:lnTo>
                  <a:pt x="38052" y="148911"/>
                </a:lnTo>
                <a:lnTo>
                  <a:pt x="38052" y="132362"/>
                </a:lnTo>
                <a:lnTo>
                  <a:pt x="45946" y="124432"/>
                </a:lnTo>
                <a:lnTo>
                  <a:pt x="45994" y="124384"/>
                </a:lnTo>
                <a:lnTo>
                  <a:pt x="45994" y="120539"/>
                </a:lnTo>
                <a:lnTo>
                  <a:pt x="50411" y="116098"/>
                </a:lnTo>
                <a:cubicBezTo>
                  <a:pt x="50542" y="116205"/>
                  <a:pt x="50709" y="116264"/>
                  <a:pt x="50887" y="116264"/>
                </a:cubicBezTo>
                <a:cubicBezTo>
                  <a:pt x="51328" y="116264"/>
                  <a:pt x="51709" y="115895"/>
                  <a:pt x="51709" y="115443"/>
                </a:cubicBezTo>
                <a:cubicBezTo>
                  <a:pt x="51709" y="115002"/>
                  <a:pt x="51328" y="114621"/>
                  <a:pt x="50887" y="114621"/>
                </a:cubicBezTo>
                <a:close/>
                <a:moveTo>
                  <a:pt x="82034" y="47804"/>
                </a:moveTo>
                <a:lnTo>
                  <a:pt x="82034" y="65842"/>
                </a:lnTo>
                <a:lnTo>
                  <a:pt x="96369" y="80141"/>
                </a:lnTo>
                <a:lnTo>
                  <a:pt x="96369" y="85665"/>
                </a:lnTo>
                <a:lnTo>
                  <a:pt x="99667" y="88952"/>
                </a:lnTo>
                <a:lnTo>
                  <a:pt x="99667" y="133052"/>
                </a:lnTo>
                <a:lnTo>
                  <a:pt x="96905" y="135838"/>
                </a:lnTo>
                <a:lnTo>
                  <a:pt x="96905" y="149316"/>
                </a:lnTo>
                <a:lnTo>
                  <a:pt x="97191" y="149316"/>
                </a:lnTo>
                <a:lnTo>
                  <a:pt x="97191" y="135957"/>
                </a:lnTo>
                <a:lnTo>
                  <a:pt x="99953" y="133171"/>
                </a:lnTo>
                <a:lnTo>
                  <a:pt x="99953" y="88832"/>
                </a:lnTo>
                <a:lnTo>
                  <a:pt x="96643" y="85546"/>
                </a:lnTo>
                <a:lnTo>
                  <a:pt x="96643" y="80022"/>
                </a:lnTo>
                <a:lnTo>
                  <a:pt x="82320" y="65722"/>
                </a:lnTo>
                <a:lnTo>
                  <a:pt x="82320" y="47804"/>
                </a:lnTo>
                <a:close/>
                <a:moveTo>
                  <a:pt x="70437" y="108942"/>
                </a:moveTo>
                <a:cubicBezTo>
                  <a:pt x="69997" y="108942"/>
                  <a:pt x="69628" y="109311"/>
                  <a:pt x="69628" y="109764"/>
                </a:cubicBezTo>
                <a:cubicBezTo>
                  <a:pt x="69628" y="110157"/>
                  <a:pt x="69926" y="110490"/>
                  <a:pt x="70295" y="110561"/>
                </a:cubicBezTo>
                <a:lnTo>
                  <a:pt x="70295" y="116526"/>
                </a:lnTo>
                <a:lnTo>
                  <a:pt x="73593" y="119824"/>
                </a:lnTo>
                <a:lnTo>
                  <a:pt x="73593" y="149328"/>
                </a:lnTo>
                <a:lnTo>
                  <a:pt x="73878" y="149328"/>
                </a:lnTo>
                <a:lnTo>
                  <a:pt x="73878" y="119681"/>
                </a:lnTo>
                <a:lnTo>
                  <a:pt x="70592" y="116407"/>
                </a:lnTo>
                <a:lnTo>
                  <a:pt x="70592" y="110561"/>
                </a:lnTo>
                <a:cubicBezTo>
                  <a:pt x="70973" y="110490"/>
                  <a:pt x="71259" y="110157"/>
                  <a:pt x="71259" y="109764"/>
                </a:cubicBezTo>
                <a:cubicBezTo>
                  <a:pt x="71259" y="109311"/>
                  <a:pt x="70890" y="108942"/>
                  <a:pt x="70437" y="108942"/>
                </a:cubicBezTo>
                <a:close/>
                <a:moveTo>
                  <a:pt x="65937" y="104406"/>
                </a:moveTo>
                <a:cubicBezTo>
                  <a:pt x="65484" y="104406"/>
                  <a:pt x="65115" y="104775"/>
                  <a:pt x="65115" y="105215"/>
                </a:cubicBezTo>
                <a:cubicBezTo>
                  <a:pt x="65115" y="105620"/>
                  <a:pt x="65413" y="105954"/>
                  <a:pt x="65782" y="106025"/>
                </a:cubicBezTo>
                <a:lnTo>
                  <a:pt x="65782" y="123372"/>
                </a:lnTo>
                <a:lnTo>
                  <a:pt x="69104" y="126670"/>
                </a:lnTo>
                <a:lnTo>
                  <a:pt x="69104" y="149376"/>
                </a:lnTo>
                <a:lnTo>
                  <a:pt x="69390" y="149376"/>
                </a:lnTo>
                <a:lnTo>
                  <a:pt x="69390" y="126551"/>
                </a:lnTo>
                <a:lnTo>
                  <a:pt x="66080" y="123253"/>
                </a:lnTo>
                <a:lnTo>
                  <a:pt x="66080" y="106025"/>
                </a:lnTo>
                <a:cubicBezTo>
                  <a:pt x="66473" y="105954"/>
                  <a:pt x="66747" y="105620"/>
                  <a:pt x="66747" y="105215"/>
                </a:cubicBezTo>
                <a:cubicBezTo>
                  <a:pt x="66747" y="104775"/>
                  <a:pt x="66377" y="104406"/>
                  <a:pt x="65937" y="104406"/>
                </a:cubicBezTo>
                <a:close/>
                <a:moveTo>
                  <a:pt x="68175" y="106680"/>
                </a:moveTo>
                <a:cubicBezTo>
                  <a:pt x="67735" y="106680"/>
                  <a:pt x="67366" y="107049"/>
                  <a:pt x="67366" y="107501"/>
                </a:cubicBezTo>
                <a:cubicBezTo>
                  <a:pt x="67366" y="107894"/>
                  <a:pt x="67663" y="108228"/>
                  <a:pt x="68032" y="108299"/>
                </a:cubicBezTo>
                <a:lnTo>
                  <a:pt x="68032" y="122682"/>
                </a:lnTo>
                <a:lnTo>
                  <a:pt x="71330" y="125968"/>
                </a:lnTo>
                <a:lnTo>
                  <a:pt x="71330" y="149376"/>
                </a:lnTo>
                <a:lnTo>
                  <a:pt x="71616" y="149376"/>
                </a:lnTo>
                <a:lnTo>
                  <a:pt x="71616" y="125837"/>
                </a:lnTo>
                <a:lnTo>
                  <a:pt x="68330" y="122563"/>
                </a:lnTo>
                <a:lnTo>
                  <a:pt x="68330" y="108299"/>
                </a:lnTo>
                <a:cubicBezTo>
                  <a:pt x="68711" y="108228"/>
                  <a:pt x="68997" y="107894"/>
                  <a:pt x="68997" y="107501"/>
                </a:cubicBezTo>
                <a:cubicBezTo>
                  <a:pt x="68997" y="107049"/>
                  <a:pt x="68628" y="106680"/>
                  <a:pt x="68175" y="106680"/>
                </a:cubicBezTo>
                <a:close/>
                <a:moveTo>
                  <a:pt x="102501" y="65615"/>
                </a:moveTo>
                <a:cubicBezTo>
                  <a:pt x="102049" y="65615"/>
                  <a:pt x="101679" y="65984"/>
                  <a:pt x="101679" y="66437"/>
                </a:cubicBezTo>
                <a:cubicBezTo>
                  <a:pt x="101679" y="66877"/>
                  <a:pt x="102049" y="67258"/>
                  <a:pt x="102501" y="67258"/>
                </a:cubicBezTo>
                <a:cubicBezTo>
                  <a:pt x="102680" y="67258"/>
                  <a:pt x="102846" y="67199"/>
                  <a:pt x="102965" y="67104"/>
                </a:cubicBezTo>
                <a:lnTo>
                  <a:pt x="114872" y="78974"/>
                </a:lnTo>
                <a:lnTo>
                  <a:pt x="114872" y="126825"/>
                </a:lnTo>
                <a:lnTo>
                  <a:pt x="114884" y="126825"/>
                </a:lnTo>
                <a:lnTo>
                  <a:pt x="137529" y="149447"/>
                </a:lnTo>
                <a:lnTo>
                  <a:pt x="137732" y="149245"/>
                </a:lnTo>
                <a:lnTo>
                  <a:pt x="115145" y="126706"/>
                </a:lnTo>
                <a:lnTo>
                  <a:pt x="115145" y="78867"/>
                </a:lnTo>
                <a:lnTo>
                  <a:pt x="103168" y="66901"/>
                </a:lnTo>
                <a:cubicBezTo>
                  <a:pt x="103263" y="66758"/>
                  <a:pt x="103323" y="66604"/>
                  <a:pt x="103323" y="66437"/>
                </a:cubicBezTo>
                <a:cubicBezTo>
                  <a:pt x="103323" y="65984"/>
                  <a:pt x="102942" y="65615"/>
                  <a:pt x="102501" y="65615"/>
                </a:cubicBezTo>
                <a:close/>
                <a:moveTo>
                  <a:pt x="50887" y="117574"/>
                </a:moveTo>
                <a:cubicBezTo>
                  <a:pt x="50435" y="117574"/>
                  <a:pt x="50066" y="117943"/>
                  <a:pt x="50066" y="118396"/>
                </a:cubicBezTo>
                <a:cubicBezTo>
                  <a:pt x="50066" y="118574"/>
                  <a:pt x="50125" y="118729"/>
                  <a:pt x="50221" y="118848"/>
                </a:cubicBezTo>
                <a:lnTo>
                  <a:pt x="47958" y="121134"/>
                </a:lnTo>
                <a:lnTo>
                  <a:pt x="47958" y="124980"/>
                </a:lnTo>
                <a:lnTo>
                  <a:pt x="40065" y="132921"/>
                </a:lnTo>
                <a:lnTo>
                  <a:pt x="40017" y="132957"/>
                </a:lnTo>
                <a:lnTo>
                  <a:pt x="40017" y="149626"/>
                </a:lnTo>
                <a:lnTo>
                  <a:pt x="40303" y="149626"/>
                </a:lnTo>
                <a:lnTo>
                  <a:pt x="40303" y="133076"/>
                </a:lnTo>
                <a:lnTo>
                  <a:pt x="48197" y="125146"/>
                </a:lnTo>
                <a:lnTo>
                  <a:pt x="48232" y="125099"/>
                </a:lnTo>
                <a:lnTo>
                  <a:pt x="48232" y="121253"/>
                </a:lnTo>
                <a:lnTo>
                  <a:pt x="50423" y="119062"/>
                </a:lnTo>
                <a:cubicBezTo>
                  <a:pt x="50554" y="119146"/>
                  <a:pt x="50721" y="119205"/>
                  <a:pt x="50887" y="119205"/>
                </a:cubicBezTo>
                <a:cubicBezTo>
                  <a:pt x="51328" y="119205"/>
                  <a:pt x="51709" y="118836"/>
                  <a:pt x="51709" y="118396"/>
                </a:cubicBezTo>
                <a:cubicBezTo>
                  <a:pt x="51709" y="117943"/>
                  <a:pt x="51328" y="117574"/>
                  <a:pt x="50887" y="117574"/>
                </a:cubicBezTo>
                <a:close/>
                <a:moveTo>
                  <a:pt x="76938" y="69556"/>
                </a:moveTo>
                <a:cubicBezTo>
                  <a:pt x="76498" y="69556"/>
                  <a:pt x="76129" y="69937"/>
                  <a:pt x="76129" y="70378"/>
                </a:cubicBezTo>
                <a:cubicBezTo>
                  <a:pt x="76129" y="70830"/>
                  <a:pt x="76498" y="71199"/>
                  <a:pt x="76938" y="71199"/>
                </a:cubicBezTo>
                <a:cubicBezTo>
                  <a:pt x="77129" y="71199"/>
                  <a:pt x="77284" y="71140"/>
                  <a:pt x="77403" y="71045"/>
                </a:cubicBezTo>
                <a:lnTo>
                  <a:pt x="88868" y="82486"/>
                </a:lnTo>
                <a:lnTo>
                  <a:pt x="88868" y="88011"/>
                </a:lnTo>
                <a:lnTo>
                  <a:pt x="92166" y="91309"/>
                </a:lnTo>
                <a:lnTo>
                  <a:pt x="92166" y="133993"/>
                </a:lnTo>
                <a:lnTo>
                  <a:pt x="83534" y="142649"/>
                </a:lnTo>
                <a:lnTo>
                  <a:pt x="83534" y="150042"/>
                </a:lnTo>
                <a:lnTo>
                  <a:pt x="83820" y="150042"/>
                </a:lnTo>
                <a:lnTo>
                  <a:pt x="83820" y="142768"/>
                </a:lnTo>
                <a:lnTo>
                  <a:pt x="92464" y="134112"/>
                </a:lnTo>
                <a:lnTo>
                  <a:pt x="92464" y="91190"/>
                </a:lnTo>
                <a:lnTo>
                  <a:pt x="89166" y="87892"/>
                </a:lnTo>
                <a:lnTo>
                  <a:pt x="89166" y="82379"/>
                </a:lnTo>
                <a:lnTo>
                  <a:pt x="77617" y="70842"/>
                </a:lnTo>
                <a:cubicBezTo>
                  <a:pt x="77700" y="70711"/>
                  <a:pt x="77760" y="70545"/>
                  <a:pt x="77760" y="70378"/>
                </a:cubicBezTo>
                <a:cubicBezTo>
                  <a:pt x="77760" y="69937"/>
                  <a:pt x="77391" y="69556"/>
                  <a:pt x="76938" y="69556"/>
                </a:cubicBezTo>
                <a:close/>
                <a:moveTo>
                  <a:pt x="123301" y="88487"/>
                </a:moveTo>
                <a:cubicBezTo>
                  <a:pt x="122777" y="88487"/>
                  <a:pt x="122349" y="88928"/>
                  <a:pt x="122349" y="89440"/>
                </a:cubicBezTo>
                <a:cubicBezTo>
                  <a:pt x="122349" y="89761"/>
                  <a:pt x="122504" y="90023"/>
                  <a:pt x="122742" y="90202"/>
                </a:cubicBezTo>
                <a:lnTo>
                  <a:pt x="122742" y="124408"/>
                </a:lnTo>
                <a:lnTo>
                  <a:pt x="149674" y="150447"/>
                </a:lnTo>
                <a:lnTo>
                  <a:pt x="150459" y="149626"/>
                </a:lnTo>
                <a:lnTo>
                  <a:pt x="123873" y="123932"/>
                </a:lnTo>
                <a:lnTo>
                  <a:pt x="123873" y="90202"/>
                </a:lnTo>
                <a:cubicBezTo>
                  <a:pt x="124111" y="90023"/>
                  <a:pt x="124254" y="89761"/>
                  <a:pt x="124254" y="89440"/>
                </a:cubicBezTo>
                <a:cubicBezTo>
                  <a:pt x="124254" y="88928"/>
                  <a:pt x="123825" y="88487"/>
                  <a:pt x="123301" y="88487"/>
                </a:cubicBezTo>
                <a:close/>
                <a:moveTo>
                  <a:pt x="94143" y="63687"/>
                </a:moveTo>
                <a:cubicBezTo>
                  <a:pt x="93631" y="63687"/>
                  <a:pt x="93190" y="64115"/>
                  <a:pt x="93190" y="64639"/>
                </a:cubicBezTo>
                <a:cubicBezTo>
                  <a:pt x="93190" y="65151"/>
                  <a:pt x="93631" y="65592"/>
                  <a:pt x="94143" y="65592"/>
                </a:cubicBezTo>
                <a:cubicBezTo>
                  <a:pt x="94190" y="65592"/>
                  <a:pt x="94238" y="65592"/>
                  <a:pt x="94286" y="65568"/>
                </a:cubicBezTo>
                <a:lnTo>
                  <a:pt x="109538" y="80712"/>
                </a:lnTo>
                <a:lnTo>
                  <a:pt x="109538" y="131564"/>
                </a:lnTo>
                <a:lnTo>
                  <a:pt x="109704" y="131731"/>
                </a:lnTo>
                <a:lnTo>
                  <a:pt x="121694" y="143637"/>
                </a:lnTo>
                <a:lnTo>
                  <a:pt x="128838" y="150721"/>
                </a:lnTo>
                <a:lnTo>
                  <a:pt x="129635" y="149923"/>
                </a:lnTo>
                <a:lnTo>
                  <a:pt x="121968" y="142327"/>
                </a:lnTo>
                <a:lnTo>
                  <a:pt x="110669" y="131100"/>
                </a:lnTo>
                <a:lnTo>
                  <a:pt x="110669" y="80248"/>
                </a:lnTo>
                <a:lnTo>
                  <a:pt x="95083" y="64770"/>
                </a:lnTo>
                <a:cubicBezTo>
                  <a:pt x="95083" y="64722"/>
                  <a:pt x="95095" y="64675"/>
                  <a:pt x="95095" y="64639"/>
                </a:cubicBezTo>
                <a:cubicBezTo>
                  <a:pt x="95095" y="64115"/>
                  <a:pt x="94667" y="63687"/>
                  <a:pt x="94143" y="63687"/>
                </a:cubicBezTo>
                <a:close/>
                <a:moveTo>
                  <a:pt x="73164" y="0"/>
                </a:moveTo>
                <a:cubicBezTo>
                  <a:pt x="72640" y="0"/>
                  <a:pt x="72212" y="429"/>
                  <a:pt x="72212" y="953"/>
                </a:cubicBezTo>
                <a:cubicBezTo>
                  <a:pt x="72212" y="1262"/>
                  <a:pt x="72366" y="1548"/>
                  <a:pt x="72604" y="1715"/>
                </a:cubicBezTo>
                <a:lnTo>
                  <a:pt x="72604" y="78129"/>
                </a:lnTo>
                <a:lnTo>
                  <a:pt x="77688" y="83189"/>
                </a:lnTo>
                <a:lnTo>
                  <a:pt x="77688" y="95845"/>
                </a:lnTo>
                <a:lnTo>
                  <a:pt x="84868" y="102977"/>
                </a:lnTo>
                <a:lnTo>
                  <a:pt x="84868" y="115502"/>
                </a:lnTo>
                <a:lnTo>
                  <a:pt x="80963" y="119420"/>
                </a:lnTo>
                <a:lnTo>
                  <a:pt x="80963" y="150983"/>
                </a:lnTo>
                <a:lnTo>
                  <a:pt x="82094" y="150983"/>
                </a:lnTo>
                <a:lnTo>
                  <a:pt x="82094" y="119884"/>
                </a:lnTo>
                <a:lnTo>
                  <a:pt x="85999" y="115955"/>
                </a:lnTo>
                <a:lnTo>
                  <a:pt x="85999" y="102477"/>
                </a:lnTo>
                <a:lnTo>
                  <a:pt x="78819" y="95357"/>
                </a:lnTo>
                <a:lnTo>
                  <a:pt x="78819" y="82701"/>
                </a:lnTo>
                <a:lnTo>
                  <a:pt x="73736" y="77653"/>
                </a:lnTo>
                <a:lnTo>
                  <a:pt x="73736" y="1715"/>
                </a:lnTo>
                <a:cubicBezTo>
                  <a:pt x="73974" y="1536"/>
                  <a:pt x="74117" y="1262"/>
                  <a:pt x="74117" y="953"/>
                </a:cubicBezTo>
                <a:cubicBezTo>
                  <a:pt x="74117" y="429"/>
                  <a:pt x="73688" y="0"/>
                  <a:pt x="73164" y="0"/>
                </a:cubicBezTo>
                <a:close/>
                <a:moveTo>
                  <a:pt x="55043" y="89309"/>
                </a:moveTo>
                <a:lnTo>
                  <a:pt x="34993" y="109525"/>
                </a:lnTo>
                <a:lnTo>
                  <a:pt x="30421" y="109525"/>
                </a:lnTo>
                <a:lnTo>
                  <a:pt x="19169" y="120860"/>
                </a:lnTo>
                <a:lnTo>
                  <a:pt x="19169" y="141256"/>
                </a:lnTo>
                <a:lnTo>
                  <a:pt x="30766" y="152769"/>
                </a:lnTo>
                <a:lnTo>
                  <a:pt x="31564" y="151959"/>
                </a:lnTo>
                <a:lnTo>
                  <a:pt x="20300" y="140791"/>
                </a:lnTo>
                <a:lnTo>
                  <a:pt x="20300" y="121325"/>
                </a:lnTo>
                <a:lnTo>
                  <a:pt x="30885" y="110657"/>
                </a:lnTo>
                <a:lnTo>
                  <a:pt x="35457" y="110657"/>
                </a:lnTo>
                <a:lnTo>
                  <a:pt x="55519" y="90440"/>
                </a:lnTo>
                <a:lnTo>
                  <a:pt x="59817" y="90440"/>
                </a:lnTo>
                <a:lnTo>
                  <a:pt x="62389" y="93000"/>
                </a:lnTo>
                <a:lnTo>
                  <a:pt x="62389" y="94726"/>
                </a:lnTo>
                <a:lnTo>
                  <a:pt x="77165" y="109383"/>
                </a:lnTo>
                <a:cubicBezTo>
                  <a:pt x="77165" y="109430"/>
                  <a:pt x="77153" y="109478"/>
                  <a:pt x="77153" y="109525"/>
                </a:cubicBezTo>
                <a:cubicBezTo>
                  <a:pt x="77153" y="110037"/>
                  <a:pt x="77581" y="110478"/>
                  <a:pt x="78105" y="110478"/>
                </a:cubicBezTo>
                <a:cubicBezTo>
                  <a:pt x="78629" y="110478"/>
                  <a:pt x="79058" y="110037"/>
                  <a:pt x="79058" y="109525"/>
                </a:cubicBezTo>
                <a:cubicBezTo>
                  <a:pt x="79058" y="109002"/>
                  <a:pt x="78629" y="108573"/>
                  <a:pt x="78105" y="108573"/>
                </a:cubicBezTo>
                <a:cubicBezTo>
                  <a:pt x="78057" y="108573"/>
                  <a:pt x="78010" y="108573"/>
                  <a:pt x="77974" y="108585"/>
                </a:cubicBezTo>
                <a:lnTo>
                  <a:pt x="63532" y="94250"/>
                </a:lnTo>
                <a:lnTo>
                  <a:pt x="63532" y="92511"/>
                </a:lnTo>
                <a:lnTo>
                  <a:pt x="60281" y="89309"/>
                </a:lnTo>
                <a:close/>
                <a:moveTo>
                  <a:pt x="10192" y="125504"/>
                </a:moveTo>
                <a:cubicBezTo>
                  <a:pt x="9751" y="125504"/>
                  <a:pt x="9382" y="125873"/>
                  <a:pt x="9382" y="126325"/>
                </a:cubicBezTo>
                <a:cubicBezTo>
                  <a:pt x="9382" y="126730"/>
                  <a:pt x="9680" y="127051"/>
                  <a:pt x="10049" y="127123"/>
                </a:cubicBezTo>
                <a:lnTo>
                  <a:pt x="10049" y="154936"/>
                </a:lnTo>
                <a:lnTo>
                  <a:pt x="10335" y="154936"/>
                </a:lnTo>
                <a:lnTo>
                  <a:pt x="10335" y="127123"/>
                </a:lnTo>
                <a:cubicBezTo>
                  <a:pt x="10728" y="127051"/>
                  <a:pt x="11013" y="126730"/>
                  <a:pt x="11013" y="126325"/>
                </a:cubicBezTo>
                <a:cubicBezTo>
                  <a:pt x="11013" y="125873"/>
                  <a:pt x="10644" y="125504"/>
                  <a:pt x="10192" y="125504"/>
                </a:cubicBezTo>
                <a:close/>
                <a:moveTo>
                  <a:pt x="12454" y="125504"/>
                </a:moveTo>
                <a:cubicBezTo>
                  <a:pt x="12014" y="125504"/>
                  <a:pt x="11644" y="125873"/>
                  <a:pt x="11644" y="126325"/>
                </a:cubicBezTo>
                <a:cubicBezTo>
                  <a:pt x="11644" y="126730"/>
                  <a:pt x="11942" y="127051"/>
                  <a:pt x="12311" y="127123"/>
                </a:cubicBezTo>
                <a:lnTo>
                  <a:pt x="12311" y="154936"/>
                </a:lnTo>
                <a:lnTo>
                  <a:pt x="12597" y="154936"/>
                </a:lnTo>
                <a:lnTo>
                  <a:pt x="12597" y="127123"/>
                </a:lnTo>
                <a:cubicBezTo>
                  <a:pt x="12978" y="127051"/>
                  <a:pt x="13276" y="126730"/>
                  <a:pt x="13276" y="126325"/>
                </a:cubicBezTo>
                <a:cubicBezTo>
                  <a:pt x="13276" y="125873"/>
                  <a:pt x="12906" y="125504"/>
                  <a:pt x="12454" y="125504"/>
                </a:cubicBezTo>
                <a:close/>
                <a:moveTo>
                  <a:pt x="14704" y="125504"/>
                </a:moveTo>
                <a:cubicBezTo>
                  <a:pt x="14252" y="125504"/>
                  <a:pt x="13883" y="125873"/>
                  <a:pt x="13883" y="126325"/>
                </a:cubicBezTo>
                <a:cubicBezTo>
                  <a:pt x="13883" y="126730"/>
                  <a:pt x="14180" y="127051"/>
                  <a:pt x="14550" y="127123"/>
                </a:cubicBezTo>
                <a:lnTo>
                  <a:pt x="14550" y="154948"/>
                </a:lnTo>
                <a:lnTo>
                  <a:pt x="14835" y="154948"/>
                </a:lnTo>
                <a:lnTo>
                  <a:pt x="14835" y="127123"/>
                </a:lnTo>
                <a:lnTo>
                  <a:pt x="14847" y="127123"/>
                </a:lnTo>
                <a:cubicBezTo>
                  <a:pt x="15240" y="127051"/>
                  <a:pt x="15526" y="126730"/>
                  <a:pt x="15526" y="126325"/>
                </a:cubicBezTo>
                <a:cubicBezTo>
                  <a:pt x="15526" y="125873"/>
                  <a:pt x="15145" y="125504"/>
                  <a:pt x="14704" y="125504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pic>
        <p:nvPicPr>
          <p:cNvPr id="31" name="Google Shape;31;p6"/>
          <p:cNvPicPr preferRelativeResize="0"/>
          <p:nvPr/>
        </p:nvPicPr>
        <p:blipFill rotWithShape="1">
          <a:blip r:embed="rId2">
            <a:alphaModFix/>
          </a:blip>
          <a:srcRect t="61777"/>
          <a:stretch/>
        </p:blipFill>
        <p:spPr>
          <a:xfrm flipH="1">
            <a:off x="25" y="4878926"/>
            <a:ext cx="9144003" cy="264574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6"/>
          <p:cNvSpPr/>
          <p:nvPr/>
        </p:nvSpPr>
        <p:spPr>
          <a:xfrm rot="-5400000" flipH="1">
            <a:off x="6164623" y="-2882478"/>
            <a:ext cx="4099350" cy="4019351"/>
          </a:xfrm>
          <a:custGeom>
            <a:avLst/>
            <a:gdLst/>
            <a:ahLst/>
            <a:cxnLst/>
            <a:rect l="l" t="t" r="r" b="b"/>
            <a:pathLst>
              <a:path w="158032" h="154948" extrusionOk="0">
                <a:moveTo>
                  <a:pt x="68675" y="14585"/>
                </a:moveTo>
                <a:cubicBezTo>
                  <a:pt x="68973" y="14585"/>
                  <a:pt x="69211" y="14823"/>
                  <a:pt x="69211" y="15121"/>
                </a:cubicBezTo>
                <a:cubicBezTo>
                  <a:pt x="69211" y="15419"/>
                  <a:pt x="68973" y="15657"/>
                  <a:pt x="68675" y="15657"/>
                </a:cubicBezTo>
                <a:cubicBezTo>
                  <a:pt x="68378" y="15645"/>
                  <a:pt x="68140" y="15407"/>
                  <a:pt x="68140" y="15121"/>
                </a:cubicBezTo>
                <a:cubicBezTo>
                  <a:pt x="68140" y="14823"/>
                  <a:pt x="68378" y="14585"/>
                  <a:pt x="68675" y="14585"/>
                </a:cubicBezTo>
                <a:close/>
                <a:moveTo>
                  <a:pt x="76950" y="17931"/>
                </a:moveTo>
                <a:cubicBezTo>
                  <a:pt x="77248" y="17943"/>
                  <a:pt x="77486" y="18181"/>
                  <a:pt x="77486" y="18467"/>
                </a:cubicBezTo>
                <a:cubicBezTo>
                  <a:pt x="77486" y="18764"/>
                  <a:pt x="77248" y="19002"/>
                  <a:pt x="76950" y="19002"/>
                </a:cubicBezTo>
                <a:cubicBezTo>
                  <a:pt x="76653" y="19002"/>
                  <a:pt x="76414" y="18764"/>
                  <a:pt x="76414" y="18467"/>
                </a:cubicBezTo>
                <a:cubicBezTo>
                  <a:pt x="76414" y="18169"/>
                  <a:pt x="76653" y="17931"/>
                  <a:pt x="76950" y="17931"/>
                </a:cubicBezTo>
                <a:close/>
                <a:moveTo>
                  <a:pt x="76950" y="17645"/>
                </a:moveTo>
                <a:cubicBezTo>
                  <a:pt x="76498" y="17657"/>
                  <a:pt x="76129" y="18026"/>
                  <a:pt x="76129" y="18467"/>
                </a:cubicBezTo>
                <a:cubicBezTo>
                  <a:pt x="76129" y="18919"/>
                  <a:pt x="76498" y="19288"/>
                  <a:pt x="76950" y="19288"/>
                </a:cubicBezTo>
                <a:cubicBezTo>
                  <a:pt x="77391" y="19288"/>
                  <a:pt x="77760" y="18919"/>
                  <a:pt x="77760" y="18467"/>
                </a:cubicBezTo>
                <a:cubicBezTo>
                  <a:pt x="77760" y="18026"/>
                  <a:pt x="77391" y="17645"/>
                  <a:pt x="76950" y="17645"/>
                </a:cubicBezTo>
                <a:close/>
                <a:moveTo>
                  <a:pt x="70938" y="19217"/>
                </a:moveTo>
                <a:cubicBezTo>
                  <a:pt x="71235" y="19217"/>
                  <a:pt x="71473" y="19443"/>
                  <a:pt x="71473" y="19741"/>
                </a:cubicBezTo>
                <a:cubicBezTo>
                  <a:pt x="71473" y="20038"/>
                  <a:pt x="71235" y="20276"/>
                  <a:pt x="70938" y="20276"/>
                </a:cubicBezTo>
                <a:cubicBezTo>
                  <a:pt x="70931" y="20277"/>
                  <a:pt x="70924" y="20277"/>
                  <a:pt x="70917" y="20277"/>
                </a:cubicBezTo>
                <a:cubicBezTo>
                  <a:pt x="70629" y="20277"/>
                  <a:pt x="70402" y="20031"/>
                  <a:pt x="70402" y="19741"/>
                </a:cubicBezTo>
                <a:cubicBezTo>
                  <a:pt x="70402" y="19443"/>
                  <a:pt x="70640" y="19217"/>
                  <a:pt x="70938" y="19217"/>
                </a:cubicBezTo>
                <a:close/>
                <a:moveTo>
                  <a:pt x="76950" y="20884"/>
                </a:moveTo>
                <a:cubicBezTo>
                  <a:pt x="77248" y="20884"/>
                  <a:pt x="77486" y="21134"/>
                  <a:pt x="77486" y="21419"/>
                </a:cubicBezTo>
                <a:cubicBezTo>
                  <a:pt x="77486" y="21717"/>
                  <a:pt x="77248" y="21955"/>
                  <a:pt x="76950" y="21955"/>
                </a:cubicBezTo>
                <a:cubicBezTo>
                  <a:pt x="76653" y="21955"/>
                  <a:pt x="76414" y="21717"/>
                  <a:pt x="76414" y="21419"/>
                </a:cubicBezTo>
                <a:cubicBezTo>
                  <a:pt x="76414" y="21122"/>
                  <a:pt x="76653" y="20884"/>
                  <a:pt x="76950" y="20884"/>
                </a:cubicBezTo>
                <a:close/>
                <a:moveTo>
                  <a:pt x="76950" y="20598"/>
                </a:moveTo>
                <a:cubicBezTo>
                  <a:pt x="76498" y="20598"/>
                  <a:pt x="76129" y="20967"/>
                  <a:pt x="76129" y="21419"/>
                </a:cubicBezTo>
                <a:cubicBezTo>
                  <a:pt x="76129" y="21860"/>
                  <a:pt x="76498" y="22229"/>
                  <a:pt x="76950" y="22229"/>
                </a:cubicBezTo>
                <a:cubicBezTo>
                  <a:pt x="77391" y="22229"/>
                  <a:pt x="77760" y="21860"/>
                  <a:pt x="77760" y="21419"/>
                </a:cubicBezTo>
                <a:cubicBezTo>
                  <a:pt x="77760" y="20967"/>
                  <a:pt x="77391" y="20598"/>
                  <a:pt x="76950" y="20598"/>
                </a:cubicBezTo>
                <a:close/>
                <a:moveTo>
                  <a:pt x="32385" y="24158"/>
                </a:moveTo>
                <a:cubicBezTo>
                  <a:pt x="32683" y="24158"/>
                  <a:pt x="32921" y="24396"/>
                  <a:pt x="32921" y="24694"/>
                </a:cubicBezTo>
                <a:cubicBezTo>
                  <a:pt x="32921" y="24991"/>
                  <a:pt x="32683" y="25229"/>
                  <a:pt x="32385" y="25229"/>
                </a:cubicBezTo>
                <a:cubicBezTo>
                  <a:pt x="32087" y="25229"/>
                  <a:pt x="31849" y="24991"/>
                  <a:pt x="31849" y="24694"/>
                </a:cubicBezTo>
                <a:cubicBezTo>
                  <a:pt x="31849" y="24396"/>
                  <a:pt x="32087" y="24158"/>
                  <a:pt x="32385" y="24158"/>
                </a:cubicBezTo>
                <a:close/>
                <a:moveTo>
                  <a:pt x="34647" y="24158"/>
                </a:moveTo>
                <a:cubicBezTo>
                  <a:pt x="34945" y="24158"/>
                  <a:pt x="35183" y="24396"/>
                  <a:pt x="35183" y="24694"/>
                </a:cubicBezTo>
                <a:cubicBezTo>
                  <a:pt x="35183" y="24991"/>
                  <a:pt x="34945" y="25229"/>
                  <a:pt x="34647" y="25229"/>
                </a:cubicBezTo>
                <a:cubicBezTo>
                  <a:pt x="34350" y="25229"/>
                  <a:pt x="34112" y="24991"/>
                  <a:pt x="34112" y="24694"/>
                </a:cubicBezTo>
                <a:cubicBezTo>
                  <a:pt x="34112" y="24396"/>
                  <a:pt x="34350" y="24158"/>
                  <a:pt x="34647" y="24158"/>
                </a:cubicBezTo>
                <a:close/>
                <a:moveTo>
                  <a:pt x="36909" y="24158"/>
                </a:moveTo>
                <a:cubicBezTo>
                  <a:pt x="37207" y="24158"/>
                  <a:pt x="37445" y="24396"/>
                  <a:pt x="37445" y="24694"/>
                </a:cubicBezTo>
                <a:cubicBezTo>
                  <a:pt x="37445" y="24991"/>
                  <a:pt x="37207" y="25229"/>
                  <a:pt x="36909" y="25229"/>
                </a:cubicBezTo>
                <a:cubicBezTo>
                  <a:pt x="36612" y="25229"/>
                  <a:pt x="36374" y="24991"/>
                  <a:pt x="36374" y="24694"/>
                </a:cubicBezTo>
                <a:cubicBezTo>
                  <a:pt x="36374" y="24396"/>
                  <a:pt x="36612" y="24158"/>
                  <a:pt x="36909" y="24158"/>
                </a:cubicBezTo>
                <a:close/>
                <a:moveTo>
                  <a:pt x="76950" y="23455"/>
                </a:moveTo>
                <a:cubicBezTo>
                  <a:pt x="76426" y="23455"/>
                  <a:pt x="75998" y="23884"/>
                  <a:pt x="75998" y="24408"/>
                </a:cubicBezTo>
                <a:cubicBezTo>
                  <a:pt x="75998" y="24932"/>
                  <a:pt x="76426" y="25360"/>
                  <a:pt x="76950" y="25360"/>
                </a:cubicBezTo>
                <a:cubicBezTo>
                  <a:pt x="77462" y="25360"/>
                  <a:pt x="77903" y="24932"/>
                  <a:pt x="77903" y="24408"/>
                </a:cubicBezTo>
                <a:cubicBezTo>
                  <a:pt x="77903" y="23884"/>
                  <a:pt x="77462" y="23455"/>
                  <a:pt x="76950" y="23455"/>
                </a:cubicBezTo>
                <a:close/>
                <a:moveTo>
                  <a:pt x="59412" y="26277"/>
                </a:moveTo>
                <a:cubicBezTo>
                  <a:pt x="59710" y="26277"/>
                  <a:pt x="59948" y="26515"/>
                  <a:pt x="59948" y="26813"/>
                </a:cubicBezTo>
                <a:cubicBezTo>
                  <a:pt x="59948" y="27111"/>
                  <a:pt x="59710" y="27349"/>
                  <a:pt x="59412" y="27349"/>
                </a:cubicBezTo>
                <a:cubicBezTo>
                  <a:pt x="59115" y="27337"/>
                  <a:pt x="58877" y="27099"/>
                  <a:pt x="58877" y="26813"/>
                </a:cubicBezTo>
                <a:cubicBezTo>
                  <a:pt x="58877" y="26515"/>
                  <a:pt x="59115" y="26277"/>
                  <a:pt x="59412" y="26277"/>
                </a:cubicBezTo>
                <a:close/>
                <a:moveTo>
                  <a:pt x="41660" y="28182"/>
                </a:moveTo>
                <a:cubicBezTo>
                  <a:pt x="41958" y="28182"/>
                  <a:pt x="42196" y="28420"/>
                  <a:pt x="42196" y="28718"/>
                </a:cubicBezTo>
                <a:cubicBezTo>
                  <a:pt x="42196" y="29016"/>
                  <a:pt x="41958" y="29254"/>
                  <a:pt x="41660" y="29254"/>
                </a:cubicBezTo>
                <a:cubicBezTo>
                  <a:pt x="41362" y="29254"/>
                  <a:pt x="41124" y="29016"/>
                  <a:pt x="41124" y="28718"/>
                </a:cubicBezTo>
                <a:cubicBezTo>
                  <a:pt x="41124" y="28420"/>
                  <a:pt x="41362" y="28182"/>
                  <a:pt x="41660" y="28182"/>
                </a:cubicBezTo>
                <a:close/>
                <a:moveTo>
                  <a:pt x="44327" y="32635"/>
                </a:moveTo>
                <a:cubicBezTo>
                  <a:pt x="44625" y="32635"/>
                  <a:pt x="44863" y="32873"/>
                  <a:pt x="44863" y="33171"/>
                </a:cubicBezTo>
                <a:cubicBezTo>
                  <a:pt x="44863" y="33469"/>
                  <a:pt x="44625" y="33707"/>
                  <a:pt x="44327" y="33707"/>
                </a:cubicBezTo>
                <a:cubicBezTo>
                  <a:pt x="44029" y="33707"/>
                  <a:pt x="43791" y="33469"/>
                  <a:pt x="43791" y="33171"/>
                </a:cubicBezTo>
                <a:cubicBezTo>
                  <a:pt x="43791" y="32873"/>
                  <a:pt x="44029" y="32635"/>
                  <a:pt x="44327" y="32635"/>
                </a:cubicBezTo>
                <a:close/>
                <a:moveTo>
                  <a:pt x="88690" y="33504"/>
                </a:moveTo>
                <a:cubicBezTo>
                  <a:pt x="88987" y="33504"/>
                  <a:pt x="89226" y="33742"/>
                  <a:pt x="89226" y="34040"/>
                </a:cubicBezTo>
                <a:cubicBezTo>
                  <a:pt x="89226" y="34338"/>
                  <a:pt x="88987" y="34576"/>
                  <a:pt x="88690" y="34576"/>
                </a:cubicBezTo>
                <a:cubicBezTo>
                  <a:pt x="88392" y="34552"/>
                  <a:pt x="88154" y="34314"/>
                  <a:pt x="88154" y="34040"/>
                </a:cubicBezTo>
                <a:cubicBezTo>
                  <a:pt x="88154" y="33742"/>
                  <a:pt x="88392" y="33504"/>
                  <a:pt x="88690" y="33504"/>
                </a:cubicBezTo>
                <a:close/>
                <a:moveTo>
                  <a:pt x="115896" y="33980"/>
                </a:moveTo>
                <a:cubicBezTo>
                  <a:pt x="116193" y="33980"/>
                  <a:pt x="116431" y="34219"/>
                  <a:pt x="116431" y="34516"/>
                </a:cubicBezTo>
                <a:cubicBezTo>
                  <a:pt x="116431" y="34814"/>
                  <a:pt x="116193" y="35052"/>
                  <a:pt x="115896" y="35052"/>
                </a:cubicBezTo>
                <a:cubicBezTo>
                  <a:pt x="115598" y="35052"/>
                  <a:pt x="115360" y="34814"/>
                  <a:pt x="115360" y="34516"/>
                </a:cubicBezTo>
                <a:cubicBezTo>
                  <a:pt x="115360" y="34219"/>
                  <a:pt x="115598" y="33980"/>
                  <a:pt x="115896" y="33980"/>
                </a:cubicBezTo>
                <a:close/>
                <a:moveTo>
                  <a:pt x="87213" y="34969"/>
                </a:moveTo>
                <a:cubicBezTo>
                  <a:pt x="87511" y="34969"/>
                  <a:pt x="87749" y="35207"/>
                  <a:pt x="87749" y="35504"/>
                </a:cubicBezTo>
                <a:cubicBezTo>
                  <a:pt x="87749" y="35802"/>
                  <a:pt x="87511" y="36040"/>
                  <a:pt x="87213" y="36040"/>
                </a:cubicBezTo>
                <a:cubicBezTo>
                  <a:pt x="86916" y="36040"/>
                  <a:pt x="86678" y="35802"/>
                  <a:pt x="86678" y="35504"/>
                </a:cubicBezTo>
                <a:cubicBezTo>
                  <a:pt x="86678" y="35207"/>
                  <a:pt x="86916" y="34969"/>
                  <a:pt x="87213" y="34969"/>
                </a:cubicBezTo>
                <a:close/>
                <a:moveTo>
                  <a:pt x="123099" y="34993"/>
                </a:moveTo>
                <a:cubicBezTo>
                  <a:pt x="123396" y="34993"/>
                  <a:pt x="123635" y="35231"/>
                  <a:pt x="123635" y="35528"/>
                </a:cubicBezTo>
                <a:cubicBezTo>
                  <a:pt x="123635" y="35826"/>
                  <a:pt x="123396" y="36064"/>
                  <a:pt x="123099" y="36064"/>
                </a:cubicBezTo>
                <a:cubicBezTo>
                  <a:pt x="122801" y="36064"/>
                  <a:pt x="122563" y="35826"/>
                  <a:pt x="122563" y="35528"/>
                </a:cubicBezTo>
                <a:cubicBezTo>
                  <a:pt x="122563" y="35231"/>
                  <a:pt x="122801" y="34993"/>
                  <a:pt x="123099" y="34993"/>
                </a:cubicBezTo>
                <a:close/>
                <a:moveTo>
                  <a:pt x="123111" y="34707"/>
                </a:moveTo>
                <a:cubicBezTo>
                  <a:pt x="122670" y="34707"/>
                  <a:pt x="122289" y="35076"/>
                  <a:pt x="122289" y="35528"/>
                </a:cubicBezTo>
                <a:cubicBezTo>
                  <a:pt x="122289" y="35969"/>
                  <a:pt x="122670" y="36338"/>
                  <a:pt x="123111" y="36338"/>
                </a:cubicBezTo>
                <a:cubicBezTo>
                  <a:pt x="123563" y="36338"/>
                  <a:pt x="123932" y="35969"/>
                  <a:pt x="123932" y="35528"/>
                </a:cubicBezTo>
                <a:cubicBezTo>
                  <a:pt x="123932" y="35076"/>
                  <a:pt x="123563" y="34707"/>
                  <a:pt x="123111" y="34707"/>
                </a:cubicBezTo>
                <a:close/>
                <a:moveTo>
                  <a:pt x="79117" y="37100"/>
                </a:moveTo>
                <a:cubicBezTo>
                  <a:pt x="79415" y="37100"/>
                  <a:pt x="79653" y="37338"/>
                  <a:pt x="79653" y="37636"/>
                </a:cubicBezTo>
                <a:cubicBezTo>
                  <a:pt x="79653" y="37933"/>
                  <a:pt x="79415" y="38171"/>
                  <a:pt x="79117" y="38171"/>
                </a:cubicBezTo>
                <a:cubicBezTo>
                  <a:pt x="78819" y="38171"/>
                  <a:pt x="78581" y="37933"/>
                  <a:pt x="78581" y="37636"/>
                </a:cubicBezTo>
                <a:cubicBezTo>
                  <a:pt x="78581" y="37338"/>
                  <a:pt x="78819" y="37100"/>
                  <a:pt x="79117" y="37100"/>
                </a:cubicBezTo>
                <a:close/>
                <a:moveTo>
                  <a:pt x="125361" y="36838"/>
                </a:moveTo>
                <a:cubicBezTo>
                  <a:pt x="124837" y="36838"/>
                  <a:pt x="124409" y="37255"/>
                  <a:pt x="124409" y="37779"/>
                </a:cubicBezTo>
                <a:cubicBezTo>
                  <a:pt x="124409" y="38302"/>
                  <a:pt x="124837" y="38731"/>
                  <a:pt x="125361" y="38731"/>
                </a:cubicBezTo>
                <a:cubicBezTo>
                  <a:pt x="125885" y="38731"/>
                  <a:pt x="126314" y="38302"/>
                  <a:pt x="126314" y="37779"/>
                </a:cubicBezTo>
                <a:cubicBezTo>
                  <a:pt x="126314" y="37267"/>
                  <a:pt x="125885" y="36838"/>
                  <a:pt x="125361" y="36838"/>
                </a:cubicBezTo>
                <a:close/>
                <a:moveTo>
                  <a:pt x="105204" y="39303"/>
                </a:moveTo>
                <a:cubicBezTo>
                  <a:pt x="105501" y="39303"/>
                  <a:pt x="105740" y="39541"/>
                  <a:pt x="105740" y="39838"/>
                </a:cubicBezTo>
                <a:cubicBezTo>
                  <a:pt x="105740" y="40136"/>
                  <a:pt x="105501" y="40374"/>
                  <a:pt x="105204" y="40374"/>
                </a:cubicBezTo>
                <a:cubicBezTo>
                  <a:pt x="104906" y="40374"/>
                  <a:pt x="104668" y="40136"/>
                  <a:pt x="104668" y="39838"/>
                </a:cubicBezTo>
                <a:cubicBezTo>
                  <a:pt x="104668" y="39541"/>
                  <a:pt x="104906" y="39303"/>
                  <a:pt x="105204" y="39303"/>
                </a:cubicBezTo>
                <a:close/>
                <a:moveTo>
                  <a:pt x="127611" y="39517"/>
                </a:moveTo>
                <a:cubicBezTo>
                  <a:pt x="127909" y="39517"/>
                  <a:pt x="128147" y="39767"/>
                  <a:pt x="128147" y="40053"/>
                </a:cubicBezTo>
                <a:cubicBezTo>
                  <a:pt x="128147" y="40350"/>
                  <a:pt x="127909" y="40588"/>
                  <a:pt x="127611" y="40588"/>
                </a:cubicBezTo>
                <a:cubicBezTo>
                  <a:pt x="127314" y="40588"/>
                  <a:pt x="127076" y="40350"/>
                  <a:pt x="127076" y="40053"/>
                </a:cubicBezTo>
                <a:cubicBezTo>
                  <a:pt x="127076" y="39755"/>
                  <a:pt x="127314" y="39517"/>
                  <a:pt x="127611" y="39517"/>
                </a:cubicBezTo>
                <a:close/>
                <a:moveTo>
                  <a:pt x="127623" y="39231"/>
                </a:moveTo>
                <a:cubicBezTo>
                  <a:pt x="127159" y="39231"/>
                  <a:pt x="126802" y="39600"/>
                  <a:pt x="126802" y="40053"/>
                </a:cubicBezTo>
                <a:cubicBezTo>
                  <a:pt x="126802" y="40493"/>
                  <a:pt x="127171" y="40862"/>
                  <a:pt x="127623" y="40862"/>
                </a:cubicBezTo>
                <a:cubicBezTo>
                  <a:pt x="128064" y="40862"/>
                  <a:pt x="128445" y="40493"/>
                  <a:pt x="128445" y="40053"/>
                </a:cubicBezTo>
                <a:cubicBezTo>
                  <a:pt x="128445" y="39600"/>
                  <a:pt x="128064" y="39231"/>
                  <a:pt x="127623" y="39231"/>
                </a:cubicBezTo>
                <a:close/>
                <a:moveTo>
                  <a:pt x="84427" y="41148"/>
                </a:moveTo>
                <a:cubicBezTo>
                  <a:pt x="84725" y="41148"/>
                  <a:pt x="84963" y="41386"/>
                  <a:pt x="84963" y="41684"/>
                </a:cubicBezTo>
                <a:cubicBezTo>
                  <a:pt x="84963" y="41981"/>
                  <a:pt x="84725" y="42220"/>
                  <a:pt x="84427" y="42220"/>
                </a:cubicBezTo>
                <a:cubicBezTo>
                  <a:pt x="84130" y="42220"/>
                  <a:pt x="83892" y="41970"/>
                  <a:pt x="83892" y="41684"/>
                </a:cubicBezTo>
                <a:cubicBezTo>
                  <a:pt x="83892" y="41386"/>
                  <a:pt x="84130" y="41148"/>
                  <a:pt x="84427" y="41148"/>
                </a:cubicBezTo>
                <a:close/>
                <a:moveTo>
                  <a:pt x="66735" y="42589"/>
                </a:moveTo>
                <a:cubicBezTo>
                  <a:pt x="67032" y="42589"/>
                  <a:pt x="67270" y="42827"/>
                  <a:pt x="67270" y="43124"/>
                </a:cubicBezTo>
                <a:cubicBezTo>
                  <a:pt x="67270" y="43422"/>
                  <a:pt x="67032" y="43660"/>
                  <a:pt x="66735" y="43660"/>
                </a:cubicBezTo>
                <a:cubicBezTo>
                  <a:pt x="66437" y="43660"/>
                  <a:pt x="66199" y="43422"/>
                  <a:pt x="66199" y="43124"/>
                </a:cubicBezTo>
                <a:cubicBezTo>
                  <a:pt x="66199" y="42827"/>
                  <a:pt x="66437" y="42589"/>
                  <a:pt x="66735" y="42589"/>
                </a:cubicBezTo>
                <a:close/>
                <a:moveTo>
                  <a:pt x="68675" y="14299"/>
                </a:moveTo>
                <a:cubicBezTo>
                  <a:pt x="68223" y="14299"/>
                  <a:pt x="67854" y="14669"/>
                  <a:pt x="67854" y="15121"/>
                </a:cubicBezTo>
                <a:cubicBezTo>
                  <a:pt x="67854" y="15526"/>
                  <a:pt x="68151" y="15847"/>
                  <a:pt x="68521" y="15919"/>
                </a:cubicBezTo>
                <a:lnTo>
                  <a:pt x="68521" y="35076"/>
                </a:lnTo>
                <a:lnTo>
                  <a:pt x="66604" y="37017"/>
                </a:lnTo>
                <a:lnTo>
                  <a:pt x="66604" y="42327"/>
                </a:lnTo>
                <a:cubicBezTo>
                  <a:pt x="66211" y="42398"/>
                  <a:pt x="65937" y="42720"/>
                  <a:pt x="65937" y="43124"/>
                </a:cubicBezTo>
                <a:cubicBezTo>
                  <a:pt x="65937" y="43577"/>
                  <a:pt x="66306" y="43946"/>
                  <a:pt x="66747" y="43946"/>
                </a:cubicBezTo>
                <a:cubicBezTo>
                  <a:pt x="67199" y="43946"/>
                  <a:pt x="67568" y="43577"/>
                  <a:pt x="67568" y="43124"/>
                </a:cubicBezTo>
                <a:cubicBezTo>
                  <a:pt x="67568" y="42720"/>
                  <a:pt x="67270" y="42398"/>
                  <a:pt x="66901" y="42327"/>
                </a:cubicBezTo>
                <a:lnTo>
                  <a:pt x="66901" y="37136"/>
                </a:lnTo>
                <a:lnTo>
                  <a:pt x="68818" y="35195"/>
                </a:lnTo>
                <a:lnTo>
                  <a:pt x="68818" y="15919"/>
                </a:lnTo>
                <a:cubicBezTo>
                  <a:pt x="69187" y="15847"/>
                  <a:pt x="69485" y="15526"/>
                  <a:pt x="69485" y="15121"/>
                </a:cubicBezTo>
                <a:cubicBezTo>
                  <a:pt x="69485" y="14669"/>
                  <a:pt x="69116" y="14299"/>
                  <a:pt x="68675" y="14299"/>
                </a:cubicBezTo>
                <a:close/>
                <a:moveTo>
                  <a:pt x="62377" y="43267"/>
                </a:moveTo>
                <a:cubicBezTo>
                  <a:pt x="62675" y="43267"/>
                  <a:pt x="62913" y="43505"/>
                  <a:pt x="62913" y="43803"/>
                </a:cubicBezTo>
                <a:cubicBezTo>
                  <a:pt x="62913" y="44101"/>
                  <a:pt x="62675" y="44339"/>
                  <a:pt x="62377" y="44339"/>
                </a:cubicBezTo>
                <a:cubicBezTo>
                  <a:pt x="62079" y="44327"/>
                  <a:pt x="61841" y="44101"/>
                  <a:pt x="61841" y="43803"/>
                </a:cubicBezTo>
                <a:cubicBezTo>
                  <a:pt x="61841" y="43505"/>
                  <a:pt x="62079" y="43267"/>
                  <a:pt x="62377" y="43267"/>
                </a:cubicBezTo>
                <a:close/>
                <a:moveTo>
                  <a:pt x="86678" y="43386"/>
                </a:moveTo>
                <a:cubicBezTo>
                  <a:pt x="86975" y="43386"/>
                  <a:pt x="87213" y="43625"/>
                  <a:pt x="87213" y="43922"/>
                </a:cubicBezTo>
                <a:cubicBezTo>
                  <a:pt x="87213" y="44220"/>
                  <a:pt x="86975" y="44458"/>
                  <a:pt x="86678" y="44458"/>
                </a:cubicBezTo>
                <a:cubicBezTo>
                  <a:pt x="86380" y="44458"/>
                  <a:pt x="86142" y="44220"/>
                  <a:pt x="86142" y="43922"/>
                </a:cubicBezTo>
                <a:cubicBezTo>
                  <a:pt x="86142" y="43625"/>
                  <a:pt x="86380" y="43386"/>
                  <a:pt x="86678" y="43386"/>
                </a:cubicBezTo>
                <a:close/>
                <a:moveTo>
                  <a:pt x="139184" y="44053"/>
                </a:moveTo>
                <a:cubicBezTo>
                  <a:pt x="139482" y="44053"/>
                  <a:pt x="139720" y="44291"/>
                  <a:pt x="139720" y="44589"/>
                </a:cubicBezTo>
                <a:cubicBezTo>
                  <a:pt x="139720" y="44887"/>
                  <a:pt x="139482" y="45125"/>
                  <a:pt x="139184" y="45125"/>
                </a:cubicBezTo>
                <a:cubicBezTo>
                  <a:pt x="138887" y="45125"/>
                  <a:pt x="138648" y="44887"/>
                  <a:pt x="138648" y="44589"/>
                </a:cubicBezTo>
                <a:cubicBezTo>
                  <a:pt x="138648" y="44291"/>
                  <a:pt x="138887" y="44053"/>
                  <a:pt x="139184" y="44053"/>
                </a:cubicBezTo>
                <a:close/>
                <a:moveTo>
                  <a:pt x="41660" y="27908"/>
                </a:moveTo>
                <a:cubicBezTo>
                  <a:pt x="41208" y="27908"/>
                  <a:pt x="40839" y="28277"/>
                  <a:pt x="40839" y="28718"/>
                </a:cubicBezTo>
                <a:cubicBezTo>
                  <a:pt x="40839" y="29123"/>
                  <a:pt x="41136" y="29456"/>
                  <a:pt x="41505" y="29528"/>
                </a:cubicBezTo>
                <a:lnTo>
                  <a:pt x="41505" y="36636"/>
                </a:lnTo>
                <a:lnTo>
                  <a:pt x="32159" y="46065"/>
                </a:lnTo>
                <a:lnTo>
                  <a:pt x="32373" y="46256"/>
                </a:lnTo>
                <a:lnTo>
                  <a:pt x="41767" y="36790"/>
                </a:lnTo>
                <a:lnTo>
                  <a:pt x="41803" y="36743"/>
                </a:lnTo>
                <a:lnTo>
                  <a:pt x="41803" y="29516"/>
                </a:lnTo>
                <a:cubicBezTo>
                  <a:pt x="42184" y="29456"/>
                  <a:pt x="42482" y="29123"/>
                  <a:pt x="42482" y="28718"/>
                </a:cubicBezTo>
                <a:cubicBezTo>
                  <a:pt x="42482" y="28277"/>
                  <a:pt x="42101" y="27908"/>
                  <a:pt x="41660" y="27908"/>
                </a:cubicBezTo>
                <a:close/>
                <a:moveTo>
                  <a:pt x="88940" y="45613"/>
                </a:moveTo>
                <a:cubicBezTo>
                  <a:pt x="89237" y="45613"/>
                  <a:pt x="89476" y="45851"/>
                  <a:pt x="89476" y="46149"/>
                </a:cubicBezTo>
                <a:cubicBezTo>
                  <a:pt x="89476" y="46446"/>
                  <a:pt x="89237" y="46684"/>
                  <a:pt x="88940" y="46684"/>
                </a:cubicBezTo>
                <a:cubicBezTo>
                  <a:pt x="88642" y="46684"/>
                  <a:pt x="88404" y="46446"/>
                  <a:pt x="88404" y="46149"/>
                </a:cubicBezTo>
                <a:cubicBezTo>
                  <a:pt x="88404" y="45851"/>
                  <a:pt x="88642" y="45613"/>
                  <a:pt x="88940" y="45613"/>
                </a:cubicBezTo>
                <a:close/>
                <a:moveTo>
                  <a:pt x="16847" y="48030"/>
                </a:moveTo>
                <a:cubicBezTo>
                  <a:pt x="17145" y="48030"/>
                  <a:pt x="17383" y="48268"/>
                  <a:pt x="17383" y="48566"/>
                </a:cubicBezTo>
                <a:cubicBezTo>
                  <a:pt x="17383" y="48863"/>
                  <a:pt x="17145" y="49101"/>
                  <a:pt x="16847" y="49101"/>
                </a:cubicBezTo>
                <a:cubicBezTo>
                  <a:pt x="16550" y="49101"/>
                  <a:pt x="16312" y="48863"/>
                  <a:pt x="16312" y="48566"/>
                </a:cubicBezTo>
                <a:cubicBezTo>
                  <a:pt x="16312" y="48268"/>
                  <a:pt x="16550" y="48030"/>
                  <a:pt x="16847" y="48030"/>
                </a:cubicBezTo>
                <a:close/>
                <a:moveTo>
                  <a:pt x="19776" y="48030"/>
                </a:moveTo>
                <a:cubicBezTo>
                  <a:pt x="20074" y="48030"/>
                  <a:pt x="20312" y="48268"/>
                  <a:pt x="20312" y="48566"/>
                </a:cubicBezTo>
                <a:cubicBezTo>
                  <a:pt x="20312" y="48863"/>
                  <a:pt x="20074" y="49101"/>
                  <a:pt x="19776" y="49101"/>
                </a:cubicBezTo>
                <a:cubicBezTo>
                  <a:pt x="19479" y="49101"/>
                  <a:pt x="19241" y="48863"/>
                  <a:pt x="19241" y="48566"/>
                </a:cubicBezTo>
                <a:cubicBezTo>
                  <a:pt x="19241" y="48268"/>
                  <a:pt x="19479" y="48030"/>
                  <a:pt x="19776" y="48030"/>
                </a:cubicBezTo>
                <a:close/>
                <a:moveTo>
                  <a:pt x="16859" y="47744"/>
                </a:moveTo>
                <a:cubicBezTo>
                  <a:pt x="16419" y="47744"/>
                  <a:pt x="16038" y="48113"/>
                  <a:pt x="16038" y="48566"/>
                </a:cubicBezTo>
                <a:cubicBezTo>
                  <a:pt x="16038" y="49006"/>
                  <a:pt x="16419" y="49375"/>
                  <a:pt x="16859" y="49375"/>
                </a:cubicBezTo>
                <a:cubicBezTo>
                  <a:pt x="17312" y="49375"/>
                  <a:pt x="17681" y="49006"/>
                  <a:pt x="17681" y="48566"/>
                </a:cubicBezTo>
                <a:cubicBezTo>
                  <a:pt x="17681" y="48113"/>
                  <a:pt x="17312" y="47744"/>
                  <a:pt x="16859" y="47744"/>
                </a:cubicBezTo>
                <a:close/>
                <a:moveTo>
                  <a:pt x="19776" y="47744"/>
                </a:moveTo>
                <a:cubicBezTo>
                  <a:pt x="19336" y="47744"/>
                  <a:pt x="18967" y="48113"/>
                  <a:pt x="18967" y="48566"/>
                </a:cubicBezTo>
                <a:cubicBezTo>
                  <a:pt x="18967" y="49006"/>
                  <a:pt x="19336" y="49375"/>
                  <a:pt x="19776" y="49375"/>
                </a:cubicBezTo>
                <a:cubicBezTo>
                  <a:pt x="20229" y="49375"/>
                  <a:pt x="20598" y="49006"/>
                  <a:pt x="20598" y="48566"/>
                </a:cubicBezTo>
                <a:cubicBezTo>
                  <a:pt x="20598" y="48113"/>
                  <a:pt x="20229" y="47744"/>
                  <a:pt x="19776" y="47744"/>
                </a:cubicBezTo>
                <a:close/>
                <a:moveTo>
                  <a:pt x="13942" y="47613"/>
                </a:moveTo>
                <a:cubicBezTo>
                  <a:pt x="13430" y="47613"/>
                  <a:pt x="12990" y="48042"/>
                  <a:pt x="12990" y="48566"/>
                </a:cubicBezTo>
                <a:cubicBezTo>
                  <a:pt x="12990" y="49078"/>
                  <a:pt x="13430" y="49518"/>
                  <a:pt x="13942" y="49518"/>
                </a:cubicBezTo>
                <a:cubicBezTo>
                  <a:pt x="14466" y="49518"/>
                  <a:pt x="14895" y="49078"/>
                  <a:pt x="14895" y="48566"/>
                </a:cubicBezTo>
                <a:cubicBezTo>
                  <a:pt x="14895" y="48042"/>
                  <a:pt x="14466" y="47613"/>
                  <a:pt x="13942" y="47613"/>
                </a:cubicBezTo>
                <a:close/>
                <a:moveTo>
                  <a:pt x="44315" y="32326"/>
                </a:moveTo>
                <a:cubicBezTo>
                  <a:pt x="43875" y="32326"/>
                  <a:pt x="43506" y="32695"/>
                  <a:pt x="43506" y="33147"/>
                </a:cubicBezTo>
                <a:cubicBezTo>
                  <a:pt x="43506" y="33564"/>
                  <a:pt x="43803" y="33897"/>
                  <a:pt x="44172" y="33957"/>
                </a:cubicBezTo>
                <a:lnTo>
                  <a:pt x="44172" y="37469"/>
                </a:lnTo>
                <a:lnTo>
                  <a:pt x="32159" y="49578"/>
                </a:lnTo>
                <a:lnTo>
                  <a:pt x="32373" y="49768"/>
                </a:lnTo>
                <a:lnTo>
                  <a:pt x="44422" y="37624"/>
                </a:lnTo>
                <a:lnTo>
                  <a:pt x="44470" y="37576"/>
                </a:lnTo>
                <a:lnTo>
                  <a:pt x="44470" y="33945"/>
                </a:lnTo>
                <a:cubicBezTo>
                  <a:pt x="44851" y="33873"/>
                  <a:pt x="45137" y="33540"/>
                  <a:pt x="45137" y="33147"/>
                </a:cubicBezTo>
                <a:cubicBezTo>
                  <a:pt x="45137" y="32695"/>
                  <a:pt x="44768" y="32326"/>
                  <a:pt x="44315" y="32326"/>
                </a:cubicBezTo>
                <a:close/>
                <a:moveTo>
                  <a:pt x="50221" y="48899"/>
                </a:moveTo>
                <a:cubicBezTo>
                  <a:pt x="50518" y="48899"/>
                  <a:pt x="50756" y="49137"/>
                  <a:pt x="50756" y="49435"/>
                </a:cubicBezTo>
                <a:cubicBezTo>
                  <a:pt x="50756" y="49732"/>
                  <a:pt x="50518" y="49971"/>
                  <a:pt x="50221" y="49971"/>
                </a:cubicBezTo>
                <a:cubicBezTo>
                  <a:pt x="49923" y="49971"/>
                  <a:pt x="49685" y="49732"/>
                  <a:pt x="49685" y="49435"/>
                </a:cubicBezTo>
                <a:cubicBezTo>
                  <a:pt x="49685" y="49137"/>
                  <a:pt x="49923" y="48899"/>
                  <a:pt x="50221" y="48899"/>
                </a:cubicBezTo>
                <a:close/>
                <a:moveTo>
                  <a:pt x="32385" y="23860"/>
                </a:moveTo>
                <a:cubicBezTo>
                  <a:pt x="31945" y="23860"/>
                  <a:pt x="31564" y="24229"/>
                  <a:pt x="31564" y="24670"/>
                </a:cubicBezTo>
                <a:cubicBezTo>
                  <a:pt x="31564" y="25075"/>
                  <a:pt x="31861" y="25408"/>
                  <a:pt x="32242" y="25479"/>
                </a:cubicBezTo>
                <a:lnTo>
                  <a:pt x="32242" y="32826"/>
                </a:lnTo>
                <a:lnTo>
                  <a:pt x="24217" y="40910"/>
                </a:lnTo>
                <a:lnTo>
                  <a:pt x="24217" y="51578"/>
                </a:lnTo>
                <a:lnTo>
                  <a:pt x="22717" y="53102"/>
                </a:lnTo>
                <a:lnTo>
                  <a:pt x="5775" y="53102"/>
                </a:lnTo>
                <a:lnTo>
                  <a:pt x="5775" y="53376"/>
                </a:lnTo>
                <a:lnTo>
                  <a:pt x="22836" y="53376"/>
                </a:lnTo>
                <a:lnTo>
                  <a:pt x="24503" y="51697"/>
                </a:lnTo>
                <a:lnTo>
                  <a:pt x="24503" y="41029"/>
                </a:lnTo>
                <a:lnTo>
                  <a:pt x="24515" y="41029"/>
                </a:lnTo>
                <a:lnTo>
                  <a:pt x="32492" y="32992"/>
                </a:lnTo>
                <a:lnTo>
                  <a:pt x="32540" y="32945"/>
                </a:lnTo>
                <a:lnTo>
                  <a:pt x="32540" y="25479"/>
                </a:lnTo>
                <a:cubicBezTo>
                  <a:pt x="32921" y="25408"/>
                  <a:pt x="33207" y="25075"/>
                  <a:pt x="33207" y="24670"/>
                </a:cubicBezTo>
                <a:cubicBezTo>
                  <a:pt x="33207" y="24229"/>
                  <a:pt x="32838" y="23860"/>
                  <a:pt x="32385" y="23860"/>
                </a:cubicBezTo>
                <a:close/>
                <a:moveTo>
                  <a:pt x="34647" y="23860"/>
                </a:moveTo>
                <a:cubicBezTo>
                  <a:pt x="34207" y="23860"/>
                  <a:pt x="33826" y="24229"/>
                  <a:pt x="33826" y="24670"/>
                </a:cubicBezTo>
                <a:cubicBezTo>
                  <a:pt x="33826" y="25075"/>
                  <a:pt x="34123" y="25408"/>
                  <a:pt x="34504" y="25479"/>
                </a:cubicBezTo>
                <a:lnTo>
                  <a:pt x="34504" y="33564"/>
                </a:lnTo>
                <a:lnTo>
                  <a:pt x="26492" y="41624"/>
                </a:lnTo>
                <a:lnTo>
                  <a:pt x="26492" y="52316"/>
                </a:lnTo>
                <a:lnTo>
                  <a:pt x="23455" y="55364"/>
                </a:lnTo>
                <a:lnTo>
                  <a:pt x="5775" y="55364"/>
                </a:lnTo>
                <a:lnTo>
                  <a:pt x="5775" y="55650"/>
                </a:lnTo>
                <a:lnTo>
                  <a:pt x="23574" y="55650"/>
                </a:lnTo>
                <a:lnTo>
                  <a:pt x="26777" y="52411"/>
                </a:lnTo>
                <a:lnTo>
                  <a:pt x="26777" y="41743"/>
                </a:lnTo>
                <a:lnTo>
                  <a:pt x="34754" y="33707"/>
                </a:lnTo>
                <a:lnTo>
                  <a:pt x="34802" y="33659"/>
                </a:lnTo>
                <a:lnTo>
                  <a:pt x="34802" y="25479"/>
                </a:lnTo>
                <a:cubicBezTo>
                  <a:pt x="35183" y="25408"/>
                  <a:pt x="35469" y="25075"/>
                  <a:pt x="35469" y="24670"/>
                </a:cubicBezTo>
                <a:cubicBezTo>
                  <a:pt x="35469" y="24229"/>
                  <a:pt x="35100" y="23860"/>
                  <a:pt x="34647" y="23860"/>
                </a:cubicBezTo>
                <a:close/>
                <a:moveTo>
                  <a:pt x="141434" y="40148"/>
                </a:moveTo>
                <a:cubicBezTo>
                  <a:pt x="140911" y="40148"/>
                  <a:pt x="140482" y="40553"/>
                  <a:pt x="140482" y="41089"/>
                </a:cubicBezTo>
                <a:cubicBezTo>
                  <a:pt x="140482" y="41398"/>
                  <a:pt x="140625" y="41672"/>
                  <a:pt x="140863" y="41851"/>
                </a:cubicBezTo>
                <a:lnTo>
                  <a:pt x="140863" y="48589"/>
                </a:lnTo>
                <a:lnTo>
                  <a:pt x="151329" y="58710"/>
                </a:lnTo>
                <a:lnTo>
                  <a:pt x="152114" y="57888"/>
                </a:lnTo>
                <a:lnTo>
                  <a:pt x="141994" y="48113"/>
                </a:lnTo>
                <a:lnTo>
                  <a:pt x="141994" y="41862"/>
                </a:lnTo>
                <a:cubicBezTo>
                  <a:pt x="142232" y="41684"/>
                  <a:pt x="142387" y="41422"/>
                  <a:pt x="142387" y="41100"/>
                </a:cubicBezTo>
                <a:cubicBezTo>
                  <a:pt x="142387" y="40588"/>
                  <a:pt x="141946" y="40148"/>
                  <a:pt x="141434" y="40148"/>
                </a:cubicBezTo>
                <a:close/>
                <a:moveTo>
                  <a:pt x="139172" y="43767"/>
                </a:moveTo>
                <a:cubicBezTo>
                  <a:pt x="138720" y="43767"/>
                  <a:pt x="138351" y="44136"/>
                  <a:pt x="138351" y="44589"/>
                </a:cubicBezTo>
                <a:cubicBezTo>
                  <a:pt x="138351" y="44994"/>
                  <a:pt x="138648" y="45315"/>
                  <a:pt x="139017" y="45387"/>
                </a:cubicBezTo>
                <a:lnTo>
                  <a:pt x="139017" y="49113"/>
                </a:lnTo>
                <a:lnTo>
                  <a:pt x="151364" y="61436"/>
                </a:lnTo>
                <a:lnTo>
                  <a:pt x="151555" y="61222"/>
                </a:lnTo>
                <a:lnTo>
                  <a:pt x="139291" y="48994"/>
                </a:lnTo>
                <a:lnTo>
                  <a:pt x="139291" y="45387"/>
                </a:lnTo>
                <a:lnTo>
                  <a:pt x="139315" y="45387"/>
                </a:lnTo>
                <a:cubicBezTo>
                  <a:pt x="139708" y="45315"/>
                  <a:pt x="139994" y="44994"/>
                  <a:pt x="139994" y="44589"/>
                </a:cubicBezTo>
                <a:cubicBezTo>
                  <a:pt x="139994" y="44136"/>
                  <a:pt x="139613" y="43767"/>
                  <a:pt x="139172" y="43767"/>
                </a:cubicBezTo>
                <a:close/>
                <a:moveTo>
                  <a:pt x="37445" y="61758"/>
                </a:moveTo>
                <a:cubicBezTo>
                  <a:pt x="37743" y="61758"/>
                  <a:pt x="37981" y="61996"/>
                  <a:pt x="37981" y="62293"/>
                </a:cubicBezTo>
                <a:cubicBezTo>
                  <a:pt x="37981" y="62591"/>
                  <a:pt x="37743" y="62829"/>
                  <a:pt x="37445" y="62829"/>
                </a:cubicBezTo>
                <a:cubicBezTo>
                  <a:pt x="37148" y="62829"/>
                  <a:pt x="36909" y="62591"/>
                  <a:pt x="36909" y="62293"/>
                </a:cubicBezTo>
                <a:cubicBezTo>
                  <a:pt x="36909" y="61996"/>
                  <a:pt x="37148" y="61758"/>
                  <a:pt x="37445" y="61758"/>
                </a:cubicBezTo>
                <a:close/>
                <a:moveTo>
                  <a:pt x="115907" y="33695"/>
                </a:moveTo>
                <a:cubicBezTo>
                  <a:pt x="115443" y="33695"/>
                  <a:pt x="115086" y="34052"/>
                  <a:pt x="115086" y="34516"/>
                </a:cubicBezTo>
                <a:cubicBezTo>
                  <a:pt x="115086" y="34957"/>
                  <a:pt x="115467" y="35326"/>
                  <a:pt x="115907" y="35326"/>
                </a:cubicBezTo>
                <a:cubicBezTo>
                  <a:pt x="116086" y="35326"/>
                  <a:pt x="116253" y="35266"/>
                  <a:pt x="116372" y="35183"/>
                </a:cubicBezTo>
                <a:lnTo>
                  <a:pt x="126742" y="45541"/>
                </a:lnTo>
                <a:lnTo>
                  <a:pt x="126790" y="45589"/>
                </a:lnTo>
                <a:lnTo>
                  <a:pt x="135053" y="45589"/>
                </a:lnTo>
                <a:lnTo>
                  <a:pt x="136791" y="47315"/>
                </a:lnTo>
                <a:lnTo>
                  <a:pt x="136791" y="49828"/>
                </a:lnTo>
                <a:lnTo>
                  <a:pt x="150412" y="63413"/>
                </a:lnTo>
                <a:lnTo>
                  <a:pt x="150602" y="63210"/>
                </a:lnTo>
                <a:lnTo>
                  <a:pt x="137065" y="49709"/>
                </a:lnTo>
                <a:lnTo>
                  <a:pt x="137065" y="47196"/>
                </a:lnTo>
                <a:lnTo>
                  <a:pt x="135160" y="45291"/>
                </a:lnTo>
                <a:lnTo>
                  <a:pt x="126909" y="45291"/>
                </a:lnTo>
                <a:lnTo>
                  <a:pt x="116574" y="34969"/>
                </a:lnTo>
                <a:cubicBezTo>
                  <a:pt x="116669" y="34838"/>
                  <a:pt x="116729" y="34671"/>
                  <a:pt x="116729" y="34516"/>
                </a:cubicBezTo>
                <a:cubicBezTo>
                  <a:pt x="116729" y="34064"/>
                  <a:pt x="116348" y="33695"/>
                  <a:pt x="115907" y="33695"/>
                </a:cubicBezTo>
                <a:close/>
                <a:moveTo>
                  <a:pt x="35231" y="64008"/>
                </a:moveTo>
                <a:cubicBezTo>
                  <a:pt x="35528" y="64008"/>
                  <a:pt x="35766" y="64246"/>
                  <a:pt x="35766" y="64544"/>
                </a:cubicBezTo>
                <a:cubicBezTo>
                  <a:pt x="35766" y="64841"/>
                  <a:pt x="35528" y="65080"/>
                  <a:pt x="35231" y="65080"/>
                </a:cubicBezTo>
                <a:cubicBezTo>
                  <a:pt x="34933" y="65068"/>
                  <a:pt x="34695" y="64830"/>
                  <a:pt x="34695" y="64544"/>
                </a:cubicBezTo>
                <a:cubicBezTo>
                  <a:pt x="34695" y="64246"/>
                  <a:pt x="34933" y="64008"/>
                  <a:pt x="35231" y="64008"/>
                </a:cubicBezTo>
                <a:close/>
                <a:moveTo>
                  <a:pt x="36898" y="23872"/>
                </a:moveTo>
                <a:cubicBezTo>
                  <a:pt x="36445" y="23872"/>
                  <a:pt x="36076" y="24241"/>
                  <a:pt x="36076" y="24694"/>
                </a:cubicBezTo>
                <a:cubicBezTo>
                  <a:pt x="36076" y="25087"/>
                  <a:pt x="36374" y="25420"/>
                  <a:pt x="36743" y="25491"/>
                </a:cubicBezTo>
                <a:lnTo>
                  <a:pt x="36731" y="34254"/>
                </a:lnTo>
                <a:lnTo>
                  <a:pt x="28730" y="42339"/>
                </a:lnTo>
                <a:lnTo>
                  <a:pt x="28730" y="53007"/>
                </a:lnTo>
                <a:lnTo>
                  <a:pt x="24158" y="57626"/>
                </a:lnTo>
                <a:lnTo>
                  <a:pt x="13061" y="57626"/>
                </a:lnTo>
                <a:lnTo>
                  <a:pt x="5834" y="64901"/>
                </a:lnTo>
                <a:lnTo>
                  <a:pt x="6037" y="65091"/>
                </a:lnTo>
                <a:lnTo>
                  <a:pt x="13180" y="57888"/>
                </a:lnTo>
                <a:lnTo>
                  <a:pt x="24277" y="57888"/>
                </a:lnTo>
                <a:lnTo>
                  <a:pt x="24277" y="57912"/>
                </a:lnTo>
                <a:lnTo>
                  <a:pt x="29004" y="53126"/>
                </a:lnTo>
                <a:lnTo>
                  <a:pt x="29004" y="42458"/>
                </a:lnTo>
                <a:lnTo>
                  <a:pt x="37029" y="34373"/>
                </a:lnTo>
                <a:lnTo>
                  <a:pt x="37040" y="25491"/>
                </a:lnTo>
                <a:cubicBezTo>
                  <a:pt x="37433" y="25420"/>
                  <a:pt x="37719" y="25087"/>
                  <a:pt x="37719" y="24694"/>
                </a:cubicBezTo>
                <a:cubicBezTo>
                  <a:pt x="37719" y="24241"/>
                  <a:pt x="37338" y="23872"/>
                  <a:pt x="36898" y="23872"/>
                </a:cubicBezTo>
                <a:close/>
                <a:moveTo>
                  <a:pt x="68997" y="64734"/>
                </a:moveTo>
                <a:cubicBezTo>
                  <a:pt x="69294" y="64734"/>
                  <a:pt x="69533" y="64972"/>
                  <a:pt x="69533" y="65270"/>
                </a:cubicBezTo>
                <a:cubicBezTo>
                  <a:pt x="69533" y="65568"/>
                  <a:pt x="69294" y="65806"/>
                  <a:pt x="68997" y="65806"/>
                </a:cubicBezTo>
                <a:cubicBezTo>
                  <a:pt x="68699" y="65806"/>
                  <a:pt x="68461" y="65568"/>
                  <a:pt x="68461" y="65270"/>
                </a:cubicBezTo>
                <a:cubicBezTo>
                  <a:pt x="68461" y="64972"/>
                  <a:pt x="68699" y="64734"/>
                  <a:pt x="68997" y="64734"/>
                </a:cubicBezTo>
                <a:close/>
                <a:moveTo>
                  <a:pt x="115134" y="65246"/>
                </a:moveTo>
                <a:cubicBezTo>
                  <a:pt x="115431" y="65246"/>
                  <a:pt x="115669" y="65484"/>
                  <a:pt x="115669" y="65782"/>
                </a:cubicBezTo>
                <a:cubicBezTo>
                  <a:pt x="115669" y="66080"/>
                  <a:pt x="115431" y="66318"/>
                  <a:pt x="115134" y="66318"/>
                </a:cubicBezTo>
                <a:cubicBezTo>
                  <a:pt x="114836" y="66318"/>
                  <a:pt x="114598" y="66080"/>
                  <a:pt x="114598" y="65782"/>
                </a:cubicBezTo>
                <a:cubicBezTo>
                  <a:pt x="114598" y="65484"/>
                  <a:pt x="114836" y="65246"/>
                  <a:pt x="115134" y="65246"/>
                </a:cubicBezTo>
                <a:close/>
                <a:moveTo>
                  <a:pt x="115134" y="64960"/>
                </a:moveTo>
                <a:cubicBezTo>
                  <a:pt x="114681" y="64960"/>
                  <a:pt x="114312" y="65330"/>
                  <a:pt x="114312" y="65782"/>
                </a:cubicBezTo>
                <a:cubicBezTo>
                  <a:pt x="114312" y="66223"/>
                  <a:pt x="114681" y="66604"/>
                  <a:pt x="115134" y="66604"/>
                </a:cubicBezTo>
                <a:cubicBezTo>
                  <a:pt x="115574" y="66604"/>
                  <a:pt x="115955" y="66246"/>
                  <a:pt x="115955" y="65782"/>
                </a:cubicBezTo>
                <a:cubicBezTo>
                  <a:pt x="115955" y="65330"/>
                  <a:pt x="115574" y="64960"/>
                  <a:pt x="115134" y="64960"/>
                </a:cubicBezTo>
                <a:close/>
                <a:moveTo>
                  <a:pt x="102525" y="65901"/>
                </a:moveTo>
                <a:cubicBezTo>
                  <a:pt x="102822" y="65901"/>
                  <a:pt x="103061" y="66139"/>
                  <a:pt x="103061" y="66437"/>
                </a:cubicBezTo>
                <a:cubicBezTo>
                  <a:pt x="103061" y="66735"/>
                  <a:pt x="102822" y="66973"/>
                  <a:pt x="102525" y="66973"/>
                </a:cubicBezTo>
                <a:cubicBezTo>
                  <a:pt x="102227" y="66973"/>
                  <a:pt x="101989" y="66735"/>
                  <a:pt x="101989" y="66437"/>
                </a:cubicBezTo>
                <a:cubicBezTo>
                  <a:pt x="101989" y="66139"/>
                  <a:pt x="102227" y="65901"/>
                  <a:pt x="102525" y="65901"/>
                </a:cubicBezTo>
                <a:close/>
                <a:moveTo>
                  <a:pt x="105442" y="65901"/>
                </a:moveTo>
                <a:cubicBezTo>
                  <a:pt x="105740" y="65901"/>
                  <a:pt x="105978" y="66139"/>
                  <a:pt x="105978" y="66437"/>
                </a:cubicBezTo>
                <a:cubicBezTo>
                  <a:pt x="105966" y="66735"/>
                  <a:pt x="105728" y="66973"/>
                  <a:pt x="105442" y="66973"/>
                </a:cubicBezTo>
                <a:cubicBezTo>
                  <a:pt x="105144" y="66973"/>
                  <a:pt x="104906" y="66735"/>
                  <a:pt x="104906" y="66437"/>
                </a:cubicBezTo>
                <a:cubicBezTo>
                  <a:pt x="104906" y="66139"/>
                  <a:pt x="105144" y="65901"/>
                  <a:pt x="105442" y="65901"/>
                </a:cubicBezTo>
                <a:close/>
                <a:moveTo>
                  <a:pt x="32957" y="66306"/>
                </a:moveTo>
                <a:cubicBezTo>
                  <a:pt x="33254" y="66306"/>
                  <a:pt x="33492" y="66544"/>
                  <a:pt x="33492" y="66842"/>
                </a:cubicBezTo>
                <a:cubicBezTo>
                  <a:pt x="33492" y="67139"/>
                  <a:pt x="33254" y="67377"/>
                  <a:pt x="32957" y="67377"/>
                </a:cubicBezTo>
                <a:cubicBezTo>
                  <a:pt x="32659" y="67377"/>
                  <a:pt x="32409" y="67139"/>
                  <a:pt x="32409" y="66842"/>
                </a:cubicBezTo>
                <a:cubicBezTo>
                  <a:pt x="32409" y="66544"/>
                  <a:pt x="32659" y="66306"/>
                  <a:pt x="32957" y="66306"/>
                </a:cubicBezTo>
                <a:close/>
                <a:moveTo>
                  <a:pt x="68997" y="67449"/>
                </a:moveTo>
                <a:cubicBezTo>
                  <a:pt x="69294" y="67449"/>
                  <a:pt x="69533" y="67687"/>
                  <a:pt x="69533" y="67985"/>
                </a:cubicBezTo>
                <a:cubicBezTo>
                  <a:pt x="69533" y="68282"/>
                  <a:pt x="69294" y="68520"/>
                  <a:pt x="68997" y="68520"/>
                </a:cubicBezTo>
                <a:cubicBezTo>
                  <a:pt x="68699" y="68520"/>
                  <a:pt x="68461" y="68282"/>
                  <a:pt x="68461" y="67985"/>
                </a:cubicBezTo>
                <a:cubicBezTo>
                  <a:pt x="68461" y="67687"/>
                  <a:pt x="68699" y="67449"/>
                  <a:pt x="68997" y="67449"/>
                </a:cubicBezTo>
                <a:close/>
                <a:moveTo>
                  <a:pt x="117392" y="67519"/>
                </a:moveTo>
                <a:cubicBezTo>
                  <a:pt x="117530" y="67519"/>
                  <a:pt x="117665" y="67566"/>
                  <a:pt x="117765" y="67675"/>
                </a:cubicBezTo>
                <a:cubicBezTo>
                  <a:pt x="117872" y="67770"/>
                  <a:pt x="117920" y="67913"/>
                  <a:pt x="117920" y="68044"/>
                </a:cubicBezTo>
                <a:cubicBezTo>
                  <a:pt x="117920" y="68092"/>
                  <a:pt x="117920" y="68128"/>
                  <a:pt x="117908" y="68175"/>
                </a:cubicBezTo>
                <a:cubicBezTo>
                  <a:pt x="117860" y="68354"/>
                  <a:pt x="117705" y="68520"/>
                  <a:pt x="117515" y="68568"/>
                </a:cubicBezTo>
                <a:cubicBezTo>
                  <a:pt x="117470" y="68577"/>
                  <a:pt x="117426" y="68581"/>
                  <a:pt x="117382" y="68581"/>
                </a:cubicBezTo>
                <a:cubicBezTo>
                  <a:pt x="117243" y="68581"/>
                  <a:pt x="117115" y="68534"/>
                  <a:pt x="117015" y="68425"/>
                </a:cubicBezTo>
                <a:cubicBezTo>
                  <a:pt x="116872" y="68294"/>
                  <a:pt x="116836" y="68104"/>
                  <a:pt x="116872" y="67925"/>
                </a:cubicBezTo>
                <a:cubicBezTo>
                  <a:pt x="116919" y="67747"/>
                  <a:pt x="117062" y="67580"/>
                  <a:pt x="117265" y="67532"/>
                </a:cubicBezTo>
                <a:cubicBezTo>
                  <a:pt x="117307" y="67524"/>
                  <a:pt x="117350" y="67519"/>
                  <a:pt x="117392" y="67519"/>
                </a:cubicBezTo>
                <a:close/>
                <a:moveTo>
                  <a:pt x="117403" y="67226"/>
                </a:moveTo>
                <a:cubicBezTo>
                  <a:pt x="117330" y="67226"/>
                  <a:pt x="117256" y="67237"/>
                  <a:pt x="117181" y="67258"/>
                </a:cubicBezTo>
                <a:cubicBezTo>
                  <a:pt x="116908" y="67330"/>
                  <a:pt x="116669" y="67556"/>
                  <a:pt x="116598" y="67854"/>
                </a:cubicBezTo>
                <a:cubicBezTo>
                  <a:pt x="116574" y="67901"/>
                  <a:pt x="116562" y="67985"/>
                  <a:pt x="116562" y="68044"/>
                </a:cubicBezTo>
                <a:cubicBezTo>
                  <a:pt x="116562" y="68270"/>
                  <a:pt x="116658" y="68461"/>
                  <a:pt x="116800" y="68628"/>
                </a:cubicBezTo>
                <a:cubicBezTo>
                  <a:pt x="116961" y="68779"/>
                  <a:pt x="117154" y="68857"/>
                  <a:pt x="117361" y="68857"/>
                </a:cubicBezTo>
                <a:cubicBezTo>
                  <a:pt x="117431" y="68857"/>
                  <a:pt x="117502" y="68848"/>
                  <a:pt x="117574" y="68830"/>
                </a:cubicBezTo>
                <a:cubicBezTo>
                  <a:pt x="117860" y="68759"/>
                  <a:pt x="118098" y="68532"/>
                  <a:pt x="118170" y="68235"/>
                </a:cubicBezTo>
                <a:cubicBezTo>
                  <a:pt x="118241" y="67949"/>
                  <a:pt x="118158" y="67651"/>
                  <a:pt x="117955" y="67461"/>
                </a:cubicBezTo>
                <a:cubicBezTo>
                  <a:pt x="117805" y="67311"/>
                  <a:pt x="117610" y="67226"/>
                  <a:pt x="117403" y="67226"/>
                </a:cubicBezTo>
                <a:close/>
                <a:moveTo>
                  <a:pt x="104668" y="29420"/>
                </a:moveTo>
                <a:cubicBezTo>
                  <a:pt x="104156" y="29420"/>
                  <a:pt x="103704" y="29849"/>
                  <a:pt x="103704" y="30373"/>
                </a:cubicBezTo>
                <a:cubicBezTo>
                  <a:pt x="103704" y="30897"/>
                  <a:pt x="104132" y="31325"/>
                  <a:pt x="104656" y="31325"/>
                </a:cubicBezTo>
                <a:cubicBezTo>
                  <a:pt x="104704" y="31325"/>
                  <a:pt x="104751" y="31325"/>
                  <a:pt x="104787" y="31313"/>
                </a:cubicBezTo>
                <a:lnTo>
                  <a:pt x="123682" y="50054"/>
                </a:lnTo>
                <a:lnTo>
                  <a:pt x="130135" y="50054"/>
                </a:lnTo>
                <a:lnTo>
                  <a:pt x="150781" y="70533"/>
                </a:lnTo>
                <a:lnTo>
                  <a:pt x="151579" y="69723"/>
                </a:lnTo>
                <a:lnTo>
                  <a:pt x="130612" y="48923"/>
                </a:lnTo>
                <a:lnTo>
                  <a:pt x="124158" y="48923"/>
                </a:lnTo>
                <a:lnTo>
                  <a:pt x="105609" y="30504"/>
                </a:lnTo>
                <a:cubicBezTo>
                  <a:pt x="105609" y="30468"/>
                  <a:pt x="105620" y="30421"/>
                  <a:pt x="105620" y="30373"/>
                </a:cubicBezTo>
                <a:cubicBezTo>
                  <a:pt x="105620" y="29849"/>
                  <a:pt x="105192" y="29420"/>
                  <a:pt x="104668" y="29420"/>
                </a:cubicBezTo>
                <a:close/>
                <a:moveTo>
                  <a:pt x="76950" y="69854"/>
                </a:moveTo>
                <a:cubicBezTo>
                  <a:pt x="77248" y="69854"/>
                  <a:pt x="77486" y="70092"/>
                  <a:pt x="77486" y="70390"/>
                </a:cubicBezTo>
                <a:cubicBezTo>
                  <a:pt x="77486" y="70687"/>
                  <a:pt x="77248" y="70926"/>
                  <a:pt x="76950" y="70926"/>
                </a:cubicBezTo>
                <a:cubicBezTo>
                  <a:pt x="76653" y="70914"/>
                  <a:pt x="76414" y="70675"/>
                  <a:pt x="76414" y="70390"/>
                </a:cubicBezTo>
                <a:cubicBezTo>
                  <a:pt x="76414" y="70092"/>
                  <a:pt x="76653" y="69854"/>
                  <a:pt x="76950" y="69854"/>
                </a:cubicBezTo>
                <a:close/>
                <a:moveTo>
                  <a:pt x="119646" y="69366"/>
                </a:moveTo>
                <a:cubicBezTo>
                  <a:pt x="119122" y="69366"/>
                  <a:pt x="118694" y="69794"/>
                  <a:pt x="118694" y="70318"/>
                </a:cubicBezTo>
                <a:cubicBezTo>
                  <a:pt x="118694" y="70842"/>
                  <a:pt x="119122" y="71271"/>
                  <a:pt x="119646" y="71271"/>
                </a:cubicBezTo>
                <a:cubicBezTo>
                  <a:pt x="120170" y="71271"/>
                  <a:pt x="120599" y="70842"/>
                  <a:pt x="120599" y="70318"/>
                </a:cubicBezTo>
                <a:cubicBezTo>
                  <a:pt x="120599" y="69794"/>
                  <a:pt x="120170" y="69366"/>
                  <a:pt x="119646" y="69366"/>
                </a:cubicBezTo>
                <a:close/>
                <a:moveTo>
                  <a:pt x="50578" y="11811"/>
                </a:moveTo>
                <a:cubicBezTo>
                  <a:pt x="50054" y="11811"/>
                  <a:pt x="49625" y="12252"/>
                  <a:pt x="49625" y="12764"/>
                </a:cubicBezTo>
                <a:cubicBezTo>
                  <a:pt x="49625" y="13085"/>
                  <a:pt x="49768" y="13347"/>
                  <a:pt x="50006" y="13526"/>
                </a:cubicBezTo>
                <a:lnTo>
                  <a:pt x="50006" y="41505"/>
                </a:lnTo>
                <a:lnTo>
                  <a:pt x="30694" y="60984"/>
                </a:lnTo>
                <a:lnTo>
                  <a:pt x="14109" y="60984"/>
                </a:lnTo>
                <a:lnTo>
                  <a:pt x="3572" y="71616"/>
                </a:lnTo>
                <a:lnTo>
                  <a:pt x="4370" y="72414"/>
                </a:lnTo>
                <a:lnTo>
                  <a:pt x="14585" y="62139"/>
                </a:lnTo>
                <a:lnTo>
                  <a:pt x="31147" y="62139"/>
                </a:lnTo>
                <a:lnTo>
                  <a:pt x="31147" y="62115"/>
                </a:lnTo>
                <a:lnTo>
                  <a:pt x="51137" y="41981"/>
                </a:lnTo>
                <a:lnTo>
                  <a:pt x="51137" y="13526"/>
                </a:lnTo>
                <a:cubicBezTo>
                  <a:pt x="51376" y="13347"/>
                  <a:pt x="51530" y="13085"/>
                  <a:pt x="51530" y="12764"/>
                </a:cubicBezTo>
                <a:cubicBezTo>
                  <a:pt x="51530" y="12252"/>
                  <a:pt x="51090" y="11811"/>
                  <a:pt x="50578" y="11811"/>
                </a:cubicBezTo>
                <a:close/>
                <a:moveTo>
                  <a:pt x="29004" y="72259"/>
                </a:moveTo>
                <a:cubicBezTo>
                  <a:pt x="29301" y="72259"/>
                  <a:pt x="29540" y="72497"/>
                  <a:pt x="29540" y="72795"/>
                </a:cubicBezTo>
                <a:cubicBezTo>
                  <a:pt x="29540" y="73092"/>
                  <a:pt x="29301" y="73331"/>
                  <a:pt x="29004" y="73331"/>
                </a:cubicBezTo>
                <a:cubicBezTo>
                  <a:pt x="28706" y="73331"/>
                  <a:pt x="28468" y="73092"/>
                  <a:pt x="28468" y="72795"/>
                </a:cubicBezTo>
                <a:cubicBezTo>
                  <a:pt x="28492" y="72497"/>
                  <a:pt x="28730" y="72259"/>
                  <a:pt x="29004" y="72259"/>
                </a:cubicBezTo>
                <a:close/>
                <a:moveTo>
                  <a:pt x="29004" y="75771"/>
                </a:moveTo>
                <a:cubicBezTo>
                  <a:pt x="29301" y="75771"/>
                  <a:pt x="29540" y="76009"/>
                  <a:pt x="29540" y="76307"/>
                </a:cubicBezTo>
                <a:cubicBezTo>
                  <a:pt x="29540" y="76605"/>
                  <a:pt x="29301" y="76843"/>
                  <a:pt x="29004" y="76843"/>
                </a:cubicBezTo>
                <a:cubicBezTo>
                  <a:pt x="28706" y="76843"/>
                  <a:pt x="28468" y="76605"/>
                  <a:pt x="28468" y="76307"/>
                </a:cubicBezTo>
                <a:cubicBezTo>
                  <a:pt x="28492" y="76009"/>
                  <a:pt x="28730" y="75771"/>
                  <a:pt x="29004" y="75771"/>
                </a:cubicBezTo>
                <a:close/>
                <a:moveTo>
                  <a:pt x="123730" y="55185"/>
                </a:moveTo>
                <a:lnTo>
                  <a:pt x="123539" y="55388"/>
                </a:lnTo>
                <a:lnTo>
                  <a:pt x="140291" y="72104"/>
                </a:lnTo>
                <a:lnTo>
                  <a:pt x="140327" y="72152"/>
                </a:lnTo>
                <a:lnTo>
                  <a:pt x="144590" y="72152"/>
                </a:lnTo>
                <a:lnTo>
                  <a:pt x="149900" y="77462"/>
                </a:lnTo>
                <a:lnTo>
                  <a:pt x="150090" y="77260"/>
                </a:lnTo>
                <a:lnTo>
                  <a:pt x="144732" y="71902"/>
                </a:lnTo>
                <a:lnTo>
                  <a:pt x="144685" y="71854"/>
                </a:lnTo>
                <a:lnTo>
                  <a:pt x="140434" y="71854"/>
                </a:lnTo>
                <a:lnTo>
                  <a:pt x="123730" y="55185"/>
                </a:lnTo>
                <a:close/>
                <a:moveTo>
                  <a:pt x="124325" y="77486"/>
                </a:moveTo>
                <a:cubicBezTo>
                  <a:pt x="124623" y="77486"/>
                  <a:pt x="124861" y="77724"/>
                  <a:pt x="124861" y="78022"/>
                </a:cubicBezTo>
                <a:cubicBezTo>
                  <a:pt x="124861" y="78319"/>
                  <a:pt x="124623" y="78569"/>
                  <a:pt x="124325" y="78569"/>
                </a:cubicBezTo>
                <a:cubicBezTo>
                  <a:pt x="124039" y="78569"/>
                  <a:pt x="123801" y="78319"/>
                  <a:pt x="123801" y="78022"/>
                </a:cubicBezTo>
                <a:cubicBezTo>
                  <a:pt x="123801" y="77724"/>
                  <a:pt x="124028" y="77486"/>
                  <a:pt x="124325" y="77486"/>
                </a:cubicBezTo>
                <a:close/>
                <a:moveTo>
                  <a:pt x="82725" y="79141"/>
                </a:moveTo>
                <a:cubicBezTo>
                  <a:pt x="83022" y="79141"/>
                  <a:pt x="83261" y="79379"/>
                  <a:pt x="83261" y="79677"/>
                </a:cubicBezTo>
                <a:cubicBezTo>
                  <a:pt x="83261" y="79974"/>
                  <a:pt x="83022" y="80212"/>
                  <a:pt x="82725" y="80212"/>
                </a:cubicBezTo>
                <a:cubicBezTo>
                  <a:pt x="82427" y="80212"/>
                  <a:pt x="82189" y="79974"/>
                  <a:pt x="82189" y="79677"/>
                </a:cubicBezTo>
                <a:cubicBezTo>
                  <a:pt x="82189" y="79379"/>
                  <a:pt x="82427" y="79141"/>
                  <a:pt x="82725" y="79141"/>
                </a:cubicBezTo>
                <a:close/>
                <a:moveTo>
                  <a:pt x="68997" y="67163"/>
                </a:moveTo>
                <a:cubicBezTo>
                  <a:pt x="68556" y="67163"/>
                  <a:pt x="68175" y="67532"/>
                  <a:pt x="68175" y="67985"/>
                </a:cubicBezTo>
                <a:cubicBezTo>
                  <a:pt x="68175" y="68163"/>
                  <a:pt x="68235" y="68342"/>
                  <a:pt x="68342" y="68473"/>
                </a:cubicBezTo>
                <a:lnTo>
                  <a:pt x="65354" y="71699"/>
                </a:lnTo>
                <a:lnTo>
                  <a:pt x="65354" y="85094"/>
                </a:lnTo>
                <a:lnTo>
                  <a:pt x="65639" y="85094"/>
                </a:lnTo>
                <a:lnTo>
                  <a:pt x="65639" y="71807"/>
                </a:lnTo>
                <a:lnTo>
                  <a:pt x="68556" y="68663"/>
                </a:lnTo>
                <a:cubicBezTo>
                  <a:pt x="68687" y="68759"/>
                  <a:pt x="68830" y="68794"/>
                  <a:pt x="68997" y="68794"/>
                </a:cubicBezTo>
                <a:cubicBezTo>
                  <a:pt x="69004" y="68794"/>
                  <a:pt x="69011" y="68795"/>
                  <a:pt x="69019" y="68795"/>
                </a:cubicBezTo>
                <a:cubicBezTo>
                  <a:pt x="69461" y="68795"/>
                  <a:pt x="69818" y="68441"/>
                  <a:pt x="69818" y="67985"/>
                </a:cubicBezTo>
                <a:cubicBezTo>
                  <a:pt x="69818" y="67532"/>
                  <a:pt x="69449" y="67163"/>
                  <a:pt x="68997" y="67163"/>
                </a:cubicBezTo>
                <a:close/>
                <a:moveTo>
                  <a:pt x="70914" y="18931"/>
                </a:moveTo>
                <a:cubicBezTo>
                  <a:pt x="70473" y="18931"/>
                  <a:pt x="70104" y="19300"/>
                  <a:pt x="70104" y="19741"/>
                </a:cubicBezTo>
                <a:cubicBezTo>
                  <a:pt x="70104" y="20145"/>
                  <a:pt x="70402" y="20479"/>
                  <a:pt x="70771" y="20550"/>
                </a:cubicBezTo>
                <a:lnTo>
                  <a:pt x="70771" y="35790"/>
                </a:lnTo>
                <a:lnTo>
                  <a:pt x="68854" y="37731"/>
                </a:lnTo>
                <a:lnTo>
                  <a:pt x="68854" y="62258"/>
                </a:lnTo>
                <a:lnTo>
                  <a:pt x="60877" y="70247"/>
                </a:lnTo>
                <a:lnTo>
                  <a:pt x="60829" y="70294"/>
                </a:lnTo>
                <a:lnTo>
                  <a:pt x="60829" y="85118"/>
                </a:lnTo>
                <a:lnTo>
                  <a:pt x="61115" y="85118"/>
                </a:lnTo>
                <a:lnTo>
                  <a:pt x="61115" y="70414"/>
                </a:lnTo>
                <a:lnTo>
                  <a:pt x="69092" y="62413"/>
                </a:lnTo>
                <a:lnTo>
                  <a:pt x="69152" y="62353"/>
                </a:lnTo>
                <a:lnTo>
                  <a:pt x="69152" y="37850"/>
                </a:lnTo>
                <a:lnTo>
                  <a:pt x="71069" y="35909"/>
                </a:lnTo>
                <a:lnTo>
                  <a:pt x="71069" y="20550"/>
                </a:lnTo>
                <a:cubicBezTo>
                  <a:pt x="71450" y="20479"/>
                  <a:pt x="71735" y="20145"/>
                  <a:pt x="71735" y="19741"/>
                </a:cubicBezTo>
                <a:cubicBezTo>
                  <a:pt x="71735" y="19300"/>
                  <a:pt x="71366" y="18931"/>
                  <a:pt x="70914" y="18931"/>
                </a:cubicBezTo>
                <a:close/>
                <a:moveTo>
                  <a:pt x="68997" y="64460"/>
                </a:moveTo>
                <a:cubicBezTo>
                  <a:pt x="68556" y="64460"/>
                  <a:pt x="68175" y="64830"/>
                  <a:pt x="68175" y="65270"/>
                </a:cubicBezTo>
                <a:cubicBezTo>
                  <a:pt x="68175" y="65449"/>
                  <a:pt x="68235" y="65615"/>
                  <a:pt x="68330" y="65734"/>
                </a:cubicBezTo>
                <a:lnTo>
                  <a:pt x="63103" y="71009"/>
                </a:lnTo>
                <a:lnTo>
                  <a:pt x="63103" y="85118"/>
                </a:lnTo>
                <a:lnTo>
                  <a:pt x="63389" y="85118"/>
                </a:lnTo>
                <a:lnTo>
                  <a:pt x="63389" y="71128"/>
                </a:lnTo>
                <a:lnTo>
                  <a:pt x="68532" y="65961"/>
                </a:lnTo>
                <a:cubicBezTo>
                  <a:pt x="68675" y="66044"/>
                  <a:pt x="68830" y="66103"/>
                  <a:pt x="68997" y="66103"/>
                </a:cubicBezTo>
                <a:cubicBezTo>
                  <a:pt x="69449" y="66092"/>
                  <a:pt x="69818" y="65734"/>
                  <a:pt x="69818" y="65270"/>
                </a:cubicBezTo>
                <a:cubicBezTo>
                  <a:pt x="69818" y="64830"/>
                  <a:pt x="69449" y="64460"/>
                  <a:pt x="68997" y="64460"/>
                </a:cubicBezTo>
                <a:close/>
                <a:moveTo>
                  <a:pt x="29004" y="68306"/>
                </a:moveTo>
                <a:cubicBezTo>
                  <a:pt x="28694" y="68306"/>
                  <a:pt x="28432" y="68461"/>
                  <a:pt x="28242" y="68699"/>
                </a:cubicBezTo>
                <a:lnTo>
                  <a:pt x="17336" y="68699"/>
                </a:lnTo>
                <a:lnTo>
                  <a:pt x="0" y="86154"/>
                </a:lnTo>
                <a:lnTo>
                  <a:pt x="810" y="86951"/>
                </a:lnTo>
                <a:lnTo>
                  <a:pt x="17812" y="69830"/>
                </a:lnTo>
                <a:lnTo>
                  <a:pt x="28242" y="69830"/>
                </a:lnTo>
                <a:cubicBezTo>
                  <a:pt x="28432" y="70068"/>
                  <a:pt x="28694" y="70211"/>
                  <a:pt x="29004" y="70211"/>
                </a:cubicBezTo>
                <a:cubicBezTo>
                  <a:pt x="29528" y="70211"/>
                  <a:pt x="29956" y="69783"/>
                  <a:pt x="29956" y="69259"/>
                </a:cubicBezTo>
                <a:cubicBezTo>
                  <a:pt x="29956" y="68747"/>
                  <a:pt x="29528" y="68306"/>
                  <a:pt x="29004" y="68306"/>
                </a:cubicBezTo>
                <a:close/>
                <a:moveTo>
                  <a:pt x="16538" y="86642"/>
                </a:moveTo>
                <a:cubicBezTo>
                  <a:pt x="16836" y="86642"/>
                  <a:pt x="17074" y="86880"/>
                  <a:pt x="17074" y="87177"/>
                </a:cubicBezTo>
                <a:cubicBezTo>
                  <a:pt x="17074" y="87475"/>
                  <a:pt x="16836" y="87713"/>
                  <a:pt x="16538" y="87713"/>
                </a:cubicBezTo>
                <a:cubicBezTo>
                  <a:pt x="16240" y="87713"/>
                  <a:pt x="16002" y="87475"/>
                  <a:pt x="16002" y="87177"/>
                </a:cubicBezTo>
                <a:cubicBezTo>
                  <a:pt x="16002" y="86880"/>
                  <a:pt x="16240" y="86642"/>
                  <a:pt x="16538" y="86642"/>
                </a:cubicBezTo>
                <a:close/>
                <a:moveTo>
                  <a:pt x="71128" y="86927"/>
                </a:moveTo>
                <a:cubicBezTo>
                  <a:pt x="71426" y="86927"/>
                  <a:pt x="71664" y="87166"/>
                  <a:pt x="71664" y="87463"/>
                </a:cubicBezTo>
                <a:cubicBezTo>
                  <a:pt x="71664" y="87761"/>
                  <a:pt x="71426" y="87999"/>
                  <a:pt x="71128" y="87999"/>
                </a:cubicBezTo>
                <a:cubicBezTo>
                  <a:pt x="70830" y="87999"/>
                  <a:pt x="70592" y="87761"/>
                  <a:pt x="70592" y="87463"/>
                </a:cubicBezTo>
                <a:cubicBezTo>
                  <a:pt x="70592" y="87166"/>
                  <a:pt x="70830" y="86927"/>
                  <a:pt x="71128" y="86927"/>
                </a:cubicBezTo>
                <a:close/>
                <a:moveTo>
                  <a:pt x="71128" y="86630"/>
                </a:moveTo>
                <a:cubicBezTo>
                  <a:pt x="70676" y="86630"/>
                  <a:pt x="70307" y="86999"/>
                  <a:pt x="70307" y="87451"/>
                </a:cubicBezTo>
                <a:cubicBezTo>
                  <a:pt x="70307" y="87916"/>
                  <a:pt x="70664" y="88273"/>
                  <a:pt x="71128" y="88273"/>
                </a:cubicBezTo>
                <a:cubicBezTo>
                  <a:pt x="71569" y="88273"/>
                  <a:pt x="71950" y="87892"/>
                  <a:pt x="71950" y="87451"/>
                </a:cubicBezTo>
                <a:cubicBezTo>
                  <a:pt x="71950" y="86999"/>
                  <a:pt x="71569" y="86630"/>
                  <a:pt x="71128" y="86630"/>
                </a:cubicBezTo>
                <a:close/>
                <a:moveTo>
                  <a:pt x="14276" y="88928"/>
                </a:moveTo>
                <a:cubicBezTo>
                  <a:pt x="14573" y="88928"/>
                  <a:pt x="14811" y="89166"/>
                  <a:pt x="14811" y="89463"/>
                </a:cubicBezTo>
                <a:cubicBezTo>
                  <a:pt x="14811" y="89761"/>
                  <a:pt x="14573" y="89999"/>
                  <a:pt x="14276" y="89999"/>
                </a:cubicBezTo>
                <a:cubicBezTo>
                  <a:pt x="13978" y="89975"/>
                  <a:pt x="13740" y="89737"/>
                  <a:pt x="13740" y="89463"/>
                </a:cubicBezTo>
                <a:cubicBezTo>
                  <a:pt x="13740" y="89166"/>
                  <a:pt x="13978" y="88928"/>
                  <a:pt x="14276" y="88928"/>
                </a:cubicBezTo>
                <a:close/>
                <a:moveTo>
                  <a:pt x="29004" y="71961"/>
                </a:moveTo>
                <a:cubicBezTo>
                  <a:pt x="28599" y="71961"/>
                  <a:pt x="28277" y="72259"/>
                  <a:pt x="28206" y="72628"/>
                </a:cubicBezTo>
                <a:lnTo>
                  <a:pt x="18991" y="72628"/>
                </a:lnTo>
                <a:lnTo>
                  <a:pt x="1786" y="89975"/>
                </a:lnTo>
                <a:lnTo>
                  <a:pt x="2000" y="90178"/>
                </a:lnTo>
                <a:lnTo>
                  <a:pt x="19122" y="72914"/>
                </a:lnTo>
                <a:lnTo>
                  <a:pt x="28206" y="72914"/>
                </a:lnTo>
                <a:lnTo>
                  <a:pt x="28206" y="72926"/>
                </a:lnTo>
                <a:cubicBezTo>
                  <a:pt x="28277" y="73307"/>
                  <a:pt x="28611" y="73592"/>
                  <a:pt x="29004" y="73592"/>
                </a:cubicBezTo>
                <a:cubicBezTo>
                  <a:pt x="29456" y="73592"/>
                  <a:pt x="29825" y="73223"/>
                  <a:pt x="29825" y="72771"/>
                </a:cubicBezTo>
                <a:cubicBezTo>
                  <a:pt x="29825" y="72330"/>
                  <a:pt x="29456" y="71961"/>
                  <a:pt x="29004" y="71961"/>
                </a:cubicBezTo>
                <a:close/>
                <a:moveTo>
                  <a:pt x="71128" y="89880"/>
                </a:moveTo>
                <a:cubicBezTo>
                  <a:pt x="71426" y="89880"/>
                  <a:pt x="71664" y="90118"/>
                  <a:pt x="71664" y="90416"/>
                </a:cubicBezTo>
                <a:cubicBezTo>
                  <a:pt x="71664" y="90714"/>
                  <a:pt x="71426" y="90952"/>
                  <a:pt x="71128" y="90952"/>
                </a:cubicBezTo>
                <a:cubicBezTo>
                  <a:pt x="70830" y="90952"/>
                  <a:pt x="70592" y="90714"/>
                  <a:pt x="70592" y="90416"/>
                </a:cubicBezTo>
                <a:cubicBezTo>
                  <a:pt x="70592" y="90118"/>
                  <a:pt x="70830" y="89880"/>
                  <a:pt x="71128" y="89880"/>
                </a:cubicBezTo>
                <a:close/>
                <a:moveTo>
                  <a:pt x="71128" y="89583"/>
                </a:moveTo>
                <a:cubicBezTo>
                  <a:pt x="70676" y="89583"/>
                  <a:pt x="70307" y="89952"/>
                  <a:pt x="70307" y="90392"/>
                </a:cubicBezTo>
                <a:cubicBezTo>
                  <a:pt x="70307" y="90857"/>
                  <a:pt x="70664" y="91214"/>
                  <a:pt x="71128" y="91214"/>
                </a:cubicBezTo>
                <a:cubicBezTo>
                  <a:pt x="71569" y="91214"/>
                  <a:pt x="71950" y="90845"/>
                  <a:pt x="71950" y="90392"/>
                </a:cubicBezTo>
                <a:cubicBezTo>
                  <a:pt x="71950" y="89952"/>
                  <a:pt x="71569" y="89583"/>
                  <a:pt x="71128" y="89583"/>
                </a:cubicBezTo>
                <a:close/>
                <a:moveTo>
                  <a:pt x="12025" y="91178"/>
                </a:moveTo>
                <a:cubicBezTo>
                  <a:pt x="12323" y="91178"/>
                  <a:pt x="12561" y="91416"/>
                  <a:pt x="12561" y="91714"/>
                </a:cubicBezTo>
                <a:cubicBezTo>
                  <a:pt x="12561" y="92011"/>
                  <a:pt x="12323" y="92261"/>
                  <a:pt x="12025" y="92261"/>
                </a:cubicBezTo>
                <a:cubicBezTo>
                  <a:pt x="11728" y="92261"/>
                  <a:pt x="11490" y="92011"/>
                  <a:pt x="11490" y="91714"/>
                </a:cubicBezTo>
                <a:cubicBezTo>
                  <a:pt x="11490" y="91416"/>
                  <a:pt x="11728" y="91178"/>
                  <a:pt x="12025" y="91178"/>
                </a:cubicBezTo>
                <a:close/>
                <a:moveTo>
                  <a:pt x="29004" y="75474"/>
                </a:moveTo>
                <a:cubicBezTo>
                  <a:pt x="28599" y="75474"/>
                  <a:pt x="28277" y="75771"/>
                  <a:pt x="28206" y="76140"/>
                </a:cubicBezTo>
                <a:lnTo>
                  <a:pt x="20479" y="76140"/>
                </a:lnTo>
                <a:lnTo>
                  <a:pt x="3274" y="93500"/>
                </a:lnTo>
                <a:lnTo>
                  <a:pt x="3489" y="93702"/>
                </a:lnTo>
                <a:lnTo>
                  <a:pt x="20610" y="76438"/>
                </a:lnTo>
                <a:lnTo>
                  <a:pt x="28206" y="76438"/>
                </a:lnTo>
                <a:cubicBezTo>
                  <a:pt x="28277" y="76819"/>
                  <a:pt x="28611" y="77105"/>
                  <a:pt x="29004" y="77105"/>
                </a:cubicBezTo>
                <a:cubicBezTo>
                  <a:pt x="29456" y="77105"/>
                  <a:pt x="29825" y="76736"/>
                  <a:pt x="29825" y="76283"/>
                </a:cubicBezTo>
                <a:cubicBezTo>
                  <a:pt x="29825" y="75843"/>
                  <a:pt x="29456" y="75474"/>
                  <a:pt x="29004" y="75474"/>
                </a:cubicBezTo>
                <a:close/>
                <a:moveTo>
                  <a:pt x="50197" y="48625"/>
                </a:moveTo>
                <a:cubicBezTo>
                  <a:pt x="49756" y="48625"/>
                  <a:pt x="49387" y="48994"/>
                  <a:pt x="49387" y="49435"/>
                </a:cubicBezTo>
                <a:cubicBezTo>
                  <a:pt x="49387" y="49613"/>
                  <a:pt x="49447" y="49780"/>
                  <a:pt x="49530" y="49911"/>
                </a:cubicBezTo>
                <a:lnTo>
                  <a:pt x="40660" y="58841"/>
                </a:lnTo>
                <a:lnTo>
                  <a:pt x="40660" y="82629"/>
                </a:lnTo>
                <a:lnTo>
                  <a:pt x="28897" y="94476"/>
                </a:lnTo>
                <a:lnTo>
                  <a:pt x="29111" y="94667"/>
                </a:lnTo>
                <a:lnTo>
                  <a:pt x="40958" y="82736"/>
                </a:lnTo>
                <a:lnTo>
                  <a:pt x="40958" y="58960"/>
                </a:lnTo>
                <a:lnTo>
                  <a:pt x="49744" y="50113"/>
                </a:lnTo>
                <a:cubicBezTo>
                  <a:pt x="49875" y="50197"/>
                  <a:pt x="50042" y="50256"/>
                  <a:pt x="50197" y="50256"/>
                </a:cubicBezTo>
                <a:cubicBezTo>
                  <a:pt x="50661" y="50256"/>
                  <a:pt x="51018" y="49899"/>
                  <a:pt x="51018" y="49435"/>
                </a:cubicBezTo>
                <a:cubicBezTo>
                  <a:pt x="51018" y="48994"/>
                  <a:pt x="50649" y="48625"/>
                  <a:pt x="50197" y="48625"/>
                </a:cubicBezTo>
                <a:close/>
                <a:moveTo>
                  <a:pt x="51542" y="99108"/>
                </a:moveTo>
                <a:cubicBezTo>
                  <a:pt x="51840" y="99108"/>
                  <a:pt x="52078" y="99346"/>
                  <a:pt x="52078" y="99643"/>
                </a:cubicBezTo>
                <a:cubicBezTo>
                  <a:pt x="52078" y="99941"/>
                  <a:pt x="51840" y="100179"/>
                  <a:pt x="51542" y="100179"/>
                </a:cubicBezTo>
                <a:cubicBezTo>
                  <a:pt x="51245" y="100179"/>
                  <a:pt x="51006" y="99941"/>
                  <a:pt x="51006" y="99643"/>
                </a:cubicBezTo>
                <a:cubicBezTo>
                  <a:pt x="51006" y="99346"/>
                  <a:pt x="51245" y="99108"/>
                  <a:pt x="51542" y="99108"/>
                </a:cubicBezTo>
                <a:close/>
                <a:moveTo>
                  <a:pt x="105204" y="39029"/>
                </a:moveTo>
                <a:cubicBezTo>
                  <a:pt x="104763" y="39029"/>
                  <a:pt x="104394" y="39410"/>
                  <a:pt x="104394" y="39850"/>
                </a:cubicBezTo>
                <a:cubicBezTo>
                  <a:pt x="104394" y="40303"/>
                  <a:pt x="104763" y="40672"/>
                  <a:pt x="105204" y="40672"/>
                </a:cubicBezTo>
                <a:cubicBezTo>
                  <a:pt x="105382" y="40672"/>
                  <a:pt x="105549" y="40612"/>
                  <a:pt x="105668" y="40517"/>
                </a:cubicBezTo>
                <a:lnTo>
                  <a:pt x="142054" y="76831"/>
                </a:lnTo>
                <a:lnTo>
                  <a:pt x="142054" y="99108"/>
                </a:lnTo>
                <a:lnTo>
                  <a:pt x="143899" y="100965"/>
                </a:lnTo>
                <a:lnTo>
                  <a:pt x="150507" y="100965"/>
                </a:lnTo>
                <a:lnTo>
                  <a:pt x="150507" y="100679"/>
                </a:lnTo>
                <a:lnTo>
                  <a:pt x="144018" y="100679"/>
                </a:lnTo>
                <a:lnTo>
                  <a:pt x="142339" y="98988"/>
                </a:lnTo>
                <a:lnTo>
                  <a:pt x="142339" y="76724"/>
                </a:lnTo>
                <a:lnTo>
                  <a:pt x="105882" y="40315"/>
                </a:lnTo>
                <a:cubicBezTo>
                  <a:pt x="105966" y="40184"/>
                  <a:pt x="106025" y="40017"/>
                  <a:pt x="106025" y="39850"/>
                </a:cubicBezTo>
                <a:cubicBezTo>
                  <a:pt x="106025" y="39410"/>
                  <a:pt x="105656" y="39029"/>
                  <a:pt x="105204" y="39029"/>
                </a:cubicBezTo>
                <a:close/>
                <a:moveTo>
                  <a:pt x="59400" y="26003"/>
                </a:moveTo>
                <a:cubicBezTo>
                  <a:pt x="58948" y="26003"/>
                  <a:pt x="58579" y="26372"/>
                  <a:pt x="58579" y="26813"/>
                </a:cubicBezTo>
                <a:cubicBezTo>
                  <a:pt x="58579" y="27218"/>
                  <a:pt x="58877" y="27551"/>
                  <a:pt x="59246" y="27623"/>
                </a:cubicBezTo>
                <a:lnTo>
                  <a:pt x="59246" y="40505"/>
                </a:lnTo>
                <a:lnTo>
                  <a:pt x="57626" y="42148"/>
                </a:lnTo>
                <a:lnTo>
                  <a:pt x="57626" y="55138"/>
                </a:lnTo>
                <a:lnTo>
                  <a:pt x="48304" y="64496"/>
                </a:lnTo>
                <a:lnTo>
                  <a:pt x="48304" y="81332"/>
                </a:lnTo>
                <a:lnTo>
                  <a:pt x="28920" y="100834"/>
                </a:lnTo>
                <a:lnTo>
                  <a:pt x="29111" y="101024"/>
                </a:lnTo>
                <a:lnTo>
                  <a:pt x="48566" y="81486"/>
                </a:lnTo>
                <a:lnTo>
                  <a:pt x="48601" y="81439"/>
                </a:lnTo>
                <a:lnTo>
                  <a:pt x="48601" y="64603"/>
                </a:lnTo>
                <a:lnTo>
                  <a:pt x="57924" y="55245"/>
                </a:lnTo>
                <a:lnTo>
                  <a:pt x="57924" y="42255"/>
                </a:lnTo>
                <a:lnTo>
                  <a:pt x="59543" y="40612"/>
                </a:lnTo>
                <a:lnTo>
                  <a:pt x="59543" y="27623"/>
                </a:lnTo>
                <a:cubicBezTo>
                  <a:pt x="59936" y="27551"/>
                  <a:pt x="60210" y="27218"/>
                  <a:pt x="60210" y="26813"/>
                </a:cubicBezTo>
                <a:cubicBezTo>
                  <a:pt x="60210" y="26372"/>
                  <a:pt x="59841" y="26003"/>
                  <a:pt x="59400" y="26003"/>
                </a:cubicBezTo>
                <a:close/>
                <a:moveTo>
                  <a:pt x="12014" y="90904"/>
                </a:moveTo>
                <a:cubicBezTo>
                  <a:pt x="11561" y="90904"/>
                  <a:pt x="11192" y="91273"/>
                  <a:pt x="11192" y="91726"/>
                </a:cubicBezTo>
                <a:cubicBezTo>
                  <a:pt x="11192" y="92119"/>
                  <a:pt x="11490" y="92452"/>
                  <a:pt x="11859" y="92523"/>
                </a:cubicBezTo>
                <a:lnTo>
                  <a:pt x="11859" y="102465"/>
                </a:lnTo>
                <a:lnTo>
                  <a:pt x="11478" y="102858"/>
                </a:lnTo>
                <a:lnTo>
                  <a:pt x="5763" y="102858"/>
                </a:lnTo>
                <a:lnTo>
                  <a:pt x="5763" y="103132"/>
                </a:lnTo>
                <a:lnTo>
                  <a:pt x="11609" y="103132"/>
                </a:lnTo>
                <a:lnTo>
                  <a:pt x="12156" y="102572"/>
                </a:lnTo>
                <a:lnTo>
                  <a:pt x="12156" y="92523"/>
                </a:lnTo>
                <a:cubicBezTo>
                  <a:pt x="12549" y="92452"/>
                  <a:pt x="12835" y="92119"/>
                  <a:pt x="12835" y="91726"/>
                </a:cubicBezTo>
                <a:cubicBezTo>
                  <a:pt x="12835" y="91273"/>
                  <a:pt x="12454" y="90904"/>
                  <a:pt x="12014" y="90904"/>
                </a:cubicBezTo>
                <a:close/>
                <a:moveTo>
                  <a:pt x="88690" y="33218"/>
                </a:moveTo>
                <a:cubicBezTo>
                  <a:pt x="88237" y="33218"/>
                  <a:pt x="87868" y="33588"/>
                  <a:pt x="87868" y="34040"/>
                </a:cubicBezTo>
                <a:cubicBezTo>
                  <a:pt x="87868" y="34481"/>
                  <a:pt x="88237" y="34850"/>
                  <a:pt x="88690" y="34850"/>
                </a:cubicBezTo>
                <a:cubicBezTo>
                  <a:pt x="88868" y="34850"/>
                  <a:pt x="89023" y="34790"/>
                  <a:pt x="89142" y="34707"/>
                </a:cubicBezTo>
                <a:lnTo>
                  <a:pt x="105097" y="50625"/>
                </a:lnTo>
                <a:lnTo>
                  <a:pt x="105144" y="50673"/>
                </a:lnTo>
                <a:lnTo>
                  <a:pt x="112871" y="50673"/>
                </a:lnTo>
                <a:lnTo>
                  <a:pt x="139791" y="77557"/>
                </a:lnTo>
                <a:lnTo>
                  <a:pt x="139791" y="99822"/>
                </a:lnTo>
                <a:lnTo>
                  <a:pt x="143185" y="103191"/>
                </a:lnTo>
                <a:lnTo>
                  <a:pt x="150709" y="103191"/>
                </a:lnTo>
                <a:lnTo>
                  <a:pt x="150709" y="102918"/>
                </a:lnTo>
                <a:lnTo>
                  <a:pt x="143292" y="102918"/>
                </a:lnTo>
                <a:lnTo>
                  <a:pt x="140077" y="99703"/>
                </a:lnTo>
                <a:lnTo>
                  <a:pt x="140077" y="77414"/>
                </a:lnTo>
                <a:lnTo>
                  <a:pt x="113038" y="50423"/>
                </a:lnTo>
                <a:lnTo>
                  <a:pt x="112990" y="50375"/>
                </a:lnTo>
                <a:lnTo>
                  <a:pt x="105263" y="50375"/>
                </a:lnTo>
                <a:lnTo>
                  <a:pt x="89357" y="34492"/>
                </a:lnTo>
                <a:cubicBezTo>
                  <a:pt x="89440" y="34361"/>
                  <a:pt x="89499" y="34195"/>
                  <a:pt x="89499" y="34040"/>
                </a:cubicBezTo>
                <a:cubicBezTo>
                  <a:pt x="89499" y="33588"/>
                  <a:pt x="89130" y="33218"/>
                  <a:pt x="88690" y="33218"/>
                </a:cubicBezTo>
                <a:close/>
                <a:moveTo>
                  <a:pt x="62365" y="42982"/>
                </a:moveTo>
                <a:cubicBezTo>
                  <a:pt x="61913" y="42982"/>
                  <a:pt x="61544" y="43351"/>
                  <a:pt x="61544" y="43803"/>
                </a:cubicBezTo>
                <a:cubicBezTo>
                  <a:pt x="61544" y="44196"/>
                  <a:pt x="61841" y="44529"/>
                  <a:pt x="62210" y="44601"/>
                </a:cubicBezTo>
                <a:lnTo>
                  <a:pt x="62210" y="50268"/>
                </a:lnTo>
                <a:lnTo>
                  <a:pt x="59900" y="52590"/>
                </a:lnTo>
                <a:lnTo>
                  <a:pt x="59900" y="55852"/>
                </a:lnTo>
                <a:lnTo>
                  <a:pt x="50602" y="65199"/>
                </a:lnTo>
                <a:lnTo>
                  <a:pt x="50602" y="82046"/>
                </a:lnTo>
                <a:lnTo>
                  <a:pt x="28920" y="103834"/>
                </a:lnTo>
                <a:lnTo>
                  <a:pt x="29111" y="104025"/>
                </a:lnTo>
                <a:lnTo>
                  <a:pt x="50840" y="82213"/>
                </a:lnTo>
                <a:lnTo>
                  <a:pt x="50887" y="82165"/>
                </a:lnTo>
                <a:lnTo>
                  <a:pt x="50887" y="65318"/>
                </a:lnTo>
                <a:lnTo>
                  <a:pt x="60198" y="55959"/>
                </a:lnTo>
                <a:lnTo>
                  <a:pt x="60198" y="52697"/>
                </a:lnTo>
                <a:lnTo>
                  <a:pt x="62508" y="50375"/>
                </a:lnTo>
                <a:lnTo>
                  <a:pt x="62508" y="44601"/>
                </a:lnTo>
                <a:cubicBezTo>
                  <a:pt x="62901" y="44529"/>
                  <a:pt x="63175" y="44196"/>
                  <a:pt x="63175" y="43803"/>
                </a:cubicBezTo>
                <a:cubicBezTo>
                  <a:pt x="63175" y="43351"/>
                  <a:pt x="62806" y="42982"/>
                  <a:pt x="62365" y="42982"/>
                </a:cubicBezTo>
                <a:close/>
                <a:moveTo>
                  <a:pt x="14276" y="88630"/>
                </a:moveTo>
                <a:cubicBezTo>
                  <a:pt x="13823" y="88630"/>
                  <a:pt x="13454" y="88999"/>
                  <a:pt x="13454" y="89440"/>
                </a:cubicBezTo>
                <a:cubicBezTo>
                  <a:pt x="13454" y="89844"/>
                  <a:pt x="13752" y="90178"/>
                  <a:pt x="14121" y="90249"/>
                </a:cubicBezTo>
                <a:lnTo>
                  <a:pt x="14121" y="103168"/>
                </a:lnTo>
                <a:lnTo>
                  <a:pt x="12204" y="105096"/>
                </a:lnTo>
                <a:lnTo>
                  <a:pt x="5656" y="105096"/>
                </a:lnTo>
                <a:lnTo>
                  <a:pt x="5656" y="105382"/>
                </a:lnTo>
                <a:lnTo>
                  <a:pt x="12323" y="105382"/>
                </a:lnTo>
                <a:lnTo>
                  <a:pt x="14407" y="103287"/>
                </a:lnTo>
                <a:lnTo>
                  <a:pt x="14407" y="90249"/>
                </a:lnTo>
                <a:lnTo>
                  <a:pt x="14419" y="90249"/>
                </a:lnTo>
                <a:cubicBezTo>
                  <a:pt x="14811" y="90178"/>
                  <a:pt x="15097" y="89844"/>
                  <a:pt x="15097" y="89440"/>
                </a:cubicBezTo>
                <a:cubicBezTo>
                  <a:pt x="15097" y="88999"/>
                  <a:pt x="14716" y="88630"/>
                  <a:pt x="14276" y="88630"/>
                </a:cubicBezTo>
                <a:close/>
                <a:moveTo>
                  <a:pt x="65949" y="104680"/>
                </a:moveTo>
                <a:cubicBezTo>
                  <a:pt x="66246" y="104680"/>
                  <a:pt x="66485" y="104918"/>
                  <a:pt x="66485" y="105215"/>
                </a:cubicBezTo>
                <a:cubicBezTo>
                  <a:pt x="66485" y="105513"/>
                  <a:pt x="66246" y="105751"/>
                  <a:pt x="65949" y="105751"/>
                </a:cubicBezTo>
                <a:cubicBezTo>
                  <a:pt x="65651" y="105751"/>
                  <a:pt x="65413" y="105513"/>
                  <a:pt x="65413" y="105215"/>
                </a:cubicBezTo>
                <a:cubicBezTo>
                  <a:pt x="65413" y="104918"/>
                  <a:pt x="65651" y="104680"/>
                  <a:pt x="65949" y="104680"/>
                </a:cubicBezTo>
                <a:close/>
                <a:moveTo>
                  <a:pt x="50899" y="104918"/>
                </a:moveTo>
                <a:cubicBezTo>
                  <a:pt x="51197" y="104918"/>
                  <a:pt x="51435" y="105156"/>
                  <a:pt x="51435" y="105454"/>
                </a:cubicBezTo>
                <a:cubicBezTo>
                  <a:pt x="51435" y="105751"/>
                  <a:pt x="51197" y="105989"/>
                  <a:pt x="50899" y="105989"/>
                </a:cubicBezTo>
                <a:cubicBezTo>
                  <a:pt x="50602" y="105989"/>
                  <a:pt x="50364" y="105751"/>
                  <a:pt x="50364" y="105454"/>
                </a:cubicBezTo>
                <a:cubicBezTo>
                  <a:pt x="50364" y="105156"/>
                  <a:pt x="50602" y="104918"/>
                  <a:pt x="50899" y="104918"/>
                </a:cubicBezTo>
                <a:close/>
                <a:moveTo>
                  <a:pt x="66616" y="46149"/>
                </a:moveTo>
                <a:lnTo>
                  <a:pt x="66616" y="52042"/>
                </a:lnTo>
                <a:lnTo>
                  <a:pt x="52864" y="65853"/>
                </a:lnTo>
                <a:lnTo>
                  <a:pt x="52816" y="65901"/>
                </a:lnTo>
                <a:lnTo>
                  <a:pt x="52816" y="82748"/>
                </a:lnTo>
                <a:lnTo>
                  <a:pt x="28920" y="106751"/>
                </a:lnTo>
                <a:lnTo>
                  <a:pt x="29111" y="106942"/>
                </a:lnTo>
                <a:lnTo>
                  <a:pt x="53054" y="82915"/>
                </a:lnTo>
                <a:lnTo>
                  <a:pt x="53102" y="82867"/>
                </a:lnTo>
                <a:lnTo>
                  <a:pt x="53102" y="66020"/>
                </a:lnTo>
                <a:lnTo>
                  <a:pt x="66854" y="52209"/>
                </a:lnTo>
                <a:lnTo>
                  <a:pt x="66901" y="52161"/>
                </a:lnTo>
                <a:lnTo>
                  <a:pt x="66901" y="46149"/>
                </a:lnTo>
                <a:close/>
                <a:moveTo>
                  <a:pt x="16538" y="86368"/>
                </a:moveTo>
                <a:cubicBezTo>
                  <a:pt x="16085" y="86368"/>
                  <a:pt x="15716" y="86737"/>
                  <a:pt x="15716" y="87177"/>
                </a:cubicBezTo>
                <a:cubicBezTo>
                  <a:pt x="15716" y="87558"/>
                  <a:pt x="15966" y="87868"/>
                  <a:pt x="16312" y="87975"/>
                </a:cubicBezTo>
                <a:lnTo>
                  <a:pt x="16383" y="103894"/>
                </a:lnTo>
                <a:lnTo>
                  <a:pt x="12930" y="107382"/>
                </a:lnTo>
                <a:lnTo>
                  <a:pt x="5775" y="107382"/>
                </a:lnTo>
                <a:lnTo>
                  <a:pt x="5775" y="107656"/>
                </a:lnTo>
                <a:lnTo>
                  <a:pt x="13049" y="107656"/>
                </a:lnTo>
                <a:lnTo>
                  <a:pt x="16669" y="104013"/>
                </a:lnTo>
                <a:lnTo>
                  <a:pt x="16597" y="87987"/>
                </a:lnTo>
                <a:cubicBezTo>
                  <a:pt x="17014" y="87951"/>
                  <a:pt x="17359" y="87594"/>
                  <a:pt x="17359" y="87177"/>
                </a:cubicBezTo>
                <a:cubicBezTo>
                  <a:pt x="17359" y="86737"/>
                  <a:pt x="16978" y="86368"/>
                  <a:pt x="16538" y="86368"/>
                </a:cubicBezTo>
                <a:close/>
                <a:moveTo>
                  <a:pt x="68199" y="106942"/>
                </a:moveTo>
                <a:cubicBezTo>
                  <a:pt x="68497" y="106942"/>
                  <a:pt x="68735" y="107180"/>
                  <a:pt x="68735" y="107478"/>
                </a:cubicBezTo>
                <a:cubicBezTo>
                  <a:pt x="68735" y="107775"/>
                  <a:pt x="68497" y="108013"/>
                  <a:pt x="68199" y="108013"/>
                </a:cubicBezTo>
                <a:cubicBezTo>
                  <a:pt x="67901" y="108013"/>
                  <a:pt x="67663" y="107775"/>
                  <a:pt x="67663" y="107478"/>
                </a:cubicBezTo>
                <a:cubicBezTo>
                  <a:pt x="67663" y="107180"/>
                  <a:pt x="67901" y="106942"/>
                  <a:pt x="68199" y="106942"/>
                </a:cubicBezTo>
                <a:close/>
                <a:moveTo>
                  <a:pt x="60734" y="107049"/>
                </a:moveTo>
                <a:cubicBezTo>
                  <a:pt x="60222" y="107049"/>
                  <a:pt x="59781" y="107478"/>
                  <a:pt x="59781" y="108001"/>
                </a:cubicBezTo>
                <a:cubicBezTo>
                  <a:pt x="59781" y="108525"/>
                  <a:pt x="60222" y="108954"/>
                  <a:pt x="60734" y="108954"/>
                </a:cubicBezTo>
                <a:cubicBezTo>
                  <a:pt x="61258" y="108954"/>
                  <a:pt x="61686" y="108525"/>
                  <a:pt x="61686" y="108001"/>
                </a:cubicBezTo>
                <a:cubicBezTo>
                  <a:pt x="61710" y="107466"/>
                  <a:pt x="61270" y="107049"/>
                  <a:pt x="60734" y="107049"/>
                </a:cubicBezTo>
                <a:close/>
                <a:moveTo>
                  <a:pt x="70461" y="109228"/>
                </a:moveTo>
                <a:cubicBezTo>
                  <a:pt x="70759" y="109228"/>
                  <a:pt x="70997" y="109466"/>
                  <a:pt x="70997" y="109764"/>
                </a:cubicBezTo>
                <a:cubicBezTo>
                  <a:pt x="70997" y="110061"/>
                  <a:pt x="70759" y="110299"/>
                  <a:pt x="70461" y="110299"/>
                </a:cubicBezTo>
                <a:cubicBezTo>
                  <a:pt x="70164" y="110299"/>
                  <a:pt x="69926" y="110061"/>
                  <a:pt x="69926" y="109764"/>
                </a:cubicBezTo>
                <a:cubicBezTo>
                  <a:pt x="69926" y="109466"/>
                  <a:pt x="70164" y="109228"/>
                  <a:pt x="70461" y="109228"/>
                </a:cubicBezTo>
                <a:close/>
                <a:moveTo>
                  <a:pt x="60734" y="110442"/>
                </a:moveTo>
                <a:cubicBezTo>
                  <a:pt x="61032" y="110442"/>
                  <a:pt x="61270" y="110680"/>
                  <a:pt x="61270" y="110978"/>
                </a:cubicBezTo>
                <a:cubicBezTo>
                  <a:pt x="61270" y="111276"/>
                  <a:pt x="61032" y="111514"/>
                  <a:pt x="60734" y="111514"/>
                </a:cubicBezTo>
                <a:cubicBezTo>
                  <a:pt x="60436" y="111514"/>
                  <a:pt x="60198" y="111276"/>
                  <a:pt x="60198" y="110978"/>
                </a:cubicBezTo>
                <a:cubicBezTo>
                  <a:pt x="60198" y="110680"/>
                  <a:pt x="60436" y="110442"/>
                  <a:pt x="60734" y="110442"/>
                </a:cubicBezTo>
                <a:close/>
                <a:moveTo>
                  <a:pt x="32933" y="66020"/>
                </a:moveTo>
                <a:cubicBezTo>
                  <a:pt x="32492" y="66020"/>
                  <a:pt x="32111" y="66389"/>
                  <a:pt x="32111" y="66842"/>
                </a:cubicBezTo>
                <a:cubicBezTo>
                  <a:pt x="32111" y="67235"/>
                  <a:pt x="32409" y="67568"/>
                  <a:pt x="32790" y="67639"/>
                </a:cubicBezTo>
                <a:lnTo>
                  <a:pt x="32790" y="79772"/>
                </a:lnTo>
                <a:lnTo>
                  <a:pt x="20907" y="91738"/>
                </a:lnTo>
                <a:lnTo>
                  <a:pt x="20907" y="107001"/>
                </a:lnTo>
                <a:lnTo>
                  <a:pt x="16609" y="111335"/>
                </a:lnTo>
                <a:lnTo>
                  <a:pt x="5060" y="111335"/>
                </a:lnTo>
                <a:lnTo>
                  <a:pt x="5060" y="111621"/>
                </a:lnTo>
                <a:lnTo>
                  <a:pt x="16740" y="111621"/>
                </a:lnTo>
                <a:lnTo>
                  <a:pt x="21205" y="107120"/>
                </a:lnTo>
                <a:lnTo>
                  <a:pt x="21205" y="91857"/>
                </a:lnTo>
                <a:lnTo>
                  <a:pt x="33088" y="79891"/>
                </a:lnTo>
                <a:lnTo>
                  <a:pt x="33088" y="67639"/>
                </a:lnTo>
                <a:cubicBezTo>
                  <a:pt x="33469" y="67568"/>
                  <a:pt x="33754" y="67235"/>
                  <a:pt x="33754" y="66842"/>
                </a:cubicBezTo>
                <a:cubicBezTo>
                  <a:pt x="33754" y="66389"/>
                  <a:pt x="33385" y="66020"/>
                  <a:pt x="32933" y="66020"/>
                </a:cubicBezTo>
                <a:close/>
                <a:moveTo>
                  <a:pt x="60734" y="110180"/>
                </a:moveTo>
                <a:cubicBezTo>
                  <a:pt x="60293" y="110180"/>
                  <a:pt x="59924" y="110549"/>
                  <a:pt x="59924" y="110990"/>
                </a:cubicBezTo>
                <a:cubicBezTo>
                  <a:pt x="59924" y="111442"/>
                  <a:pt x="60293" y="111811"/>
                  <a:pt x="60734" y="111811"/>
                </a:cubicBezTo>
                <a:cubicBezTo>
                  <a:pt x="61186" y="111811"/>
                  <a:pt x="61555" y="111442"/>
                  <a:pt x="61555" y="110990"/>
                </a:cubicBezTo>
                <a:cubicBezTo>
                  <a:pt x="61555" y="110538"/>
                  <a:pt x="61198" y="110180"/>
                  <a:pt x="60734" y="110180"/>
                </a:cubicBezTo>
                <a:close/>
                <a:moveTo>
                  <a:pt x="50899" y="111942"/>
                </a:moveTo>
                <a:cubicBezTo>
                  <a:pt x="51197" y="111942"/>
                  <a:pt x="51435" y="112181"/>
                  <a:pt x="51435" y="112478"/>
                </a:cubicBezTo>
                <a:cubicBezTo>
                  <a:pt x="51435" y="112776"/>
                  <a:pt x="51197" y="113014"/>
                  <a:pt x="50899" y="113014"/>
                </a:cubicBezTo>
                <a:cubicBezTo>
                  <a:pt x="50602" y="113014"/>
                  <a:pt x="50364" y="112776"/>
                  <a:pt x="50364" y="112478"/>
                </a:cubicBezTo>
                <a:cubicBezTo>
                  <a:pt x="50364" y="112181"/>
                  <a:pt x="50602" y="111942"/>
                  <a:pt x="50899" y="111942"/>
                </a:cubicBezTo>
                <a:close/>
                <a:moveTo>
                  <a:pt x="35207" y="63722"/>
                </a:moveTo>
                <a:cubicBezTo>
                  <a:pt x="34766" y="63722"/>
                  <a:pt x="34397" y="64103"/>
                  <a:pt x="34397" y="64544"/>
                </a:cubicBezTo>
                <a:cubicBezTo>
                  <a:pt x="34397" y="64949"/>
                  <a:pt x="34695" y="65270"/>
                  <a:pt x="35064" y="65353"/>
                </a:cubicBezTo>
                <a:lnTo>
                  <a:pt x="35064" y="80498"/>
                </a:lnTo>
                <a:lnTo>
                  <a:pt x="23182" y="92464"/>
                </a:lnTo>
                <a:lnTo>
                  <a:pt x="23182" y="107740"/>
                </a:lnTo>
                <a:lnTo>
                  <a:pt x="17371" y="113597"/>
                </a:lnTo>
                <a:lnTo>
                  <a:pt x="5060" y="113597"/>
                </a:lnTo>
                <a:lnTo>
                  <a:pt x="5060" y="113883"/>
                </a:lnTo>
                <a:lnTo>
                  <a:pt x="17502" y="113883"/>
                </a:lnTo>
                <a:lnTo>
                  <a:pt x="23503" y="107835"/>
                </a:lnTo>
                <a:lnTo>
                  <a:pt x="23503" y="92571"/>
                </a:lnTo>
                <a:lnTo>
                  <a:pt x="23479" y="92571"/>
                </a:lnTo>
                <a:lnTo>
                  <a:pt x="35362" y="80605"/>
                </a:lnTo>
                <a:lnTo>
                  <a:pt x="35362" y="65353"/>
                </a:lnTo>
                <a:cubicBezTo>
                  <a:pt x="35755" y="65270"/>
                  <a:pt x="36028" y="64949"/>
                  <a:pt x="36028" y="64544"/>
                </a:cubicBezTo>
                <a:cubicBezTo>
                  <a:pt x="36028" y="64103"/>
                  <a:pt x="35659" y="63722"/>
                  <a:pt x="35207" y="63722"/>
                </a:cubicBezTo>
                <a:close/>
                <a:moveTo>
                  <a:pt x="60734" y="113395"/>
                </a:moveTo>
                <a:cubicBezTo>
                  <a:pt x="61032" y="113395"/>
                  <a:pt x="61270" y="113633"/>
                  <a:pt x="61270" y="113931"/>
                </a:cubicBezTo>
                <a:cubicBezTo>
                  <a:pt x="61270" y="114228"/>
                  <a:pt x="61032" y="114467"/>
                  <a:pt x="60734" y="114467"/>
                </a:cubicBezTo>
                <a:cubicBezTo>
                  <a:pt x="60436" y="114467"/>
                  <a:pt x="60198" y="114228"/>
                  <a:pt x="60198" y="113931"/>
                </a:cubicBezTo>
                <a:cubicBezTo>
                  <a:pt x="60198" y="113633"/>
                  <a:pt x="60436" y="113395"/>
                  <a:pt x="60734" y="113395"/>
                </a:cubicBezTo>
                <a:close/>
                <a:moveTo>
                  <a:pt x="60734" y="113121"/>
                </a:moveTo>
                <a:cubicBezTo>
                  <a:pt x="60293" y="113121"/>
                  <a:pt x="59924" y="113490"/>
                  <a:pt x="59924" y="113943"/>
                </a:cubicBezTo>
                <a:cubicBezTo>
                  <a:pt x="59924" y="114383"/>
                  <a:pt x="60293" y="114764"/>
                  <a:pt x="60734" y="114764"/>
                </a:cubicBezTo>
                <a:cubicBezTo>
                  <a:pt x="61186" y="114764"/>
                  <a:pt x="61555" y="114383"/>
                  <a:pt x="61555" y="113943"/>
                </a:cubicBezTo>
                <a:cubicBezTo>
                  <a:pt x="61555" y="113478"/>
                  <a:pt x="61198" y="113121"/>
                  <a:pt x="60734" y="113121"/>
                </a:cubicBezTo>
                <a:close/>
                <a:moveTo>
                  <a:pt x="50899" y="114919"/>
                </a:moveTo>
                <a:cubicBezTo>
                  <a:pt x="51197" y="114919"/>
                  <a:pt x="51435" y="115157"/>
                  <a:pt x="51435" y="115455"/>
                </a:cubicBezTo>
                <a:cubicBezTo>
                  <a:pt x="51435" y="115752"/>
                  <a:pt x="51197" y="115991"/>
                  <a:pt x="50899" y="115991"/>
                </a:cubicBezTo>
                <a:cubicBezTo>
                  <a:pt x="50602" y="115991"/>
                  <a:pt x="50364" y="115752"/>
                  <a:pt x="50364" y="115455"/>
                </a:cubicBezTo>
                <a:cubicBezTo>
                  <a:pt x="50364" y="115157"/>
                  <a:pt x="50602" y="114919"/>
                  <a:pt x="50899" y="114919"/>
                </a:cubicBezTo>
                <a:close/>
                <a:moveTo>
                  <a:pt x="37433" y="61484"/>
                </a:moveTo>
                <a:cubicBezTo>
                  <a:pt x="36981" y="61484"/>
                  <a:pt x="36612" y="61853"/>
                  <a:pt x="36612" y="62293"/>
                </a:cubicBezTo>
                <a:cubicBezTo>
                  <a:pt x="36612" y="62698"/>
                  <a:pt x="36909" y="63032"/>
                  <a:pt x="37279" y="63103"/>
                </a:cubicBezTo>
                <a:lnTo>
                  <a:pt x="37279" y="81189"/>
                </a:lnTo>
                <a:lnTo>
                  <a:pt x="25408" y="93154"/>
                </a:lnTo>
                <a:lnTo>
                  <a:pt x="25408" y="108418"/>
                </a:lnTo>
                <a:lnTo>
                  <a:pt x="18038" y="115848"/>
                </a:lnTo>
                <a:lnTo>
                  <a:pt x="5060" y="115848"/>
                </a:lnTo>
                <a:lnTo>
                  <a:pt x="5060" y="116133"/>
                </a:lnTo>
                <a:lnTo>
                  <a:pt x="18169" y="116133"/>
                </a:lnTo>
                <a:lnTo>
                  <a:pt x="25706" y="108537"/>
                </a:lnTo>
                <a:lnTo>
                  <a:pt x="25706" y="93273"/>
                </a:lnTo>
                <a:lnTo>
                  <a:pt x="37576" y="81308"/>
                </a:lnTo>
                <a:lnTo>
                  <a:pt x="37576" y="63103"/>
                </a:lnTo>
                <a:cubicBezTo>
                  <a:pt x="37969" y="63032"/>
                  <a:pt x="38255" y="62698"/>
                  <a:pt x="38255" y="62293"/>
                </a:cubicBezTo>
                <a:cubicBezTo>
                  <a:pt x="38255" y="61853"/>
                  <a:pt x="37874" y="61484"/>
                  <a:pt x="37433" y="61484"/>
                </a:cubicBezTo>
                <a:close/>
                <a:moveTo>
                  <a:pt x="50899" y="117872"/>
                </a:moveTo>
                <a:cubicBezTo>
                  <a:pt x="51197" y="117872"/>
                  <a:pt x="51435" y="118110"/>
                  <a:pt x="51435" y="118408"/>
                </a:cubicBezTo>
                <a:cubicBezTo>
                  <a:pt x="51435" y="118705"/>
                  <a:pt x="51197" y="118943"/>
                  <a:pt x="50899" y="118943"/>
                </a:cubicBezTo>
                <a:cubicBezTo>
                  <a:pt x="50602" y="118943"/>
                  <a:pt x="50364" y="118705"/>
                  <a:pt x="50364" y="118408"/>
                </a:cubicBezTo>
                <a:cubicBezTo>
                  <a:pt x="50364" y="118110"/>
                  <a:pt x="50602" y="117872"/>
                  <a:pt x="50899" y="117872"/>
                </a:cubicBezTo>
                <a:close/>
                <a:moveTo>
                  <a:pt x="10192" y="120551"/>
                </a:moveTo>
                <a:cubicBezTo>
                  <a:pt x="9680" y="120551"/>
                  <a:pt x="9239" y="120979"/>
                  <a:pt x="9239" y="121503"/>
                </a:cubicBezTo>
                <a:cubicBezTo>
                  <a:pt x="9239" y="122027"/>
                  <a:pt x="9680" y="122456"/>
                  <a:pt x="10192" y="122456"/>
                </a:cubicBezTo>
                <a:cubicBezTo>
                  <a:pt x="10728" y="122456"/>
                  <a:pt x="11144" y="122027"/>
                  <a:pt x="11144" y="121503"/>
                </a:cubicBezTo>
                <a:cubicBezTo>
                  <a:pt x="11144" y="120979"/>
                  <a:pt x="10716" y="120551"/>
                  <a:pt x="10192" y="120551"/>
                </a:cubicBezTo>
                <a:close/>
                <a:moveTo>
                  <a:pt x="12454" y="120551"/>
                </a:moveTo>
                <a:cubicBezTo>
                  <a:pt x="11942" y="120551"/>
                  <a:pt x="11502" y="120979"/>
                  <a:pt x="11502" y="121503"/>
                </a:cubicBezTo>
                <a:cubicBezTo>
                  <a:pt x="11502" y="122027"/>
                  <a:pt x="11942" y="122456"/>
                  <a:pt x="12454" y="122456"/>
                </a:cubicBezTo>
                <a:cubicBezTo>
                  <a:pt x="12978" y="122456"/>
                  <a:pt x="13407" y="122027"/>
                  <a:pt x="13407" y="121503"/>
                </a:cubicBezTo>
                <a:cubicBezTo>
                  <a:pt x="13407" y="120979"/>
                  <a:pt x="12978" y="120551"/>
                  <a:pt x="12454" y="120551"/>
                </a:cubicBezTo>
                <a:close/>
                <a:moveTo>
                  <a:pt x="14716" y="120551"/>
                </a:moveTo>
                <a:cubicBezTo>
                  <a:pt x="14204" y="120551"/>
                  <a:pt x="13764" y="120979"/>
                  <a:pt x="13764" y="121503"/>
                </a:cubicBezTo>
                <a:cubicBezTo>
                  <a:pt x="13764" y="122027"/>
                  <a:pt x="14204" y="122456"/>
                  <a:pt x="14716" y="122456"/>
                </a:cubicBezTo>
                <a:cubicBezTo>
                  <a:pt x="15240" y="122456"/>
                  <a:pt x="15669" y="122027"/>
                  <a:pt x="15669" y="121503"/>
                </a:cubicBezTo>
                <a:cubicBezTo>
                  <a:pt x="15669" y="120979"/>
                  <a:pt x="15240" y="120551"/>
                  <a:pt x="14716" y="120551"/>
                </a:cubicBezTo>
                <a:close/>
                <a:moveTo>
                  <a:pt x="53804" y="124611"/>
                </a:moveTo>
                <a:cubicBezTo>
                  <a:pt x="54102" y="124611"/>
                  <a:pt x="54340" y="124849"/>
                  <a:pt x="54340" y="125146"/>
                </a:cubicBezTo>
                <a:cubicBezTo>
                  <a:pt x="54340" y="125444"/>
                  <a:pt x="54102" y="125682"/>
                  <a:pt x="53804" y="125682"/>
                </a:cubicBezTo>
                <a:cubicBezTo>
                  <a:pt x="53507" y="125682"/>
                  <a:pt x="53269" y="125444"/>
                  <a:pt x="53269" y="125146"/>
                </a:cubicBezTo>
                <a:cubicBezTo>
                  <a:pt x="53269" y="124849"/>
                  <a:pt x="53507" y="124611"/>
                  <a:pt x="53804" y="124611"/>
                </a:cubicBezTo>
                <a:close/>
                <a:moveTo>
                  <a:pt x="10216" y="125789"/>
                </a:moveTo>
                <a:cubicBezTo>
                  <a:pt x="10513" y="125789"/>
                  <a:pt x="10751" y="126028"/>
                  <a:pt x="10751" y="126325"/>
                </a:cubicBezTo>
                <a:cubicBezTo>
                  <a:pt x="10751" y="126623"/>
                  <a:pt x="10513" y="126861"/>
                  <a:pt x="10216" y="126861"/>
                </a:cubicBezTo>
                <a:cubicBezTo>
                  <a:pt x="9918" y="126861"/>
                  <a:pt x="9680" y="126623"/>
                  <a:pt x="9680" y="126325"/>
                </a:cubicBezTo>
                <a:cubicBezTo>
                  <a:pt x="9680" y="126028"/>
                  <a:pt x="9918" y="125789"/>
                  <a:pt x="10216" y="125789"/>
                </a:cubicBezTo>
                <a:close/>
                <a:moveTo>
                  <a:pt x="12454" y="125789"/>
                </a:moveTo>
                <a:cubicBezTo>
                  <a:pt x="12752" y="125789"/>
                  <a:pt x="12990" y="126028"/>
                  <a:pt x="12990" y="126325"/>
                </a:cubicBezTo>
                <a:cubicBezTo>
                  <a:pt x="12990" y="126623"/>
                  <a:pt x="12752" y="126861"/>
                  <a:pt x="12454" y="126861"/>
                </a:cubicBezTo>
                <a:cubicBezTo>
                  <a:pt x="12156" y="126861"/>
                  <a:pt x="11918" y="126623"/>
                  <a:pt x="11918" y="126325"/>
                </a:cubicBezTo>
                <a:cubicBezTo>
                  <a:pt x="11918" y="126028"/>
                  <a:pt x="12156" y="125789"/>
                  <a:pt x="12454" y="125789"/>
                </a:cubicBezTo>
                <a:close/>
                <a:moveTo>
                  <a:pt x="14716" y="125789"/>
                </a:moveTo>
                <a:cubicBezTo>
                  <a:pt x="15014" y="125789"/>
                  <a:pt x="15252" y="126028"/>
                  <a:pt x="15252" y="126325"/>
                </a:cubicBezTo>
                <a:cubicBezTo>
                  <a:pt x="15252" y="126623"/>
                  <a:pt x="15014" y="126861"/>
                  <a:pt x="14716" y="126861"/>
                </a:cubicBezTo>
                <a:cubicBezTo>
                  <a:pt x="14419" y="126861"/>
                  <a:pt x="14180" y="126623"/>
                  <a:pt x="14180" y="126325"/>
                </a:cubicBezTo>
                <a:cubicBezTo>
                  <a:pt x="14180" y="126028"/>
                  <a:pt x="14419" y="125789"/>
                  <a:pt x="14716" y="125789"/>
                </a:cubicBezTo>
                <a:close/>
                <a:moveTo>
                  <a:pt x="50887" y="125897"/>
                </a:moveTo>
                <a:cubicBezTo>
                  <a:pt x="51185" y="125897"/>
                  <a:pt x="51423" y="126135"/>
                  <a:pt x="51423" y="126432"/>
                </a:cubicBezTo>
                <a:cubicBezTo>
                  <a:pt x="51423" y="126730"/>
                  <a:pt x="51185" y="126968"/>
                  <a:pt x="50887" y="126968"/>
                </a:cubicBezTo>
                <a:cubicBezTo>
                  <a:pt x="50590" y="126968"/>
                  <a:pt x="50352" y="126730"/>
                  <a:pt x="50352" y="126432"/>
                </a:cubicBezTo>
                <a:cubicBezTo>
                  <a:pt x="50352" y="126135"/>
                  <a:pt x="50590" y="125897"/>
                  <a:pt x="50887" y="125897"/>
                </a:cubicBezTo>
                <a:close/>
                <a:moveTo>
                  <a:pt x="56067" y="126849"/>
                </a:moveTo>
                <a:cubicBezTo>
                  <a:pt x="56364" y="126849"/>
                  <a:pt x="56602" y="127087"/>
                  <a:pt x="56602" y="127385"/>
                </a:cubicBezTo>
                <a:cubicBezTo>
                  <a:pt x="56602" y="127682"/>
                  <a:pt x="56364" y="127921"/>
                  <a:pt x="56067" y="127921"/>
                </a:cubicBezTo>
                <a:cubicBezTo>
                  <a:pt x="55769" y="127921"/>
                  <a:pt x="55531" y="127682"/>
                  <a:pt x="55531" y="127385"/>
                </a:cubicBezTo>
                <a:cubicBezTo>
                  <a:pt x="55531" y="127087"/>
                  <a:pt x="55769" y="126849"/>
                  <a:pt x="56067" y="126849"/>
                </a:cubicBezTo>
                <a:close/>
                <a:moveTo>
                  <a:pt x="58317" y="129087"/>
                </a:moveTo>
                <a:cubicBezTo>
                  <a:pt x="58615" y="129087"/>
                  <a:pt x="58853" y="129326"/>
                  <a:pt x="58853" y="129623"/>
                </a:cubicBezTo>
                <a:cubicBezTo>
                  <a:pt x="58853" y="129921"/>
                  <a:pt x="58615" y="130159"/>
                  <a:pt x="58317" y="130159"/>
                </a:cubicBezTo>
                <a:cubicBezTo>
                  <a:pt x="58019" y="130159"/>
                  <a:pt x="57781" y="129921"/>
                  <a:pt x="57781" y="129623"/>
                </a:cubicBezTo>
                <a:cubicBezTo>
                  <a:pt x="57781" y="129326"/>
                  <a:pt x="58019" y="129087"/>
                  <a:pt x="58317" y="129087"/>
                </a:cubicBezTo>
                <a:close/>
                <a:moveTo>
                  <a:pt x="142042" y="105656"/>
                </a:moveTo>
                <a:lnTo>
                  <a:pt x="142042" y="115657"/>
                </a:lnTo>
                <a:lnTo>
                  <a:pt x="157829" y="131409"/>
                </a:lnTo>
                <a:lnTo>
                  <a:pt x="158032" y="131207"/>
                </a:lnTo>
                <a:lnTo>
                  <a:pt x="142327" y="115538"/>
                </a:lnTo>
                <a:lnTo>
                  <a:pt x="142327" y="105656"/>
                </a:lnTo>
                <a:close/>
                <a:moveTo>
                  <a:pt x="139791" y="103406"/>
                </a:moveTo>
                <a:lnTo>
                  <a:pt x="139791" y="116372"/>
                </a:lnTo>
                <a:lnTo>
                  <a:pt x="155591" y="132124"/>
                </a:lnTo>
                <a:lnTo>
                  <a:pt x="155781" y="131921"/>
                </a:lnTo>
                <a:lnTo>
                  <a:pt x="140077" y="116253"/>
                </a:lnTo>
                <a:lnTo>
                  <a:pt x="140077" y="103406"/>
                </a:lnTo>
                <a:close/>
                <a:moveTo>
                  <a:pt x="87201" y="34683"/>
                </a:moveTo>
                <a:cubicBezTo>
                  <a:pt x="86749" y="34683"/>
                  <a:pt x="86380" y="35064"/>
                  <a:pt x="86380" y="35504"/>
                </a:cubicBezTo>
                <a:cubicBezTo>
                  <a:pt x="86380" y="35957"/>
                  <a:pt x="86749" y="36326"/>
                  <a:pt x="87201" y="36326"/>
                </a:cubicBezTo>
                <a:cubicBezTo>
                  <a:pt x="87380" y="36326"/>
                  <a:pt x="87523" y="36266"/>
                  <a:pt x="87654" y="36171"/>
                </a:cubicBezTo>
                <a:lnTo>
                  <a:pt x="104370" y="52876"/>
                </a:lnTo>
                <a:lnTo>
                  <a:pt x="104418" y="52923"/>
                </a:lnTo>
                <a:lnTo>
                  <a:pt x="112145" y="52923"/>
                </a:lnTo>
                <a:lnTo>
                  <a:pt x="137517" y="78260"/>
                </a:lnTo>
                <a:lnTo>
                  <a:pt x="137517" y="117098"/>
                </a:lnTo>
                <a:lnTo>
                  <a:pt x="153305" y="132850"/>
                </a:lnTo>
                <a:lnTo>
                  <a:pt x="153495" y="132647"/>
                </a:lnTo>
                <a:lnTo>
                  <a:pt x="137803" y="116979"/>
                </a:lnTo>
                <a:lnTo>
                  <a:pt x="137803" y="78129"/>
                </a:lnTo>
                <a:lnTo>
                  <a:pt x="137827" y="78129"/>
                </a:lnTo>
                <a:lnTo>
                  <a:pt x="112324" y="52673"/>
                </a:lnTo>
                <a:lnTo>
                  <a:pt x="112276" y="52626"/>
                </a:lnTo>
                <a:lnTo>
                  <a:pt x="104549" y="52626"/>
                </a:lnTo>
                <a:lnTo>
                  <a:pt x="87868" y="35969"/>
                </a:lnTo>
                <a:cubicBezTo>
                  <a:pt x="87952" y="35838"/>
                  <a:pt x="88011" y="35671"/>
                  <a:pt x="88011" y="35504"/>
                </a:cubicBezTo>
                <a:cubicBezTo>
                  <a:pt x="88011" y="35064"/>
                  <a:pt x="87642" y="34683"/>
                  <a:pt x="87201" y="34683"/>
                </a:cubicBezTo>
                <a:close/>
                <a:moveTo>
                  <a:pt x="80998" y="35540"/>
                </a:moveTo>
                <a:lnTo>
                  <a:pt x="79593" y="36945"/>
                </a:lnTo>
                <a:cubicBezTo>
                  <a:pt x="79462" y="36862"/>
                  <a:pt x="79296" y="36802"/>
                  <a:pt x="79129" y="36802"/>
                </a:cubicBezTo>
                <a:cubicBezTo>
                  <a:pt x="78689" y="36802"/>
                  <a:pt x="78319" y="37171"/>
                  <a:pt x="78319" y="37624"/>
                </a:cubicBezTo>
                <a:cubicBezTo>
                  <a:pt x="78319" y="38064"/>
                  <a:pt x="78689" y="38433"/>
                  <a:pt x="79129" y="38433"/>
                </a:cubicBezTo>
                <a:cubicBezTo>
                  <a:pt x="79581" y="38433"/>
                  <a:pt x="79951" y="38064"/>
                  <a:pt x="79951" y="37624"/>
                </a:cubicBezTo>
                <a:cubicBezTo>
                  <a:pt x="79951" y="37445"/>
                  <a:pt x="79891" y="37279"/>
                  <a:pt x="79808" y="37159"/>
                </a:cubicBezTo>
                <a:lnTo>
                  <a:pt x="81129" y="35838"/>
                </a:lnTo>
                <a:lnTo>
                  <a:pt x="84392" y="35838"/>
                </a:lnTo>
                <a:lnTo>
                  <a:pt x="103704" y="55102"/>
                </a:lnTo>
                <a:lnTo>
                  <a:pt x="103751" y="55150"/>
                </a:lnTo>
                <a:lnTo>
                  <a:pt x="111478" y="55150"/>
                </a:lnTo>
                <a:lnTo>
                  <a:pt x="135291" y="78962"/>
                </a:lnTo>
                <a:lnTo>
                  <a:pt x="135291" y="117800"/>
                </a:lnTo>
                <a:lnTo>
                  <a:pt x="151079" y="133552"/>
                </a:lnTo>
                <a:lnTo>
                  <a:pt x="151269" y="133350"/>
                </a:lnTo>
                <a:lnTo>
                  <a:pt x="135565" y="117681"/>
                </a:lnTo>
                <a:lnTo>
                  <a:pt x="135565" y="78843"/>
                </a:lnTo>
                <a:lnTo>
                  <a:pt x="111609" y="54912"/>
                </a:lnTo>
                <a:lnTo>
                  <a:pt x="111562" y="54864"/>
                </a:lnTo>
                <a:lnTo>
                  <a:pt x="103835" y="54864"/>
                </a:lnTo>
                <a:lnTo>
                  <a:pt x="88690" y="39731"/>
                </a:lnTo>
                <a:lnTo>
                  <a:pt x="84534" y="35576"/>
                </a:lnTo>
                <a:lnTo>
                  <a:pt x="84487" y="35540"/>
                </a:lnTo>
                <a:close/>
                <a:moveTo>
                  <a:pt x="82725" y="78879"/>
                </a:moveTo>
                <a:cubicBezTo>
                  <a:pt x="82272" y="78879"/>
                  <a:pt x="81903" y="79248"/>
                  <a:pt x="81903" y="79700"/>
                </a:cubicBezTo>
                <a:cubicBezTo>
                  <a:pt x="81903" y="80093"/>
                  <a:pt x="82201" y="80427"/>
                  <a:pt x="82570" y="80498"/>
                </a:cubicBezTo>
                <a:lnTo>
                  <a:pt x="82570" y="86844"/>
                </a:lnTo>
                <a:lnTo>
                  <a:pt x="84570" y="88821"/>
                </a:lnTo>
                <a:lnTo>
                  <a:pt x="86690" y="88821"/>
                </a:lnTo>
                <a:lnTo>
                  <a:pt x="89928" y="92011"/>
                </a:lnTo>
                <a:lnTo>
                  <a:pt x="89928" y="133278"/>
                </a:lnTo>
                <a:lnTo>
                  <a:pt x="83582" y="139624"/>
                </a:lnTo>
                <a:lnTo>
                  <a:pt x="83796" y="139839"/>
                </a:lnTo>
                <a:lnTo>
                  <a:pt x="90226" y="133397"/>
                </a:lnTo>
                <a:lnTo>
                  <a:pt x="90226" y="91904"/>
                </a:lnTo>
                <a:lnTo>
                  <a:pt x="86832" y="88535"/>
                </a:lnTo>
                <a:lnTo>
                  <a:pt x="84701" y="88535"/>
                </a:lnTo>
                <a:lnTo>
                  <a:pt x="82868" y="86713"/>
                </a:lnTo>
                <a:lnTo>
                  <a:pt x="82868" y="80498"/>
                </a:lnTo>
                <a:cubicBezTo>
                  <a:pt x="83261" y="80427"/>
                  <a:pt x="83534" y="80093"/>
                  <a:pt x="83534" y="79700"/>
                </a:cubicBezTo>
                <a:cubicBezTo>
                  <a:pt x="83534" y="79248"/>
                  <a:pt x="83165" y="78879"/>
                  <a:pt x="82725" y="78879"/>
                </a:cubicBezTo>
                <a:close/>
                <a:moveTo>
                  <a:pt x="110085" y="139255"/>
                </a:moveTo>
                <a:cubicBezTo>
                  <a:pt x="110383" y="139255"/>
                  <a:pt x="110621" y="139493"/>
                  <a:pt x="110621" y="139791"/>
                </a:cubicBezTo>
                <a:cubicBezTo>
                  <a:pt x="110621" y="140089"/>
                  <a:pt x="110383" y="140327"/>
                  <a:pt x="110085" y="140327"/>
                </a:cubicBezTo>
                <a:cubicBezTo>
                  <a:pt x="109788" y="140327"/>
                  <a:pt x="109550" y="140089"/>
                  <a:pt x="109550" y="139791"/>
                </a:cubicBezTo>
                <a:cubicBezTo>
                  <a:pt x="109573" y="139493"/>
                  <a:pt x="109811" y="139255"/>
                  <a:pt x="110085" y="139255"/>
                </a:cubicBezTo>
                <a:close/>
                <a:moveTo>
                  <a:pt x="110085" y="138970"/>
                </a:moveTo>
                <a:cubicBezTo>
                  <a:pt x="109645" y="138970"/>
                  <a:pt x="109276" y="139351"/>
                  <a:pt x="109276" y="139791"/>
                </a:cubicBezTo>
                <a:cubicBezTo>
                  <a:pt x="109276" y="140244"/>
                  <a:pt x="109645" y="140613"/>
                  <a:pt x="110085" y="140613"/>
                </a:cubicBezTo>
                <a:cubicBezTo>
                  <a:pt x="110538" y="140613"/>
                  <a:pt x="110907" y="140244"/>
                  <a:pt x="110907" y="139791"/>
                </a:cubicBezTo>
                <a:cubicBezTo>
                  <a:pt x="110907" y="139351"/>
                  <a:pt x="110538" y="138970"/>
                  <a:pt x="110085" y="138970"/>
                </a:cubicBezTo>
                <a:close/>
                <a:moveTo>
                  <a:pt x="50887" y="125599"/>
                </a:moveTo>
                <a:cubicBezTo>
                  <a:pt x="50435" y="125611"/>
                  <a:pt x="50078" y="125980"/>
                  <a:pt x="50078" y="126432"/>
                </a:cubicBezTo>
                <a:cubicBezTo>
                  <a:pt x="50078" y="126825"/>
                  <a:pt x="50375" y="127159"/>
                  <a:pt x="50756" y="127230"/>
                </a:cubicBezTo>
                <a:lnTo>
                  <a:pt x="50756" y="135922"/>
                </a:lnTo>
                <a:lnTo>
                  <a:pt x="46125" y="140565"/>
                </a:lnTo>
                <a:lnTo>
                  <a:pt x="46327" y="140756"/>
                </a:lnTo>
                <a:lnTo>
                  <a:pt x="51030" y="136029"/>
                </a:lnTo>
                <a:lnTo>
                  <a:pt x="51030" y="127218"/>
                </a:lnTo>
                <a:cubicBezTo>
                  <a:pt x="51423" y="127147"/>
                  <a:pt x="51709" y="126813"/>
                  <a:pt x="51709" y="126409"/>
                </a:cubicBezTo>
                <a:cubicBezTo>
                  <a:pt x="51709" y="125968"/>
                  <a:pt x="51328" y="125599"/>
                  <a:pt x="50887" y="125599"/>
                </a:cubicBezTo>
                <a:close/>
                <a:moveTo>
                  <a:pt x="29563" y="141696"/>
                </a:moveTo>
                <a:cubicBezTo>
                  <a:pt x="29861" y="141696"/>
                  <a:pt x="30099" y="141934"/>
                  <a:pt x="30099" y="142232"/>
                </a:cubicBezTo>
                <a:cubicBezTo>
                  <a:pt x="30099" y="142530"/>
                  <a:pt x="29861" y="142768"/>
                  <a:pt x="29563" y="142768"/>
                </a:cubicBezTo>
                <a:cubicBezTo>
                  <a:pt x="29266" y="142768"/>
                  <a:pt x="29028" y="142530"/>
                  <a:pt x="29028" y="142232"/>
                </a:cubicBezTo>
                <a:cubicBezTo>
                  <a:pt x="29028" y="141934"/>
                  <a:pt x="29266" y="141696"/>
                  <a:pt x="29563" y="141696"/>
                </a:cubicBezTo>
                <a:close/>
                <a:moveTo>
                  <a:pt x="51542" y="98822"/>
                </a:moveTo>
                <a:cubicBezTo>
                  <a:pt x="51090" y="98822"/>
                  <a:pt x="50721" y="99179"/>
                  <a:pt x="50721" y="99643"/>
                </a:cubicBezTo>
                <a:cubicBezTo>
                  <a:pt x="50721" y="99822"/>
                  <a:pt x="50780" y="99977"/>
                  <a:pt x="50876" y="100096"/>
                </a:cubicBezTo>
                <a:lnTo>
                  <a:pt x="48625" y="102346"/>
                </a:lnTo>
                <a:lnTo>
                  <a:pt x="48625" y="106966"/>
                </a:lnTo>
                <a:lnTo>
                  <a:pt x="39112" y="116514"/>
                </a:lnTo>
                <a:lnTo>
                  <a:pt x="39065" y="116562"/>
                </a:lnTo>
                <a:lnTo>
                  <a:pt x="39065" y="119110"/>
                </a:lnTo>
                <a:lnTo>
                  <a:pt x="29409" y="128814"/>
                </a:lnTo>
                <a:lnTo>
                  <a:pt x="29409" y="141434"/>
                </a:lnTo>
                <a:cubicBezTo>
                  <a:pt x="29028" y="141506"/>
                  <a:pt x="28742" y="141827"/>
                  <a:pt x="28742" y="142232"/>
                </a:cubicBezTo>
                <a:cubicBezTo>
                  <a:pt x="28742" y="142684"/>
                  <a:pt x="29111" y="143053"/>
                  <a:pt x="29563" y="143053"/>
                </a:cubicBezTo>
                <a:cubicBezTo>
                  <a:pt x="30004" y="143053"/>
                  <a:pt x="30373" y="142684"/>
                  <a:pt x="30373" y="142232"/>
                </a:cubicBezTo>
                <a:cubicBezTo>
                  <a:pt x="30373" y="141827"/>
                  <a:pt x="30075" y="141506"/>
                  <a:pt x="29706" y="141434"/>
                </a:cubicBezTo>
                <a:lnTo>
                  <a:pt x="29706" y="128933"/>
                </a:lnTo>
                <a:lnTo>
                  <a:pt x="39362" y="119241"/>
                </a:lnTo>
                <a:lnTo>
                  <a:pt x="39362" y="116693"/>
                </a:lnTo>
                <a:lnTo>
                  <a:pt x="48875" y="107132"/>
                </a:lnTo>
                <a:lnTo>
                  <a:pt x="48923" y="107097"/>
                </a:lnTo>
                <a:lnTo>
                  <a:pt x="48923" y="102477"/>
                </a:lnTo>
                <a:lnTo>
                  <a:pt x="51078" y="100310"/>
                </a:lnTo>
                <a:cubicBezTo>
                  <a:pt x="51209" y="100393"/>
                  <a:pt x="51376" y="100453"/>
                  <a:pt x="51542" y="100453"/>
                </a:cubicBezTo>
                <a:cubicBezTo>
                  <a:pt x="51983" y="100453"/>
                  <a:pt x="52364" y="100084"/>
                  <a:pt x="52364" y="99631"/>
                </a:cubicBezTo>
                <a:cubicBezTo>
                  <a:pt x="52364" y="99191"/>
                  <a:pt x="51983" y="98822"/>
                  <a:pt x="51542" y="98822"/>
                </a:cubicBezTo>
                <a:close/>
                <a:moveTo>
                  <a:pt x="124337" y="77212"/>
                </a:moveTo>
                <a:cubicBezTo>
                  <a:pt x="123885" y="77212"/>
                  <a:pt x="123516" y="77581"/>
                  <a:pt x="123516" y="78022"/>
                </a:cubicBezTo>
                <a:cubicBezTo>
                  <a:pt x="123516" y="78474"/>
                  <a:pt x="123885" y="78843"/>
                  <a:pt x="124337" y="78843"/>
                </a:cubicBezTo>
                <a:cubicBezTo>
                  <a:pt x="124516" y="78843"/>
                  <a:pt x="124670" y="78784"/>
                  <a:pt x="124790" y="78700"/>
                </a:cubicBezTo>
                <a:lnTo>
                  <a:pt x="129516" y="83403"/>
                </a:lnTo>
                <a:lnTo>
                  <a:pt x="129516" y="120598"/>
                </a:lnTo>
                <a:lnTo>
                  <a:pt x="152210" y="143256"/>
                </a:lnTo>
                <a:lnTo>
                  <a:pt x="152400" y="143053"/>
                </a:lnTo>
                <a:lnTo>
                  <a:pt x="129778" y="120479"/>
                </a:lnTo>
                <a:lnTo>
                  <a:pt x="129778" y="83284"/>
                </a:lnTo>
                <a:lnTo>
                  <a:pt x="129814" y="83284"/>
                </a:lnTo>
                <a:lnTo>
                  <a:pt x="125004" y="78486"/>
                </a:lnTo>
                <a:cubicBezTo>
                  <a:pt x="125087" y="78355"/>
                  <a:pt x="125147" y="78188"/>
                  <a:pt x="125147" y="78022"/>
                </a:cubicBezTo>
                <a:cubicBezTo>
                  <a:pt x="125147" y="77581"/>
                  <a:pt x="124778" y="77212"/>
                  <a:pt x="124337" y="77212"/>
                </a:cubicBezTo>
                <a:close/>
                <a:moveTo>
                  <a:pt x="110085" y="142208"/>
                </a:moveTo>
                <a:cubicBezTo>
                  <a:pt x="110383" y="142208"/>
                  <a:pt x="110621" y="142446"/>
                  <a:pt x="110621" y="142744"/>
                </a:cubicBezTo>
                <a:cubicBezTo>
                  <a:pt x="110621" y="143042"/>
                  <a:pt x="110383" y="143280"/>
                  <a:pt x="110085" y="143280"/>
                </a:cubicBezTo>
                <a:cubicBezTo>
                  <a:pt x="109788" y="143280"/>
                  <a:pt x="109550" y="143042"/>
                  <a:pt x="109550" y="142744"/>
                </a:cubicBezTo>
                <a:cubicBezTo>
                  <a:pt x="109573" y="142446"/>
                  <a:pt x="109811" y="142208"/>
                  <a:pt x="110085" y="142208"/>
                </a:cubicBezTo>
                <a:close/>
                <a:moveTo>
                  <a:pt x="110085" y="141910"/>
                </a:moveTo>
                <a:cubicBezTo>
                  <a:pt x="109645" y="141910"/>
                  <a:pt x="109276" y="142280"/>
                  <a:pt x="109276" y="142720"/>
                </a:cubicBezTo>
                <a:cubicBezTo>
                  <a:pt x="109276" y="143184"/>
                  <a:pt x="109645" y="143542"/>
                  <a:pt x="110085" y="143542"/>
                </a:cubicBezTo>
                <a:cubicBezTo>
                  <a:pt x="110538" y="143542"/>
                  <a:pt x="110907" y="143172"/>
                  <a:pt x="110907" y="142720"/>
                </a:cubicBezTo>
                <a:cubicBezTo>
                  <a:pt x="110907" y="142280"/>
                  <a:pt x="110538" y="141910"/>
                  <a:pt x="110085" y="141910"/>
                </a:cubicBezTo>
                <a:close/>
                <a:moveTo>
                  <a:pt x="85939" y="142887"/>
                </a:moveTo>
                <a:cubicBezTo>
                  <a:pt x="86237" y="142887"/>
                  <a:pt x="86475" y="143125"/>
                  <a:pt x="86475" y="143423"/>
                </a:cubicBezTo>
                <a:cubicBezTo>
                  <a:pt x="86475" y="143720"/>
                  <a:pt x="86237" y="143958"/>
                  <a:pt x="85939" y="143958"/>
                </a:cubicBezTo>
                <a:cubicBezTo>
                  <a:pt x="85642" y="143958"/>
                  <a:pt x="85404" y="143720"/>
                  <a:pt x="85404" y="143423"/>
                </a:cubicBezTo>
                <a:cubicBezTo>
                  <a:pt x="85404" y="143125"/>
                  <a:pt x="85642" y="142887"/>
                  <a:pt x="85939" y="142887"/>
                </a:cubicBezTo>
                <a:close/>
                <a:moveTo>
                  <a:pt x="76795" y="45780"/>
                </a:moveTo>
                <a:lnTo>
                  <a:pt x="76795" y="67497"/>
                </a:lnTo>
                <a:lnTo>
                  <a:pt x="91131" y="81796"/>
                </a:lnTo>
                <a:lnTo>
                  <a:pt x="91131" y="87320"/>
                </a:lnTo>
                <a:lnTo>
                  <a:pt x="94429" y="90606"/>
                </a:lnTo>
                <a:lnTo>
                  <a:pt x="94429" y="134707"/>
                </a:lnTo>
                <a:lnTo>
                  <a:pt x="86392" y="142756"/>
                </a:lnTo>
                <a:cubicBezTo>
                  <a:pt x="86261" y="142661"/>
                  <a:pt x="86094" y="142601"/>
                  <a:pt x="85939" y="142601"/>
                </a:cubicBezTo>
                <a:cubicBezTo>
                  <a:pt x="85487" y="142601"/>
                  <a:pt x="85118" y="142982"/>
                  <a:pt x="85118" y="143423"/>
                </a:cubicBezTo>
                <a:cubicBezTo>
                  <a:pt x="85118" y="143875"/>
                  <a:pt x="85487" y="144244"/>
                  <a:pt x="85939" y="144244"/>
                </a:cubicBezTo>
                <a:cubicBezTo>
                  <a:pt x="86380" y="144244"/>
                  <a:pt x="86749" y="143875"/>
                  <a:pt x="86749" y="143423"/>
                </a:cubicBezTo>
                <a:cubicBezTo>
                  <a:pt x="86749" y="143244"/>
                  <a:pt x="86690" y="143077"/>
                  <a:pt x="86606" y="142958"/>
                </a:cubicBezTo>
                <a:lnTo>
                  <a:pt x="94714" y="134826"/>
                </a:lnTo>
                <a:lnTo>
                  <a:pt x="94714" y="90476"/>
                </a:lnTo>
                <a:lnTo>
                  <a:pt x="91416" y="87177"/>
                </a:lnTo>
                <a:lnTo>
                  <a:pt x="91416" y="81653"/>
                </a:lnTo>
                <a:lnTo>
                  <a:pt x="77081" y="67354"/>
                </a:lnTo>
                <a:lnTo>
                  <a:pt x="77081" y="45780"/>
                </a:lnTo>
                <a:close/>
                <a:moveTo>
                  <a:pt x="50887" y="104644"/>
                </a:moveTo>
                <a:cubicBezTo>
                  <a:pt x="50435" y="104644"/>
                  <a:pt x="50066" y="105013"/>
                  <a:pt x="50066" y="105454"/>
                </a:cubicBezTo>
                <a:cubicBezTo>
                  <a:pt x="50066" y="105858"/>
                  <a:pt x="50364" y="106192"/>
                  <a:pt x="50733" y="106263"/>
                </a:cubicBezTo>
                <a:lnTo>
                  <a:pt x="50733" y="109418"/>
                </a:lnTo>
                <a:lnTo>
                  <a:pt x="41231" y="118967"/>
                </a:lnTo>
                <a:lnTo>
                  <a:pt x="41184" y="119015"/>
                </a:lnTo>
                <a:lnTo>
                  <a:pt x="41184" y="122872"/>
                </a:lnTo>
                <a:lnTo>
                  <a:pt x="33290" y="130802"/>
                </a:lnTo>
                <a:lnTo>
                  <a:pt x="33254" y="130850"/>
                </a:lnTo>
                <a:lnTo>
                  <a:pt x="33254" y="147518"/>
                </a:lnTo>
                <a:lnTo>
                  <a:pt x="33528" y="147518"/>
                </a:lnTo>
                <a:lnTo>
                  <a:pt x="33528" y="130957"/>
                </a:lnTo>
                <a:lnTo>
                  <a:pt x="41422" y="123015"/>
                </a:lnTo>
                <a:lnTo>
                  <a:pt x="41470" y="122980"/>
                </a:lnTo>
                <a:lnTo>
                  <a:pt x="41470" y="119134"/>
                </a:lnTo>
                <a:lnTo>
                  <a:pt x="50971" y="109585"/>
                </a:lnTo>
                <a:lnTo>
                  <a:pt x="51018" y="109537"/>
                </a:lnTo>
                <a:lnTo>
                  <a:pt x="51018" y="106263"/>
                </a:lnTo>
                <a:cubicBezTo>
                  <a:pt x="51423" y="106204"/>
                  <a:pt x="51709" y="105858"/>
                  <a:pt x="51709" y="105454"/>
                </a:cubicBezTo>
                <a:cubicBezTo>
                  <a:pt x="51709" y="105013"/>
                  <a:pt x="51328" y="104644"/>
                  <a:pt x="50887" y="104644"/>
                </a:cubicBezTo>
                <a:close/>
                <a:moveTo>
                  <a:pt x="50756" y="140005"/>
                </a:moveTo>
                <a:lnTo>
                  <a:pt x="50756" y="147685"/>
                </a:lnTo>
                <a:lnTo>
                  <a:pt x="51030" y="147685"/>
                </a:lnTo>
                <a:lnTo>
                  <a:pt x="51030" y="140005"/>
                </a:lnTo>
                <a:close/>
                <a:moveTo>
                  <a:pt x="88928" y="45327"/>
                </a:moveTo>
                <a:cubicBezTo>
                  <a:pt x="88475" y="45327"/>
                  <a:pt x="88106" y="45708"/>
                  <a:pt x="88106" y="46149"/>
                </a:cubicBezTo>
                <a:cubicBezTo>
                  <a:pt x="88106" y="46553"/>
                  <a:pt x="88404" y="46875"/>
                  <a:pt x="88773" y="46958"/>
                </a:cubicBezTo>
                <a:lnTo>
                  <a:pt x="88773" y="63698"/>
                </a:lnTo>
                <a:lnTo>
                  <a:pt x="103108" y="77998"/>
                </a:lnTo>
                <a:lnTo>
                  <a:pt x="103108" y="83522"/>
                </a:lnTo>
                <a:lnTo>
                  <a:pt x="106418" y="86808"/>
                </a:lnTo>
                <a:lnTo>
                  <a:pt x="106418" y="135183"/>
                </a:lnTo>
                <a:lnTo>
                  <a:pt x="103644" y="137958"/>
                </a:lnTo>
                <a:lnTo>
                  <a:pt x="103644" y="147887"/>
                </a:lnTo>
                <a:lnTo>
                  <a:pt x="103930" y="147887"/>
                </a:lnTo>
                <a:lnTo>
                  <a:pt x="103930" y="138065"/>
                </a:lnTo>
                <a:lnTo>
                  <a:pt x="106716" y="135302"/>
                </a:lnTo>
                <a:lnTo>
                  <a:pt x="106716" y="86689"/>
                </a:lnTo>
                <a:lnTo>
                  <a:pt x="103406" y="83403"/>
                </a:lnTo>
                <a:lnTo>
                  <a:pt x="103406" y="77879"/>
                </a:lnTo>
                <a:lnTo>
                  <a:pt x="89071" y="63579"/>
                </a:lnTo>
                <a:lnTo>
                  <a:pt x="89071" y="46958"/>
                </a:lnTo>
                <a:cubicBezTo>
                  <a:pt x="89464" y="46875"/>
                  <a:pt x="89749" y="46553"/>
                  <a:pt x="89749" y="46149"/>
                </a:cubicBezTo>
                <a:cubicBezTo>
                  <a:pt x="89749" y="45708"/>
                  <a:pt x="89368" y="45327"/>
                  <a:pt x="88928" y="45327"/>
                </a:cubicBezTo>
                <a:close/>
                <a:moveTo>
                  <a:pt x="86678" y="43101"/>
                </a:moveTo>
                <a:cubicBezTo>
                  <a:pt x="86237" y="43101"/>
                  <a:pt x="85856" y="43470"/>
                  <a:pt x="85856" y="43922"/>
                </a:cubicBezTo>
                <a:cubicBezTo>
                  <a:pt x="85856" y="44315"/>
                  <a:pt x="86154" y="44648"/>
                  <a:pt x="86535" y="44720"/>
                </a:cubicBezTo>
                <a:lnTo>
                  <a:pt x="86535" y="64425"/>
                </a:lnTo>
                <a:lnTo>
                  <a:pt x="100858" y="78724"/>
                </a:lnTo>
                <a:lnTo>
                  <a:pt x="100858" y="84249"/>
                </a:lnTo>
                <a:lnTo>
                  <a:pt x="104168" y="87535"/>
                </a:lnTo>
                <a:lnTo>
                  <a:pt x="104168" y="134481"/>
                </a:lnTo>
                <a:lnTo>
                  <a:pt x="101394" y="137267"/>
                </a:lnTo>
                <a:lnTo>
                  <a:pt x="101394" y="147899"/>
                </a:lnTo>
                <a:lnTo>
                  <a:pt x="101679" y="147899"/>
                </a:lnTo>
                <a:lnTo>
                  <a:pt x="101679" y="137386"/>
                </a:lnTo>
                <a:lnTo>
                  <a:pt x="104454" y="134600"/>
                </a:lnTo>
                <a:lnTo>
                  <a:pt x="104454" y="87416"/>
                </a:lnTo>
                <a:lnTo>
                  <a:pt x="101144" y="84130"/>
                </a:lnTo>
                <a:lnTo>
                  <a:pt x="101144" y="78605"/>
                </a:lnTo>
                <a:lnTo>
                  <a:pt x="86809" y="64306"/>
                </a:lnTo>
                <a:lnTo>
                  <a:pt x="86809" y="44720"/>
                </a:lnTo>
                <a:cubicBezTo>
                  <a:pt x="87201" y="44648"/>
                  <a:pt x="87499" y="44315"/>
                  <a:pt x="87499" y="43922"/>
                </a:cubicBezTo>
                <a:cubicBezTo>
                  <a:pt x="87499" y="43470"/>
                  <a:pt x="87130" y="43101"/>
                  <a:pt x="86678" y="43101"/>
                </a:cubicBezTo>
                <a:close/>
                <a:moveTo>
                  <a:pt x="36814" y="117276"/>
                </a:moveTo>
                <a:lnTo>
                  <a:pt x="36814" y="118396"/>
                </a:lnTo>
                <a:lnTo>
                  <a:pt x="27206" y="128052"/>
                </a:lnTo>
                <a:lnTo>
                  <a:pt x="27158" y="128099"/>
                </a:lnTo>
                <a:lnTo>
                  <a:pt x="27158" y="142994"/>
                </a:lnTo>
                <a:lnTo>
                  <a:pt x="32266" y="148054"/>
                </a:lnTo>
                <a:lnTo>
                  <a:pt x="32457" y="147840"/>
                </a:lnTo>
                <a:lnTo>
                  <a:pt x="27444" y="142863"/>
                </a:lnTo>
                <a:lnTo>
                  <a:pt x="27444" y="128218"/>
                </a:lnTo>
                <a:lnTo>
                  <a:pt x="37052" y="118550"/>
                </a:lnTo>
                <a:lnTo>
                  <a:pt x="37100" y="118515"/>
                </a:lnTo>
                <a:lnTo>
                  <a:pt x="37100" y="117276"/>
                </a:lnTo>
                <a:close/>
                <a:moveTo>
                  <a:pt x="108918" y="66699"/>
                </a:moveTo>
                <a:lnTo>
                  <a:pt x="108716" y="66901"/>
                </a:lnTo>
                <a:lnTo>
                  <a:pt x="119408" y="77557"/>
                </a:lnTo>
                <a:lnTo>
                  <a:pt x="119408" y="125396"/>
                </a:lnTo>
                <a:lnTo>
                  <a:pt x="142101" y="148066"/>
                </a:lnTo>
                <a:lnTo>
                  <a:pt x="142292" y="147864"/>
                </a:lnTo>
                <a:lnTo>
                  <a:pt x="119670" y="125277"/>
                </a:lnTo>
                <a:lnTo>
                  <a:pt x="119670" y="77450"/>
                </a:lnTo>
                <a:lnTo>
                  <a:pt x="108918" y="66699"/>
                </a:lnTo>
                <a:close/>
                <a:moveTo>
                  <a:pt x="56055" y="126563"/>
                </a:moveTo>
                <a:cubicBezTo>
                  <a:pt x="55602" y="126563"/>
                  <a:pt x="55233" y="126932"/>
                  <a:pt x="55233" y="127385"/>
                </a:cubicBezTo>
                <a:cubicBezTo>
                  <a:pt x="55233" y="127778"/>
                  <a:pt x="55531" y="128111"/>
                  <a:pt x="55900" y="128183"/>
                </a:cubicBezTo>
                <a:lnTo>
                  <a:pt x="55900" y="148161"/>
                </a:lnTo>
                <a:lnTo>
                  <a:pt x="56186" y="148161"/>
                </a:lnTo>
                <a:lnTo>
                  <a:pt x="56186" y="128183"/>
                </a:lnTo>
                <a:cubicBezTo>
                  <a:pt x="56591" y="128123"/>
                  <a:pt x="56864" y="127778"/>
                  <a:pt x="56864" y="127385"/>
                </a:cubicBezTo>
                <a:cubicBezTo>
                  <a:pt x="56864" y="126932"/>
                  <a:pt x="56495" y="126563"/>
                  <a:pt x="56055" y="126563"/>
                </a:cubicBezTo>
                <a:close/>
                <a:moveTo>
                  <a:pt x="53804" y="124325"/>
                </a:moveTo>
                <a:cubicBezTo>
                  <a:pt x="53352" y="124325"/>
                  <a:pt x="52983" y="124706"/>
                  <a:pt x="52983" y="125146"/>
                </a:cubicBezTo>
                <a:cubicBezTo>
                  <a:pt x="52983" y="125551"/>
                  <a:pt x="53281" y="125873"/>
                  <a:pt x="53650" y="125956"/>
                </a:cubicBezTo>
                <a:lnTo>
                  <a:pt x="53650" y="148173"/>
                </a:lnTo>
                <a:lnTo>
                  <a:pt x="53935" y="148173"/>
                </a:lnTo>
                <a:lnTo>
                  <a:pt x="53935" y="125956"/>
                </a:lnTo>
                <a:cubicBezTo>
                  <a:pt x="54328" y="125873"/>
                  <a:pt x="54626" y="125551"/>
                  <a:pt x="54626" y="125146"/>
                </a:cubicBezTo>
                <a:cubicBezTo>
                  <a:pt x="54626" y="124706"/>
                  <a:pt x="54245" y="124325"/>
                  <a:pt x="53804" y="124325"/>
                </a:cubicBezTo>
                <a:close/>
                <a:moveTo>
                  <a:pt x="58293" y="128814"/>
                </a:moveTo>
                <a:cubicBezTo>
                  <a:pt x="57853" y="128814"/>
                  <a:pt x="57483" y="129183"/>
                  <a:pt x="57483" y="129623"/>
                </a:cubicBezTo>
                <a:cubicBezTo>
                  <a:pt x="57495" y="130028"/>
                  <a:pt x="57793" y="130361"/>
                  <a:pt x="58162" y="130433"/>
                </a:cubicBezTo>
                <a:lnTo>
                  <a:pt x="58162" y="148173"/>
                </a:lnTo>
                <a:lnTo>
                  <a:pt x="58448" y="148173"/>
                </a:lnTo>
                <a:lnTo>
                  <a:pt x="58448" y="130433"/>
                </a:lnTo>
                <a:cubicBezTo>
                  <a:pt x="58829" y="130361"/>
                  <a:pt x="59115" y="130028"/>
                  <a:pt x="59115" y="129623"/>
                </a:cubicBezTo>
                <a:cubicBezTo>
                  <a:pt x="59115" y="129183"/>
                  <a:pt x="58746" y="128814"/>
                  <a:pt x="58293" y="128814"/>
                </a:cubicBezTo>
                <a:close/>
                <a:moveTo>
                  <a:pt x="55281" y="98691"/>
                </a:moveTo>
                <a:cubicBezTo>
                  <a:pt x="54757" y="98691"/>
                  <a:pt x="54328" y="99119"/>
                  <a:pt x="54328" y="99643"/>
                </a:cubicBezTo>
                <a:cubicBezTo>
                  <a:pt x="54328" y="99953"/>
                  <a:pt x="54471" y="100215"/>
                  <a:pt x="54709" y="100393"/>
                </a:cubicBezTo>
                <a:lnTo>
                  <a:pt x="54709" y="120455"/>
                </a:lnTo>
                <a:lnTo>
                  <a:pt x="61258" y="126968"/>
                </a:lnTo>
                <a:lnTo>
                  <a:pt x="61258" y="148173"/>
                </a:lnTo>
                <a:lnTo>
                  <a:pt x="62389" y="148173"/>
                </a:lnTo>
                <a:lnTo>
                  <a:pt x="62389" y="126468"/>
                </a:lnTo>
                <a:lnTo>
                  <a:pt x="55840" y="119967"/>
                </a:lnTo>
                <a:lnTo>
                  <a:pt x="55840" y="100393"/>
                </a:lnTo>
                <a:cubicBezTo>
                  <a:pt x="56079" y="100215"/>
                  <a:pt x="56233" y="99953"/>
                  <a:pt x="56233" y="99643"/>
                </a:cubicBezTo>
                <a:cubicBezTo>
                  <a:pt x="56233" y="99119"/>
                  <a:pt x="55793" y="98691"/>
                  <a:pt x="55281" y="98691"/>
                </a:cubicBezTo>
                <a:close/>
                <a:moveTo>
                  <a:pt x="50887" y="111669"/>
                </a:moveTo>
                <a:cubicBezTo>
                  <a:pt x="50435" y="111669"/>
                  <a:pt x="50066" y="112038"/>
                  <a:pt x="50066" y="112478"/>
                </a:cubicBezTo>
                <a:cubicBezTo>
                  <a:pt x="50066" y="112645"/>
                  <a:pt x="50114" y="112812"/>
                  <a:pt x="50197" y="112931"/>
                </a:cubicBezTo>
                <a:cubicBezTo>
                  <a:pt x="43613" y="119551"/>
                  <a:pt x="43494" y="119670"/>
                  <a:pt x="43470" y="119670"/>
                </a:cubicBezTo>
                <a:lnTo>
                  <a:pt x="43458" y="119729"/>
                </a:lnTo>
                <a:lnTo>
                  <a:pt x="43458" y="123587"/>
                </a:lnTo>
                <a:lnTo>
                  <a:pt x="35576" y="131516"/>
                </a:lnTo>
                <a:lnTo>
                  <a:pt x="35528" y="131564"/>
                </a:lnTo>
                <a:lnTo>
                  <a:pt x="35528" y="148233"/>
                </a:lnTo>
                <a:lnTo>
                  <a:pt x="35790" y="148233"/>
                </a:lnTo>
                <a:lnTo>
                  <a:pt x="35790" y="148221"/>
                </a:lnTo>
                <a:lnTo>
                  <a:pt x="35790" y="131671"/>
                </a:lnTo>
                <a:lnTo>
                  <a:pt x="43684" y="123730"/>
                </a:lnTo>
                <a:lnTo>
                  <a:pt x="43732" y="123694"/>
                </a:lnTo>
                <a:lnTo>
                  <a:pt x="43732" y="119824"/>
                </a:lnTo>
                <a:cubicBezTo>
                  <a:pt x="43863" y="119705"/>
                  <a:pt x="44113" y="119467"/>
                  <a:pt x="44565" y="119003"/>
                </a:cubicBezTo>
                <a:lnTo>
                  <a:pt x="50411" y="113133"/>
                </a:lnTo>
                <a:cubicBezTo>
                  <a:pt x="50542" y="113240"/>
                  <a:pt x="50709" y="113300"/>
                  <a:pt x="50887" y="113300"/>
                </a:cubicBezTo>
                <a:cubicBezTo>
                  <a:pt x="51328" y="113300"/>
                  <a:pt x="51709" y="112931"/>
                  <a:pt x="51709" y="112478"/>
                </a:cubicBezTo>
                <a:cubicBezTo>
                  <a:pt x="51709" y="112038"/>
                  <a:pt x="51328" y="111669"/>
                  <a:pt x="50887" y="111669"/>
                </a:cubicBezTo>
                <a:close/>
                <a:moveTo>
                  <a:pt x="43041" y="134064"/>
                </a:moveTo>
                <a:cubicBezTo>
                  <a:pt x="42505" y="134076"/>
                  <a:pt x="42077" y="134505"/>
                  <a:pt x="42077" y="135029"/>
                </a:cubicBezTo>
                <a:cubicBezTo>
                  <a:pt x="42077" y="135338"/>
                  <a:pt x="42220" y="135612"/>
                  <a:pt x="42458" y="135791"/>
                </a:cubicBezTo>
                <a:lnTo>
                  <a:pt x="42458" y="143601"/>
                </a:lnTo>
                <a:lnTo>
                  <a:pt x="47256" y="148352"/>
                </a:lnTo>
                <a:lnTo>
                  <a:pt x="48054" y="147542"/>
                </a:lnTo>
                <a:lnTo>
                  <a:pt x="43613" y="143125"/>
                </a:lnTo>
                <a:lnTo>
                  <a:pt x="43613" y="135779"/>
                </a:lnTo>
                <a:cubicBezTo>
                  <a:pt x="43851" y="135588"/>
                  <a:pt x="43994" y="135326"/>
                  <a:pt x="43994" y="135017"/>
                </a:cubicBezTo>
                <a:cubicBezTo>
                  <a:pt x="43994" y="134493"/>
                  <a:pt x="43565" y="134064"/>
                  <a:pt x="43041" y="134064"/>
                </a:cubicBezTo>
                <a:close/>
                <a:moveTo>
                  <a:pt x="84415" y="40862"/>
                </a:moveTo>
                <a:cubicBezTo>
                  <a:pt x="83975" y="40862"/>
                  <a:pt x="83594" y="41243"/>
                  <a:pt x="83594" y="41684"/>
                </a:cubicBezTo>
                <a:cubicBezTo>
                  <a:pt x="83594" y="42089"/>
                  <a:pt x="83892" y="42410"/>
                  <a:pt x="84273" y="42493"/>
                </a:cubicBezTo>
                <a:lnTo>
                  <a:pt x="84273" y="65139"/>
                </a:lnTo>
                <a:lnTo>
                  <a:pt x="98596" y="79438"/>
                </a:lnTo>
                <a:lnTo>
                  <a:pt x="98596" y="84963"/>
                </a:lnTo>
                <a:lnTo>
                  <a:pt x="101906" y="88249"/>
                </a:lnTo>
                <a:lnTo>
                  <a:pt x="101906" y="133778"/>
                </a:lnTo>
                <a:lnTo>
                  <a:pt x="99132" y="136565"/>
                </a:lnTo>
                <a:lnTo>
                  <a:pt x="99132" y="148637"/>
                </a:lnTo>
                <a:lnTo>
                  <a:pt x="99417" y="148637"/>
                </a:lnTo>
                <a:lnTo>
                  <a:pt x="99417" y="136684"/>
                </a:lnTo>
                <a:lnTo>
                  <a:pt x="102191" y="133898"/>
                </a:lnTo>
                <a:lnTo>
                  <a:pt x="102191" y="88118"/>
                </a:lnTo>
                <a:lnTo>
                  <a:pt x="98882" y="84832"/>
                </a:lnTo>
                <a:lnTo>
                  <a:pt x="98882" y="79307"/>
                </a:lnTo>
                <a:lnTo>
                  <a:pt x="84546" y="65008"/>
                </a:lnTo>
                <a:lnTo>
                  <a:pt x="84546" y="42470"/>
                </a:lnTo>
                <a:cubicBezTo>
                  <a:pt x="84951" y="42410"/>
                  <a:pt x="85237" y="42089"/>
                  <a:pt x="85237" y="41684"/>
                </a:cubicBezTo>
                <a:cubicBezTo>
                  <a:pt x="85237" y="41243"/>
                  <a:pt x="84868" y="40862"/>
                  <a:pt x="84415" y="40862"/>
                </a:cubicBezTo>
                <a:close/>
                <a:moveTo>
                  <a:pt x="105442" y="65627"/>
                </a:moveTo>
                <a:cubicBezTo>
                  <a:pt x="105001" y="65627"/>
                  <a:pt x="104632" y="66008"/>
                  <a:pt x="104632" y="66449"/>
                </a:cubicBezTo>
                <a:cubicBezTo>
                  <a:pt x="104632" y="66901"/>
                  <a:pt x="105001" y="67270"/>
                  <a:pt x="105442" y="67270"/>
                </a:cubicBezTo>
                <a:cubicBezTo>
                  <a:pt x="105620" y="67270"/>
                  <a:pt x="105787" y="67211"/>
                  <a:pt x="105906" y="67116"/>
                </a:cubicBezTo>
                <a:lnTo>
                  <a:pt x="117146" y="78319"/>
                </a:lnTo>
                <a:lnTo>
                  <a:pt x="117146" y="126135"/>
                </a:lnTo>
                <a:lnTo>
                  <a:pt x="139839" y="148792"/>
                </a:lnTo>
                <a:lnTo>
                  <a:pt x="140030" y="148590"/>
                </a:lnTo>
                <a:lnTo>
                  <a:pt x="117408" y="126016"/>
                </a:lnTo>
                <a:lnTo>
                  <a:pt x="117408" y="78188"/>
                </a:lnTo>
                <a:lnTo>
                  <a:pt x="106097" y="66913"/>
                </a:lnTo>
                <a:cubicBezTo>
                  <a:pt x="106192" y="66782"/>
                  <a:pt x="106251" y="66615"/>
                  <a:pt x="106251" y="66449"/>
                </a:cubicBezTo>
                <a:cubicBezTo>
                  <a:pt x="106251" y="65984"/>
                  <a:pt x="105894" y="65627"/>
                  <a:pt x="105442" y="65627"/>
                </a:cubicBezTo>
                <a:close/>
                <a:moveTo>
                  <a:pt x="50887" y="114621"/>
                </a:moveTo>
                <a:cubicBezTo>
                  <a:pt x="50435" y="114621"/>
                  <a:pt x="50066" y="115002"/>
                  <a:pt x="50066" y="115443"/>
                </a:cubicBezTo>
                <a:cubicBezTo>
                  <a:pt x="50066" y="115610"/>
                  <a:pt x="50114" y="115776"/>
                  <a:pt x="50197" y="115895"/>
                </a:cubicBezTo>
                <a:lnTo>
                  <a:pt x="45696" y="120420"/>
                </a:lnTo>
                <a:lnTo>
                  <a:pt x="45696" y="124265"/>
                </a:lnTo>
                <a:lnTo>
                  <a:pt x="37802" y="132207"/>
                </a:lnTo>
                <a:lnTo>
                  <a:pt x="37755" y="132243"/>
                </a:lnTo>
                <a:lnTo>
                  <a:pt x="37755" y="148911"/>
                </a:lnTo>
                <a:lnTo>
                  <a:pt x="38052" y="148911"/>
                </a:lnTo>
                <a:lnTo>
                  <a:pt x="38052" y="132362"/>
                </a:lnTo>
                <a:lnTo>
                  <a:pt x="45946" y="124432"/>
                </a:lnTo>
                <a:lnTo>
                  <a:pt x="45994" y="124384"/>
                </a:lnTo>
                <a:lnTo>
                  <a:pt x="45994" y="120539"/>
                </a:lnTo>
                <a:lnTo>
                  <a:pt x="50411" y="116098"/>
                </a:lnTo>
                <a:cubicBezTo>
                  <a:pt x="50542" y="116205"/>
                  <a:pt x="50709" y="116264"/>
                  <a:pt x="50887" y="116264"/>
                </a:cubicBezTo>
                <a:cubicBezTo>
                  <a:pt x="51328" y="116264"/>
                  <a:pt x="51709" y="115895"/>
                  <a:pt x="51709" y="115443"/>
                </a:cubicBezTo>
                <a:cubicBezTo>
                  <a:pt x="51709" y="115002"/>
                  <a:pt x="51328" y="114621"/>
                  <a:pt x="50887" y="114621"/>
                </a:cubicBezTo>
                <a:close/>
                <a:moveTo>
                  <a:pt x="82034" y="47804"/>
                </a:moveTo>
                <a:lnTo>
                  <a:pt x="82034" y="65842"/>
                </a:lnTo>
                <a:lnTo>
                  <a:pt x="96369" y="80141"/>
                </a:lnTo>
                <a:lnTo>
                  <a:pt x="96369" y="85665"/>
                </a:lnTo>
                <a:lnTo>
                  <a:pt x="99667" y="88952"/>
                </a:lnTo>
                <a:lnTo>
                  <a:pt x="99667" y="133052"/>
                </a:lnTo>
                <a:lnTo>
                  <a:pt x="96905" y="135838"/>
                </a:lnTo>
                <a:lnTo>
                  <a:pt x="96905" y="149316"/>
                </a:lnTo>
                <a:lnTo>
                  <a:pt x="97191" y="149316"/>
                </a:lnTo>
                <a:lnTo>
                  <a:pt x="97191" y="135957"/>
                </a:lnTo>
                <a:lnTo>
                  <a:pt x="99953" y="133171"/>
                </a:lnTo>
                <a:lnTo>
                  <a:pt x="99953" y="88832"/>
                </a:lnTo>
                <a:lnTo>
                  <a:pt x="96643" y="85546"/>
                </a:lnTo>
                <a:lnTo>
                  <a:pt x="96643" y="80022"/>
                </a:lnTo>
                <a:lnTo>
                  <a:pt x="82320" y="65722"/>
                </a:lnTo>
                <a:lnTo>
                  <a:pt x="82320" y="47804"/>
                </a:lnTo>
                <a:close/>
                <a:moveTo>
                  <a:pt x="70437" y="108942"/>
                </a:moveTo>
                <a:cubicBezTo>
                  <a:pt x="69997" y="108942"/>
                  <a:pt x="69628" y="109311"/>
                  <a:pt x="69628" y="109764"/>
                </a:cubicBezTo>
                <a:cubicBezTo>
                  <a:pt x="69628" y="110157"/>
                  <a:pt x="69926" y="110490"/>
                  <a:pt x="70295" y="110561"/>
                </a:cubicBezTo>
                <a:lnTo>
                  <a:pt x="70295" y="116526"/>
                </a:lnTo>
                <a:lnTo>
                  <a:pt x="73593" y="119824"/>
                </a:lnTo>
                <a:lnTo>
                  <a:pt x="73593" y="149328"/>
                </a:lnTo>
                <a:lnTo>
                  <a:pt x="73878" y="149328"/>
                </a:lnTo>
                <a:lnTo>
                  <a:pt x="73878" y="119681"/>
                </a:lnTo>
                <a:lnTo>
                  <a:pt x="70592" y="116407"/>
                </a:lnTo>
                <a:lnTo>
                  <a:pt x="70592" y="110561"/>
                </a:lnTo>
                <a:cubicBezTo>
                  <a:pt x="70973" y="110490"/>
                  <a:pt x="71259" y="110157"/>
                  <a:pt x="71259" y="109764"/>
                </a:cubicBezTo>
                <a:cubicBezTo>
                  <a:pt x="71259" y="109311"/>
                  <a:pt x="70890" y="108942"/>
                  <a:pt x="70437" y="108942"/>
                </a:cubicBezTo>
                <a:close/>
                <a:moveTo>
                  <a:pt x="65937" y="104406"/>
                </a:moveTo>
                <a:cubicBezTo>
                  <a:pt x="65484" y="104406"/>
                  <a:pt x="65115" y="104775"/>
                  <a:pt x="65115" y="105215"/>
                </a:cubicBezTo>
                <a:cubicBezTo>
                  <a:pt x="65115" y="105620"/>
                  <a:pt x="65413" y="105954"/>
                  <a:pt x="65782" y="106025"/>
                </a:cubicBezTo>
                <a:lnTo>
                  <a:pt x="65782" y="123372"/>
                </a:lnTo>
                <a:lnTo>
                  <a:pt x="69104" y="126670"/>
                </a:lnTo>
                <a:lnTo>
                  <a:pt x="69104" y="149376"/>
                </a:lnTo>
                <a:lnTo>
                  <a:pt x="69390" y="149376"/>
                </a:lnTo>
                <a:lnTo>
                  <a:pt x="69390" y="126551"/>
                </a:lnTo>
                <a:lnTo>
                  <a:pt x="66080" y="123253"/>
                </a:lnTo>
                <a:lnTo>
                  <a:pt x="66080" y="106025"/>
                </a:lnTo>
                <a:cubicBezTo>
                  <a:pt x="66473" y="105954"/>
                  <a:pt x="66747" y="105620"/>
                  <a:pt x="66747" y="105215"/>
                </a:cubicBezTo>
                <a:cubicBezTo>
                  <a:pt x="66747" y="104775"/>
                  <a:pt x="66377" y="104406"/>
                  <a:pt x="65937" y="104406"/>
                </a:cubicBezTo>
                <a:close/>
                <a:moveTo>
                  <a:pt x="68175" y="106680"/>
                </a:moveTo>
                <a:cubicBezTo>
                  <a:pt x="67735" y="106680"/>
                  <a:pt x="67366" y="107049"/>
                  <a:pt x="67366" y="107501"/>
                </a:cubicBezTo>
                <a:cubicBezTo>
                  <a:pt x="67366" y="107894"/>
                  <a:pt x="67663" y="108228"/>
                  <a:pt x="68032" y="108299"/>
                </a:cubicBezTo>
                <a:lnTo>
                  <a:pt x="68032" y="122682"/>
                </a:lnTo>
                <a:lnTo>
                  <a:pt x="71330" y="125968"/>
                </a:lnTo>
                <a:lnTo>
                  <a:pt x="71330" y="149376"/>
                </a:lnTo>
                <a:lnTo>
                  <a:pt x="71616" y="149376"/>
                </a:lnTo>
                <a:lnTo>
                  <a:pt x="71616" y="125837"/>
                </a:lnTo>
                <a:lnTo>
                  <a:pt x="68330" y="122563"/>
                </a:lnTo>
                <a:lnTo>
                  <a:pt x="68330" y="108299"/>
                </a:lnTo>
                <a:cubicBezTo>
                  <a:pt x="68711" y="108228"/>
                  <a:pt x="68997" y="107894"/>
                  <a:pt x="68997" y="107501"/>
                </a:cubicBezTo>
                <a:cubicBezTo>
                  <a:pt x="68997" y="107049"/>
                  <a:pt x="68628" y="106680"/>
                  <a:pt x="68175" y="106680"/>
                </a:cubicBezTo>
                <a:close/>
                <a:moveTo>
                  <a:pt x="102501" y="65615"/>
                </a:moveTo>
                <a:cubicBezTo>
                  <a:pt x="102049" y="65615"/>
                  <a:pt x="101679" y="65984"/>
                  <a:pt x="101679" y="66437"/>
                </a:cubicBezTo>
                <a:cubicBezTo>
                  <a:pt x="101679" y="66877"/>
                  <a:pt x="102049" y="67258"/>
                  <a:pt x="102501" y="67258"/>
                </a:cubicBezTo>
                <a:cubicBezTo>
                  <a:pt x="102680" y="67258"/>
                  <a:pt x="102846" y="67199"/>
                  <a:pt x="102965" y="67104"/>
                </a:cubicBezTo>
                <a:lnTo>
                  <a:pt x="114872" y="78974"/>
                </a:lnTo>
                <a:lnTo>
                  <a:pt x="114872" y="126825"/>
                </a:lnTo>
                <a:lnTo>
                  <a:pt x="114884" y="126825"/>
                </a:lnTo>
                <a:lnTo>
                  <a:pt x="137529" y="149447"/>
                </a:lnTo>
                <a:lnTo>
                  <a:pt x="137732" y="149245"/>
                </a:lnTo>
                <a:lnTo>
                  <a:pt x="115145" y="126706"/>
                </a:lnTo>
                <a:lnTo>
                  <a:pt x="115145" y="78867"/>
                </a:lnTo>
                <a:lnTo>
                  <a:pt x="103168" y="66901"/>
                </a:lnTo>
                <a:cubicBezTo>
                  <a:pt x="103263" y="66758"/>
                  <a:pt x="103323" y="66604"/>
                  <a:pt x="103323" y="66437"/>
                </a:cubicBezTo>
                <a:cubicBezTo>
                  <a:pt x="103323" y="65984"/>
                  <a:pt x="102942" y="65615"/>
                  <a:pt x="102501" y="65615"/>
                </a:cubicBezTo>
                <a:close/>
                <a:moveTo>
                  <a:pt x="50887" y="117574"/>
                </a:moveTo>
                <a:cubicBezTo>
                  <a:pt x="50435" y="117574"/>
                  <a:pt x="50066" y="117943"/>
                  <a:pt x="50066" y="118396"/>
                </a:cubicBezTo>
                <a:cubicBezTo>
                  <a:pt x="50066" y="118574"/>
                  <a:pt x="50125" y="118729"/>
                  <a:pt x="50221" y="118848"/>
                </a:cubicBezTo>
                <a:lnTo>
                  <a:pt x="47958" y="121134"/>
                </a:lnTo>
                <a:lnTo>
                  <a:pt x="47958" y="124980"/>
                </a:lnTo>
                <a:lnTo>
                  <a:pt x="40065" y="132921"/>
                </a:lnTo>
                <a:lnTo>
                  <a:pt x="40017" y="132957"/>
                </a:lnTo>
                <a:lnTo>
                  <a:pt x="40017" y="149626"/>
                </a:lnTo>
                <a:lnTo>
                  <a:pt x="40303" y="149626"/>
                </a:lnTo>
                <a:lnTo>
                  <a:pt x="40303" y="133076"/>
                </a:lnTo>
                <a:lnTo>
                  <a:pt x="48197" y="125146"/>
                </a:lnTo>
                <a:lnTo>
                  <a:pt x="48232" y="125099"/>
                </a:lnTo>
                <a:lnTo>
                  <a:pt x="48232" y="121253"/>
                </a:lnTo>
                <a:lnTo>
                  <a:pt x="50423" y="119062"/>
                </a:lnTo>
                <a:cubicBezTo>
                  <a:pt x="50554" y="119146"/>
                  <a:pt x="50721" y="119205"/>
                  <a:pt x="50887" y="119205"/>
                </a:cubicBezTo>
                <a:cubicBezTo>
                  <a:pt x="51328" y="119205"/>
                  <a:pt x="51709" y="118836"/>
                  <a:pt x="51709" y="118396"/>
                </a:cubicBezTo>
                <a:cubicBezTo>
                  <a:pt x="51709" y="117943"/>
                  <a:pt x="51328" y="117574"/>
                  <a:pt x="50887" y="117574"/>
                </a:cubicBezTo>
                <a:close/>
                <a:moveTo>
                  <a:pt x="76938" y="69556"/>
                </a:moveTo>
                <a:cubicBezTo>
                  <a:pt x="76498" y="69556"/>
                  <a:pt x="76129" y="69937"/>
                  <a:pt x="76129" y="70378"/>
                </a:cubicBezTo>
                <a:cubicBezTo>
                  <a:pt x="76129" y="70830"/>
                  <a:pt x="76498" y="71199"/>
                  <a:pt x="76938" y="71199"/>
                </a:cubicBezTo>
                <a:cubicBezTo>
                  <a:pt x="77129" y="71199"/>
                  <a:pt x="77284" y="71140"/>
                  <a:pt x="77403" y="71045"/>
                </a:cubicBezTo>
                <a:lnTo>
                  <a:pt x="88868" y="82486"/>
                </a:lnTo>
                <a:lnTo>
                  <a:pt x="88868" y="88011"/>
                </a:lnTo>
                <a:lnTo>
                  <a:pt x="92166" y="91309"/>
                </a:lnTo>
                <a:lnTo>
                  <a:pt x="92166" y="133993"/>
                </a:lnTo>
                <a:lnTo>
                  <a:pt x="83534" y="142649"/>
                </a:lnTo>
                <a:lnTo>
                  <a:pt x="83534" y="150042"/>
                </a:lnTo>
                <a:lnTo>
                  <a:pt x="83820" y="150042"/>
                </a:lnTo>
                <a:lnTo>
                  <a:pt x="83820" y="142768"/>
                </a:lnTo>
                <a:lnTo>
                  <a:pt x="92464" y="134112"/>
                </a:lnTo>
                <a:lnTo>
                  <a:pt x="92464" y="91190"/>
                </a:lnTo>
                <a:lnTo>
                  <a:pt x="89166" y="87892"/>
                </a:lnTo>
                <a:lnTo>
                  <a:pt x="89166" y="82379"/>
                </a:lnTo>
                <a:lnTo>
                  <a:pt x="77617" y="70842"/>
                </a:lnTo>
                <a:cubicBezTo>
                  <a:pt x="77700" y="70711"/>
                  <a:pt x="77760" y="70545"/>
                  <a:pt x="77760" y="70378"/>
                </a:cubicBezTo>
                <a:cubicBezTo>
                  <a:pt x="77760" y="69937"/>
                  <a:pt x="77391" y="69556"/>
                  <a:pt x="76938" y="69556"/>
                </a:cubicBezTo>
                <a:close/>
                <a:moveTo>
                  <a:pt x="123301" y="88487"/>
                </a:moveTo>
                <a:cubicBezTo>
                  <a:pt x="122777" y="88487"/>
                  <a:pt x="122349" y="88928"/>
                  <a:pt x="122349" y="89440"/>
                </a:cubicBezTo>
                <a:cubicBezTo>
                  <a:pt x="122349" y="89761"/>
                  <a:pt x="122504" y="90023"/>
                  <a:pt x="122742" y="90202"/>
                </a:cubicBezTo>
                <a:lnTo>
                  <a:pt x="122742" y="124408"/>
                </a:lnTo>
                <a:lnTo>
                  <a:pt x="149674" y="150447"/>
                </a:lnTo>
                <a:lnTo>
                  <a:pt x="150459" y="149626"/>
                </a:lnTo>
                <a:lnTo>
                  <a:pt x="123873" y="123932"/>
                </a:lnTo>
                <a:lnTo>
                  <a:pt x="123873" y="90202"/>
                </a:lnTo>
                <a:cubicBezTo>
                  <a:pt x="124111" y="90023"/>
                  <a:pt x="124254" y="89761"/>
                  <a:pt x="124254" y="89440"/>
                </a:cubicBezTo>
                <a:cubicBezTo>
                  <a:pt x="124254" y="88928"/>
                  <a:pt x="123825" y="88487"/>
                  <a:pt x="123301" y="88487"/>
                </a:cubicBezTo>
                <a:close/>
                <a:moveTo>
                  <a:pt x="94143" y="63687"/>
                </a:moveTo>
                <a:cubicBezTo>
                  <a:pt x="93631" y="63687"/>
                  <a:pt x="93190" y="64115"/>
                  <a:pt x="93190" y="64639"/>
                </a:cubicBezTo>
                <a:cubicBezTo>
                  <a:pt x="93190" y="65151"/>
                  <a:pt x="93631" y="65592"/>
                  <a:pt x="94143" y="65592"/>
                </a:cubicBezTo>
                <a:cubicBezTo>
                  <a:pt x="94190" y="65592"/>
                  <a:pt x="94238" y="65592"/>
                  <a:pt x="94286" y="65568"/>
                </a:cubicBezTo>
                <a:lnTo>
                  <a:pt x="109538" y="80712"/>
                </a:lnTo>
                <a:lnTo>
                  <a:pt x="109538" y="131564"/>
                </a:lnTo>
                <a:lnTo>
                  <a:pt x="109704" y="131731"/>
                </a:lnTo>
                <a:lnTo>
                  <a:pt x="121694" y="143637"/>
                </a:lnTo>
                <a:lnTo>
                  <a:pt x="128838" y="150721"/>
                </a:lnTo>
                <a:lnTo>
                  <a:pt x="129635" y="149923"/>
                </a:lnTo>
                <a:lnTo>
                  <a:pt x="121968" y="142327"/>
                </a:lnTo>
                <a:lnTo>
                  <a:pt x="110669" y="131100"/>
                </a:lnTo>
                <a:lnTo>
                  <a:pt x="110669" y="80248"/>
                </a:lnTo>
                <a:lnTo>
                  <a:pt x="95083" y="64770"/>
                </a:lnTo>
                <a:cubicBezTo>
                  <a:pt x="95083" y="64722"/>
                  <a:pt x="95095" y="64675"/>
                  <a:pt x="95095" y="64639"/>
                </a:cubicBezTo>
                <a:cubicBezTo>
                  <a:pt x="95095" y="64115"/>
                  <a:pt x="94667" y="63687"/>
                  <a:pt x="94143" y="63687"/>
                </a:cubicBezTo>
                <a:close/>
                <a:moveTo>
                  <a:pt x="73164" y="0"/>
                </a:moveTo>
                <a:cubicBezTo>
                  <a:pt x="72640" y="0"/>
                  <a:pt x="72212" y="429"/>
                  <a:pt x="72212" y="953"/>
                </a:cubicBezTo>
                <a:cubicBezTo>
                  <a:pt x="72212" y="1262"/>
                  <a:pt x="72366" y="1548"/>
                  <a:pt x="72604" y="1715"/>
                </a:cubicBezTo>
                <a:lnTo>
                  <a:pt x="72604" y="78129"/>
                </a:lnTo>
                <a:lnTo>
                  <a:pt x="77688" y="83189"/>
                </a:lnTo>
                <a:lnTo>
                  <a:pt x="77688" y="95845"/>
                </a:lnTo>
                <a:lnTo>
                  <a:pt x="84868" y="102977"/>
                </a:lnTo>
                <a:lnTo>
                  <a:pt x="84868" y="115502"/>
                </a:lnTo>
                <a:lnTo>
                  <a:pt x="80963" y="119420"/>
                </a:lnTo>
                <a:lnTo>
                  <a:pt x="80963" y="150983"/>
                </a:lnTo>
                <a:lnTo>
                  <a:pt x="82094" y="150983"/>
                </a:lnTo>
                <a:lnTo>
                  <a:pt x="82094" y="119884"/>
                </a:lnTo>
                <a:lnTo>
                  <a:pt x="85999" y="115955"/>
                </a:lnTo>
                <a:lnTo>
                  <a:pt x="85999" y="102477"/>
                </a:lnTo>
                <a:lnTo>
                  <a:pt x="78819" y="95357"/>
                </a:lnTo>
                <a:lnTo>
                  <a:pt x="78819" y="82701"/>
                </a:lnTo>
                <a:lnTo>
                  <a:pt x="73736" y="77653"/>
                </a:lnTo>
                <a:lnTo>
                  <a:pt x="73736" y="1715"/>
                </a:lnTo>
                <a:cubicBezTo>
                  <a:pt x="73974" y="1536"/>
                  <a:pt x="74117" y="1262"/>
                  <a:pt x="74117" y="953"/>
                </a:cubicBezTo>
                <a:cubicBezTo>
                  <a:pt x="74117" y="429"/>
                  <a:pt x="73688" y="0"/>
                  <a:pt x="73164" y="0"/>
                </a:cubicBezTo>
                <a:close/>
                <a:moveTo>
                  <a:pt x="55043" y="89309"/>
                </a:moveTo>
                <a:lnTo>
                  <a:pt x="34993" y="109525"/>
                </a:lnTo>
                <a:lnTo>
                  <a:pt x="30421" y="109525"/>
                </a:lnTo>
                <a:lnTo>
                  <a:pt x="19169" y="120860"/>
                </a:lnTo>
                <a:lnTo>
                  <a:pt x="19169" y="141256"/>
                </a:lnTo>
                <a:lnTo>
                  <a:pt x="30766" y="152769"/>
                </a:lnTo>
                <a:lnTo>
                  <a:pt x="31564" y="151959"/>
                </a:lnTo>
                <a:lnTo>
                  <a:pt x="20300" y="140791"/>
                </a:lnTo>
                <a:lnTo>
                  <a:pt x="20300" y="121325"/>
                </a:lnTo>
                <a:lnTo>
                  <a:pt x="30885" y="110657"/>
                </a:lnTo>
                <a:lnTo>
                  <a:pt x="35457" y="110657"/>
                </a:lnTo>
                <a:lnTo>
                  <a:pt x="55519" y="90440"/>
                </a:lnTo>
                <a:lnTo>
                  <a:pt x="59817" y="90440"/>
                </a:lnTo>
                <a:lnTo>
                  <a:pt x="62389" y="93000"/>
                </a:lnTo>
                <a:lnTo>
                  <a:pt x="62389" y="94726"/>
                </a:lnTo>
                <a:lnTo>
                  <a:pt x="77165" y="109383"/>
                </a:lnTo>
                <a:cubicBezTo>
                  <a:pt x="77165" y="109430"/>
                  <a:pt x="77153" y="109478"/>
                  <a:pt x="77153" y="109525"/>
                </a:cubicBezTo>
                <a:cubicBezTo>
                  <a:pt x="77153" y="110037"/>
                  <a:pt x="77581" y="110478"/>
                  <a:pt x="78105" y="110478"/>
                </a:cubicBezTo>
                <a:cubicBezTo>
                  <a:pt x="78629" y="110478"/>
                  <a:pt x="79058" y="110037"/>
                  <a:pt x="79058" y="109525"/>
                </a:cubicBezTo>
                <a:cubicBezTo>
                  <a:pt x="79058" y="109002"/>
                  <a:pt x="78629" y="108573"/>
                  <a:pt x="78105" y="108573"/>
                </a:cubicBezTo>
                <a:cubicBezTo>
                  <a:pt x="78057" y="108573"/>
                  <a:pt x="78010" y="108573"/>
                  <a:pt x="77974" y="108585"/>
                </a:cubicBezTo>
                <a:lnTo>
                  <a:pt x="63532" y="94250"/>
                </a:lnTo>
                <a:lnTo>
                  <a:pt x="63532" y="92511"/>
                </a:lnTo>
                <a:lnTo>
                  <a:pt x="60281" y="89309"/>
                </a:lnTo>
                <a:close/>
                <a:moveTo>
                  <a:pt x="10192" y="125504"/>
                </a:moveTo>
                <a:cubicBezTo>
                  <a:pt x="9751" y="125504"/>
                  <a:pt x="9382" y="125873"/>
                  <a:pt x="9382" y="126325"/>
                </a:cubicBezTo>
                <a:cubicBezTo>
                  <a:pt x="9382" y="126730"/>
                  <a:pt x="9680" y="127051"/>
                  <a:pt x="10049" y="127123"/>
                </a:cubicBezTo>
                <a:lnTo>
                  <a:pt x="10049" y="154936"/>
                </a:lnTo>
                <a:lnTo>
                  <a:pt x="10335" y="154936"/>
                </a:lnTo>
                <a:lnTo>
                  <a:pt x="10335" y="127123"/>
                </a:lnTo>
                <a:cubicBezTo>
                  <a:pt x="10728" y="127051"/>
                  <a:pt x="11013" y="126730"/>
                  <a:pt x="11013" y="126325"/>
                </a:cubicBezTo>
                <a:cubicBezTo>
                  <a:pt x="11013" y="125873"/>
                  <a:pt x="10644" y="125504"/>
                  <a:pt x="10192" y="125504"/>
                </a:cubicBezTo>
                <a:close/>
                <a:moveTo>
                  <a:pt x="12454" y="125504"/>
                </a:moveTo>
                <a:cubicBezTo>
                  <a:pt x="12014" y="125504"/>
                  <a:pt x="11644" y="125873"/>
                  <a:pt x="11644" y="126325"/>
                </a:cubicBezTo>
                <a:cubicBezTo>
                  <a:pt x="11644" y="126730"/>
                  <a:pt x="11942" y="127051"/>
                  <a:pt x="12311" y="127123"/>
                </a:cubicBezTo>
                <a:lnTo>
                  <a:pt x="12311" y="154936"/>
                </a:lnTo>
                <a:lnTo>
                  <a:pt x="12597" y="154936"/>
                </a:lnTo>
                <a:lnTo>
                  <a:pt x="12597" y="127123"/>
                </a:lnTo>
                <a:cubicBezTo>
                  <a:pt x="12978" y="127051"/>
                  <a:pt x="13276" y="126730"/>
                  <a:pt x="13276" y="126325"/>
                </a:cubicBezTo>
                <a:cubicBezTo>
                  <a:pt x="13276" y="125873"/>
                  <a:pt x="12906" y="125504"/>
                  <a:pt x="12454" y="125504"/>
                </a:cubicBezTo>
                <a:close/>
                <a:moveTo>
                  <a:pt x="14704" y="125504"/>
                </a:moveTo>
                <a:cubicBezTo>
                  <a:pt x="14252" y="125504"/>
                  <a:pt x="13883" y="125873"/>
                  <a:pt x="13883" y="126325"/>
                </a:cubicBezTo>
                <a:cubicBezTo>
                  <a:pt x="13883" y="126730"/>
                  <a:pt x="14180" y="127051"/>
                  <a:pt x="14550" y="127123"/>
                </a:cubicBezTo>
                <a:lnTo>
                  <a:pt x="14550" y="154948"/>
                </a:lnTo>
                <a:lnTo>
                  <a:pt x="14835" y="154948"/>
                </a:lnTo>
                <a:lnTo>
                  <a:pt x="14835" y="127123"/>
                </a:lnTo>
                <a:lnTo>
                  <a:pt x="14847" y="127123"/>
                </a:lnTo>
                <a:cubicBezTo>
                  <a:pt x="15240" y="127051"/>
                  <a:pt x="15526" y="126730"/>
                  <a:pt x="15526" y="126325"/>
                </a:cubicBezTo>
                <a:cubicBezTo>
                  <a:pt x="15526" y="125873"/>
                  <a:pt x="15145" y="125504"/>
                  <a:pt x="14704" y="125504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ubTitle" idx="1"/>
          </p:nvPr>
        </p:nvSpPr>
        <p:spPr>
          <a:xfrm>
            <a:off x="720000" y="1700300"/>
            <a:ext cx="4294800" cy="191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/>
          <p:nvPr/>
        </p:nvSpPr>
        <p:spPr>
          <a:xfrm rot="5400000">
            <a:off x="-1678050" y="3954635"/>
            <a:ext cx="5397188" cy="5291862"/>
          </a:xfrm>
          <a:custGeom>
            <a:avLst/>
            <a:gdLst/>
            <a:ahLst/>
            <a:cxnLst/>
            <a:rect l="l" t="t" r="r" b="b"/>
            <a:pathLst>
              <a:path w="158032" h="154948" extrusionOk="0">
                <a:moveTo>
                  <a:pt x="68675" y="14585"/>
                </a:moveTo>
                <a:cubicBezTo>
                  <a:pt x="68973" y="14585"/>
                  <a:pt x="69211" y="14823"/>
                  <a:pt x="69211" y="15121"/>
                </a:cubicBezTo>
                <a:cubicBezTo>
                  <a:pt x="69211" y="15419"/>
                  <a:pt x="68973" y="15657"/>
                  <a:pt x="68675" y="15657"/>
                </a:cubicBezTo>
                <a:cubicBezTo>
                  <a:pt x="68378" y="15645"/>
                  <a:pt x="68140" y="15407"/>
                  <a:pt x="68140" y="15121"/>
                </a:cubicBezTo>
                <a:cubicBezTo>
                  <a:pt x="68140" y="14823"/>
                  <a:pt x="68378" y="14585"/>
                  <a:pt x="68675" y="14585"/>
                </a:cubicBezTo>
                <a:close/>
                <a:moveTo>
                  <a:pt x="76950" y="17931"/>
                </a:moveTo>
                <a:cubicBezTo>
                  <a:pt x="77248" y="17943"/>
                  <a:pt x="77486" y="18181"/>
                  <a:pt x="77486" y="18467"/>
                </a:cubicBezTo>
                <a:cubicBezTo>
                  <a:pt x="77486" y="18764"/>
                  <a:pt x="77248" y="19002"/>
                  <a:pt x="76950" y="19002"/>
                </a:cubicBezTo>
                <a:cubicBezTo>
                  <a:pt x="76653" y="19002"/>
                  <a:pt x="76414" y="18764"/>
                  <a:pt x="76414" y="18467"/>
                </a:cubicBezTo>
                <a:cubicBezTo>
                  <a:pt x="76414" y="18169"/>
                  <a:pt x="76653" y="17931"/>
                  <a:pt x="76950" y="17931"/>
                </a:cubicBezTo>
                <a:close/>
                <a:moveTo>
                  <a:pt x="76950" y="17645"/>
                </a:moveTo>
                <a:cubicBezTo>
                  <a:pt x="76498" y="17657"/>
                  <a:pt x="76129" y="18026"/>
                  <a:pt x="76129" y="18467"/>
                </a:cubicBezTo>
                <a:cubicBezTo>
                  <a:pt x="76129" y="18919"/>
                  <a:pt x="76498" y="19288"/>
                  <a:pt x="76950" y="19288"/>
                </a:cubicBezTo>
                <a:cubicBezTo>
                  <a:pt x="77391" y="19288"/>
                  <a:pt x="77760" y="18919"/>
                  <a:pt x="77760" y="18467"/>
                </a:cubicBezTo>
                <a:cubicBezTo>
                  <a:pt x="77760" y="18026"/>
                  <a:pt x="77391" y="17645"/>
                  <a:pt x="76950" y="17645"/>
                </a:cubicBezTo>
                <a:close/>
                <a:moveTo>
                  <a:pt x="70938" y="19217"/>
                </a:moveTo>
                <a:cubicBezTo>
                  <a:pt x="71235" y="19217"/>
                  <a:pt x="71473" y="19443"/>
                  <a:pt x="71473" y="19741"/>
                </a:cubicBezTo>
                <a:cubicBezTo>
                  <a:pt x="71473" y="20038"/>
                  <a:pt x="71235" y="20276"/>
                  <a:pt x="70938" y="20276"/>
                </a:cubicBezTo>
                <a:cubicBezTo>
                  <a:pt x="70931" y="20277"/>
                  <a:pt x="70924" y="20277"/>
                  <a:pt x="70917" y="20277"/>
                </a:cubicBezTo>
                <a:cubicBezTo>
                  <a:pt x="70629" y="20277"/>
                  <a:pt x="70402" y="20031"/>
                  <a:pt x="70402" y="19741"/>
                </a:cubicBezTo>
                <a:cubicBezTo>
                  <a:pt x="70402" y="19443"/>
                  <a:pt x="70640" y="19217"/>
                  <a:pt x="70938" y="19217"/>
                </a:cubicBezTo>
                <a:close/>
                <a:moveTo>
                  <a:pt x="76950" y="20884"/>
                </a:moveTo>
                <a:cubicBezTo>
                  <a:pt x="77248" y="20884"/>
                  <a:pt x="77486" y="21134"/>
                  <a:pt x="77486" y="21419"/>
                </a:cubicBezTo>
                <a:cubicBezTo>
                  <a:pt x="77486" y="21717"/>
                  <a:pt x="77248" y="21955"/>
                  <a:pt x="76950" y="21955"/>
                </a:cubicBezTo>
                <a:cubicBezTo>
                  <a:pt x="76653" y="21955"/>
                  <a:pt x="76414" y="21717"/>
                  <a:pt x="76414" y="21419"/>
                </a:cubicBezTo>
                <a:cubicBezTo>
                  <a:pt x="76414" y="21122"/>
                  <a:pt x="76653" y="20884"/>
                  <a:pt x="76950" y="20884"/>
                </a:cubicBezTo>
                <a:close/>
                <a:moveTo>
                  <a:pt x="76950" y="20598"/>
                </a:moveTo>
                <a:cubicBezTo>
                  <a:pt x="76498" y="20598"/>
                  <a:pt x="76129" y="20967"/>
                  <a:pt x="76129" y="21419"/>
                </a:cubicBezTo>
                <a:cubicBezTo>
                  <a:pt x="76129" y="21860"/>
                  <a:pt x="76498" y="22229"/>
                  <a:pt x="76950" y="22229"/>
                </a:cubicBezTo>
                <a:cubicBezTo>
                  <a:pt x="77391" y="22229"/>
                  <a:pt x="77760" y="21860"/>
                  <a:pt x="77760" y="21419"/>
                </a:cubicBezTo>
                <a:cubicBezTo>
                  <a:pt x="77760" y="20967"/>
                  <a:pt x="77391" y="20598"/>
                  <a:pt x="76950" y="20598"/>
                </a:cubicBezTo>
                <a:close/>
                <a:moveTo>
                  <a:pt x="32385" y="24158"/>
                </a:moveTo>
                <a:cubicBezTo>
                  <a:pt x="32683" y="24158"/>
                  <a:pt x="32921" y="24396"/>
                  <a:pt x="32921" y="24694"/>
                </a:cubicBezTo>
                <a:cubicBezTo>
                  <a:pt x="32921" y="24991"/>
                  <a:pt x="32683" y="25229"/>
                  <a:pt x="32385" y="25229"/>
                </a:cubicBezTo>
                <a:cubicBezTo>
                  <a:pt x="32087" y="25229"/>
                  <a:pt x="31849" y="24991"/>
                  <a:pt x="31849" y="24694"/>
                </a:cubicBezTo>
                <a:cubicBezTo>
                  <a:pt x="31849" y="24396"/>
                  <a:pt x="32087" y="24158"/>
                  <a:pt x="32385" y="24158"/>
                </a:cubicBezTo>
                <a:close/>
                <a:moveTo>
                  <a:pt x="34647" y="24158"/>
                </a:moveTo>
                <a:cubicBezTo>
                  <a:pt x="34945" y="24158"/>
                  <a:pt x="35183" y="24396"/>
                  <a:pt x="35183" y="24694"/>
                </a:cubicBezTo>
                <a:cubicBezTo>
                  <a:pt x="35183" y="24991"/>
                  <a:pt x="34945" y="25229"/>
                  <a:pt x="34647" y="25229"/>
                </a:cubicBezTo>
                <a:cubicBezTo>
                  <a:pt x="34350" y="25229"/>
                  <a:pt x="34112" y="24991"/>
                  <a:pt x="34112" y="24694"/>
                </a:cubicBezTo>
                <a:cubicBezTo>
                  <a:pt x="34112" y="24396"/>
                  <a:pt x="34350" y="24158"/>
                  <a:pt x="34647" y="24158"/>
                </a:cubicBezTo>
                <a:close/>
                <a:moveTo>
                  <a:pt x="36909" y="24158"/>
                </a:moveTo>
                <a:cubicBezTo>
                  <a:pt x="37207" y="24158"/>
                  <a:pt x="37445" y="24396"/>
                  <a:pt x="37445" y="24694"/>
                </a:cubicBezTo>
                <a:cubicBezTo>
                  <a:pt x="37445" y="24991"/>
                  <a:pt x="37207" y="25229"/>
                  <a:pt x="36909" y="25229"/>
                </a:cubicBezTo>
                <a:cubicBezTo>
                  <a:pt x="36612" y="25229"/>
                  <a:pt x="36374" y="24991"/>
                  <a:pt x="36374" y="24694"/>
                </a:cubicBezTo>
                <a:cubicBezTo>
                  <a:pt x="36374" y="24396"/>
                  <a:pt x="36612" y="24158"/>
                  <a:pt x="36909" y="24158"/>
                </a:cubicBezTo>
                <a:close/>
                <a:moveTo>
                  <a:pt x="76950" y="23455"/>
                </a:moveTo>
                <a:cubicBezTo>
                  <a:pt x="76426" y="23455"/>
                  <a:pt x="75998" y="23884"/>
                  <a:pt x="75998" y="24408"/>
                </a:cubicBezTo>
                <a:cubicBezTo>
                  <a:pt x="75998" y="24932"/>
                  <a:pt x="76426" y="25360"/>
                  <a:pt x="76950" y="25360"/>
                </a:cubicBezTo>
                <a:cubicBezTo>
                  <a:pt x="77462" y="25360"/>
                  <a:pt x="77903" y="24932"/>
                  <a:pt x="77903" y="24408"/>
                </a:cubicBezTo>
                <a:cubicBezTo>
                  <a:pt x="77903" y="23884"/>
                  <a:pt x="77462" y="23455"/>
                  <a:pt x="76950" y="23455"/>
                </a:cubicBezTo>
                <a:close/>
                <a:moveTo>
                  <a:pt x="59412" y="26277"/>
                </a:moveTo>
                <a:cubicBezTo>
                  <a:pt x="59710" y="26277"/>
                  <a:pt x="59948" y="26515"/>
                  <a:pt x="59948" y="26813"/>
                </a:cubicBezTo>
                <a:cubicBezTo>
                  <a:pt x="59948" y="27111"/>
                  <a:pt x="59710" y="27349"/>
                  <a:pt x="59412" y="27349"/>
                </a:cubicBezTo>
                <a:cubicBezTo>
                  <a:pt x="59115" y="27337"/>
                  <a:pt x="58877" y="27099"/>
                  <a:pt x="58877" y="26813"/>
                </a:cubicBezTo>
                <a:cubicBezTo>
                  <a:pt x="58877" y="26515"/>
                  <a:pt x="59115" y="26277"/>
                  <a:pt x="59412" y="26277"/>
                </a:cubicBezTo>
                <a:close/>
                <a:moveTo>
                  <a:pt x="41660" y="28182"/>
                </a:moveTo>
                <a:cubicBezTo>
                  <a:pt x="41958" y="28182"/>
                  <a:pt x="42196" y="28420"/>
                  <a:pt x="42196" y="28718"/>
                </a:cubicBezTo>
                <a:cubicBezTo>
                  <a:pt x="42196" y="29016"/>
                  <a:pt x="41958" y="29254"/>
                  <a:pt x="41660" y="29254"/>
                </a:cubicBezTo>
                <a:cubicBezTo>
                  <a:pt x="41362" y="29254"/>
                  <a:pt x="41124" y="29016"/>
                  <a:pt x="41124" y="28718"/>
                </a:cubicBezTo>
                <a:cubicBezTo>
                  <a:pt x="41124" y="28420"/>
                  <a:pt x="41362" y="28182"/>
                  <a:pt x="41660" y="28182"/>
                </a:cubicBezTo>
                <a:close/>
                <a:moveTo>
                  <a:pt x="44327" y="32635"/>
                </a:moveTo>
                <a:cubicBezTo>
                  <a:pt x="44625" y="32635"/>
                  <a:pt x="44863" y="32873"/>
                  <a:pt x="44863" y="33171"/>
                </a:cubicBezTo>
                <a:cubicBezTo>
                  <a:pt x="44863" y="33469"/>
                  <a:pt x="44625" y="33707"/>
                  <a:pt x="44327" y="33707"/>
                </a:cubicBezTo>
                <a:cubicBezTo>
                  <a:pt x="44029" y="33707"/>
                  <a:pt x="43791" y="33469"/>
                  <a:pt x="43791" y="33171"/>
                </a:cubicBezTo>
                <a:cubicBezTo>
                  <a:pt x="43791" y="32873"/>
                  <a:pt x="44029" y="32635"/>
                  <a:pt x="44327" y="32635"/>
                </a:cubicBezTo>
                <a:close/>
                <a:moveTo>
                  <a:pt x="88690" y="33504"/>
                </a:moveTo>
                <a:cubicBezTo>
                  <a:pt x="88987" y="33504"/>
                  <a:pt x="89226" y="33742"/>
                  <a:pt x="89226" y="34040"/>
                </a:cubicBezTo>
                <a:cubicBezTo>
                  <a:pt x="89226" y="34338"/>
                  <a:pt x="88987" y="34576"/>
                  <a:pt x="88690" y="34576"/>
                </a:cubicBezTo>
                <a:cubicBezTo>
                  <a:pt x="88392" y="34552"/>
                  <a:pt x="88154" y="34314"/>
                  <a:pt x="88154" y="34040"/>
                </a:cubicBezTo>
                <a:cubicBezTo>
                  <a:pt x="88154" y="33742"/>
                  <a:pt x="88392" y="33504"/>
                  <a:pt x="88690" y="33504"/>
                </a:cubicBezTo>
                <a:close/>
                <a:moveTo>
                  <a:pt x="115896" y="33980"/>
                </a:moveTo>
                <a:cubicBezTo>
                  <a:pt x="116193" y="33980"/>
                  <a:pt x="116431" y="34219"/>
                  <a:pt x="116431" y="34516"/>
                </a:cubicBezTo>
                <a:cubicBezTo>
                  <a:pt x="116431" y="34814"/>
                  <a:pt x="116193" y="35052"/>
                  <a:pt x="115896" y="35052"/>
                </a:cubicBezTo>
                <a:cubicBezTo>
                  <a:pt x="115598" y="35052"/>
                  <a:pt x="115360" y="34814"/>
                  <a:pt x="115360" y="34516"/>
                </a:cubicBezTo>
                <a:cubicBezTo>
                  <a:pt x="115360" y="34219"/>
                  <a:pt x="115598" y="33980"/>
                  <a:pt x="115896" y="33980"/>
                </a:cubicBezTo>
                <a:close/>
                <a:moveTo>
                  <a:pt x="87213" y="34969"/>
                </a:moveTo>
                <a:cubicBezTo>
                  <a:pt x="87511" y="34969"/>
                  <a:pt x="87749" y="35207"/>
                  <a:pt x="87749" y="35504"/>
                </a:cubicBezTo>
                <a:cubicBezTo>
                  <a:pt x="87749" y="35802"/>
                  <a:pt x="87511" y="36040"/>
                  <a:pt x="87213" y="36040"/>
                </a:cubicBezTo>
                <a:cubicBezTo>
                  <a:pt x="86916" y="36040"/>
                  <a:pt x="86678" y="35802"/>
                  <a:pt x="86678" y="35504"/>
                </a:cubicBezTo>
                <a:cubicBezTo>
                  <a:pt x="86678" y="35207"/>
                  <a:pt x="86916" y="34969"/>
                  <a:pt x="87213" y="34969"/>
                </a:cubicBezTo>
                <a:close/>
                <a:moveTo>
                  <a:pt x="123099" y="34993"/>
                </a:moveTo>
                <a:cubicBezTo>
                  <a:pt x="123396" y="34993"/>
                  <a:pt x="123635" y="35231"/>
                  <a:pt x="123635" y="35528"/>
                </a:cubicBezTo>
                <a:cubicBezTo>
                  <a:pt x="123635" y="35826"/>
                  <a:pt x="123396" y="36064"/>
                  <a:pt x="123099" y="36064"/>
                </a:cubicBezTo>
                <a:cubicBezTo>
                  <a:pt x="122801" y="36064"/>
                  <a:pt x="122563" y="35826"/>
                  <a:pt x="122563" y="35528"/>
                </a:cubicBezTo>
                <a:cubicBezTo>
                  <a:pt x="122563" y="35231"/>
                  <a:pt x="122801" y="34993"/>
                  <a:pt x="123099" y="34993"/>
                </a:cubicBezTo>
                <a:close/>
                <a:moveTo>
                  <a:pt x="123111" y="34707"/>
                </a:moveTo>
                <a:cubicBezTo>
                  <a:pt x="122670" y="34707"/>
                  <a:pt x="122289" y="35076"/>
                  <a:pt x="122289" y="35528"/>
                </a:cubicBezTo>
                <a:cubicBezTo>
                  <a:pt x="122289" y="35969"/>
                  <a:pt x="122670" y="36338"/>
                  <a:pt x="123111" y="36338"/>
                </a:cubicBezTo>
                <a:cubicBezTo>
                  <a:pt x="123563" y="36338"/>
                  <a:pt x="123932" y="35969"/>
                  <a:pt x="123932" y="35528"/>
                </a:cubicBezTo>
                <a:cubicBezTo>
                  <a:pt x="123932" y="35076"/>
                  <a:pt x="123563" y="34707"/>
                  <a:pt x="123111" y="34707"/>
                </a:cubicBezTo>
                <a:close/>
                <a:moveTo>
                  <a:pt x="79117" y="37100"/>
                </a:moveTo>
                <a:cubicBezTo>
                  <a:pt x="79415" y="37100"/>
                  <a:pt x="79653" y="37338"/>
                  <a:pt x="79653" y="37636"/>
                </a:cubicBezTo>
                <a:cubicBezTo>
                  <a:pt x="79653" y="37933"/>
                  <a:pt x="79415" y="38171"/>
                  <a:pt x="79117" y="38171"/>
                </a:cubicBezTo>
                <a:cubicBezTo>
                  <a:pt x="78819" y="38171"/>
                  <a:pt x="78581" y="37933"/>
                  <a:pt x="78581" y="37636"/>
                </a:cubicBezTo>
                <a:cubicBezTo>
                  <a:pt x="78581" y="37338"/>
                  <a:pt x="78819" y="37100"/>
                  <a:pt x="79117" y="37100"/>
                </a:cubicBezTo>
                <a:close/>
                <a:moveTo>
                  <a:pt x="125361" y="36838"/>
                </a:moveTo>
                <a:cubicBezTo>
                  <a:pt x="124837" y="36838"/>
                  <a:pt x="124409" y="37255"/>
                  <a:pt x="124409" y="37779"/>
                </a:cubicBezTo>
                <a:cubicBezTo>
                  <a:pt x="124409" y="38302"/>
                  <a:pt x="124837" y="38731"/>
                  <a:pt x="125361" y="38731"/>
                </a:cubicBezTo>
                <a:cubicBezTo>
                  <a:pt x="125885" y="38731"/>
                  <a:pt x="126314" y="38302"/>
                  <a:pt x="126314" y="37779"/>
                </a:cubicBezTo>
                <a:cubicBezTo>
                  <a:pt x="126314" y="37267"/>
                  <a:pt x="125885" y="36838"/>
                  <a:pt x="125361" y="36838"/>
                </a:cubicBezTo>
                <a:close/>
                <a:moveTo>
                  <a:pt x="105204" y="39303"/>
                </a:moveTo>
                <a:cubicBezTo>
                  <a:pt x="105501" y="39303"/>
                  <a:pt x="105740" y="39541"/>
                  <a:pt x="105740" y="39838"/>
                </a:cubicBezTo>
                <a:cubicBezTo>
                  <a:pt x="105740" y="40136"/>
                  <a:pt x="105501" y="40374"/>
                  <a:pt x="105204" y="40374"/>
                </a:cubicBezTo>
                <a:cubicBezTo>
                  <a:pt x="104906" y="40374"/>
                  <a:pt x="104668" y="40136"/>
                  <a:pt x="104668" y="39838"/>
                </a:cubicBezTo>
                <a:cubicBezTo>
                  <a:pt x="104668" y="39541"/>
                  <a:pt x="104906" y="39303"/>
                  <a:pt x="105204" y="39303"/>
                </a:cubicBezTo>
                <a:close/>
                <a:moveTo>
                  <a:pt x="127611" y="39517"/>
                </a:moveTo>
                <a:cubicBezTo>
                  <a:pt x="127909" y="39517"/>
                  <a:pt x="128147" y="39767"/>
                  <a:pt x="128147" y="40053"/>
                </a:cubicBezTo>
                <a:cubicBezTo>
                  <a:pt x="128147" y="40350"/>
                  <a:pt x="127909" y="40588"/>
                  <a:pt x="127611" y="40588"/>
                </a:cubicBezTo>
                <a:cubicBezTo>
                  <a:pt x="127314" y="40588"/>
                  <a:pt x="127076" y="40350"/>
                  <a:pt x="127076" y="40053"/>
                </a:cubicBezTo>
                <a:cubicBezTo>
                  <a:pt x="127076" y="39755"/>
                  <a:pt x="127314" y="39517"/>
                  <a:pt x="127611" y="39517"/>
                </a:cubicBezTo>
                <a:close/>
                <a:moveTo>
                  <a:pt x="127623" y="39231"/>
                </a:moveTo>
                <a:cubicBezTo>
                  <a:pt x="127159" y="39231"/>
                  <a:pt x="126802" y="39600"/>
                  <a:pt x="126802" y="40053"/>
                </a:cubicBezTo>
                <a:cubicBezTo>
                  <a:pt x="126802" y="40493"/>
                  <a:pt x="127171" y="40862"/>
                  <a:pt x="127623" y="40862"/>
                </a:cubicBezTo>
                <a:cubicBezTo>
                  <a:pt x="128064" y="40862"/>
                  <a:pt x="128445" y="40493"/>
                  <a:pt x="128445" y="40053"/>
                </a:cubicBezTo>
                <a:cubicBezTo>
                  <a:pt x="128445" y="39600"/>
                  <a:pt x="128064" y="39231"/>
                  <a:pt x="127623" y="39231"/>
                </a:cubicBezTo>
                <a:close/>
                <a:moveTo>
                  <a:pt x="84427" y="41148"/>
                </a:moveTo>
                <a:cubicBezTo>
                  <a:pt x="84725" y="41148"/>
                  <a:pt x="84963" y="41386"/>
                  <a:pt x="84963" y="41684"/>
                </a:cubicBezTo>
                <a:cubicBezTo>
                  <a:pt x="84963" y="41981"/>
                  <a:pt x="84725" y="42220"/>
                  <a:pt x="84427" y="42220"/>
                </a:cubicBezTo>
                <a:cubicBezTo>
                  <a:pt x="84130" y="42220"/>
                  <a:pt x="83892" y="41970"/>
                  <a:pt x="83892" y="41684"/>
                </a:cubicBezTo>
                <a:cubicBezTo>
                  <a:pt x="83892" y="41386"/>
                  <a:pt x="84130" y="41148"/>
                  <a:pt x="84427" y="41148"/>
                </a:cubicBezTo>
                <a:close/>
                <a:moveTo>
                  <a:pt x="66735" y="42589"/>
                </a:moveTo>
                <a:cubicBezTo>
                  <a:pt x="67032" y="42589"/>
                  <a:pt x="67270" y="42827"/>
                  <a:pt x="67270" y="43124"/>
                </a:cubicBezTo>
                <a:cubicBezTo>
                  <a:pt x="67270" y="43422"/>
                  <a:pt x="67032" y="43660"/>
                  <a:pt x="66735" y="43660"/>
                </a:cubicBezTo>
                <a:cubicBezTo>
                  <a:pt x="66437" y="43660"/>
                  <a:pt x="66199" y="43422"/>
                  <a:pt x="66199" y="43124"/>
                </a:cubicBezTo>
                <a:cubicBezTo>
                  <a:pt x="66199" y="42827"/>
                  <a:pt x="66437" y="42589"/>
                  <a:pt x="66735" y="42589"/>
                </a:cubicBezTo>
                <a:close/>
                <a:moveTo>
                  <a:pt x="68675" y="14299"/>
                </a:moveTo>
                <a:cubicBezTo>
                  <a:pt x="68223" y="14299"/>
                  <a:pt x="67854" y="14669"/>
                  <a:pt x="67854" y="15121"/>
                </a:cubicBezTo>
                <a:cubicBezTo>
                  <a:pt x="67854" y="15526"/>
                  <a:pt x="68151" y="15847"/>
                  <a:pt x="68521" y="15919"/>
                </a:cubicBezTo>
                <a:lnTo>
                  <a:pt x="68521" y="35076"/>
                </a:lnTo>
                <a:lnTo>
                  <a:pt x="66604" y="37017"/>
                </a:lnTo>
                <a:lnTo>
                  <a:pt x="66604" y="42327"/>
                </a:lnTo>
                <a:cubicBezTo>
                  <a:pt x="66211" y="42398"/>
                  <a:pt x="65937" y="42720"/>
                  <a:pt x="65937" y="43124"/>
                </a:cubicBezTo>
                <a:cubicBezTo>
                  <a:pt x="65937" y="43577"/>
                  <a:pt x="66306" y="43946"/>
                  <a:pt x="66747" y="43946"/>
                </a:cubicBezTo>
                <a:cubicBezTo>
                  <a:pt x="67199" y="43946"/>
                  <a:pt x="67568" y="43577"/>
                  <a:pt x="67568" y="43124"/>
                </a:cubicBezTo>
                <a:cubicBezTo>
                  <a:pt x="67568" y="42720"/>
                  <a:pt x="67270" y="42398"/>
                  <a:pt x="66901" y="42327"/>
                </a:cubicBezTo>
                <a:lnTo>
                  <a:pt x="66901" y="37136"/>
                </a:lnTo>
                <a:lnTo>
                  <a:pt x="68818" y="35195"/>
                </a:lnTo>
                <a:lnTo>
                  <a:pt x="68818" y="15919"/>
                </a:lnTo>
                <a:cubicBezTo>
                  <a:pt x="69187" y="15847"/>
                  <a:pt x="69485" y="15526"/>
                  <a:pt x="69485" y="15121"/>
                </a:cubicBezTo>
                <a:cubicBezTo>
                  <a:pt x="69485" y="14669"/>
                  <a:pt x="69116" y="14299"/>
                  <a:pt x="68675" y="14299"/>
                </a:cubicBezTo>
                <a:close/>
                <a:moveTo>
                  <a:pt x="62377" y="43267"/>
                </a:moveTo>
                <a:cubicBezTo>
                  <a:pt x="62675" y="43267"/>
                  <a:pt x="62913" y="43505"/>
                  <a:pt x="62913" y="43803"/>
                </a:cubicBezTo>
                <a:cubicBezTo>
                  <a:pt x="62913" y="44101"/>
                  <a:pt x="62675" y="44339"/>
                  <a:pt x="62377" y="44339"/>
                </a:cubicBezTo>
                <a:cubicBezTo>
                  <a:pt x="62079" y="44327"/>
                  <a:pt x="61841" y="44101"/>
                  <a:pt x="61841" y="43803"/>
                </a:cubicBezTo>
                <a:cubicBezTo>
                  <a:pt x="61841" y="43505"/>
                  <a:pt x="62079" y="43267"/>
                  <a:pt x="62377" y="43267"/>
                </a:cubicBezTo>
                <a:close/>
                <a:moveTo>
                  <a:pt x="86678" y="43386"/>
                </a:moveTo>
                <a:cubicBezTo>
                  <a:pt x="86975" y="43386"/>
                  <a:pt x="87213" y="43625"/>
                  <a:pt x="87213" y="43922"/>
                </a:cubicBezTo>
                <a:cubicBezTo>
                  <a:pt x="87213" y="44220"/>
                  <a:pt x="86975" y="44458"/>
                  <a:pt x="86678" y="44458"/>
                </a:cubicBezTo>
                <a:cubicBezTo>
                  <a:pt x="86380" y="44458"/>
                  <a:pt x="86142" y="44220"/>
                  <a:pt x="86142" y="43922"/>
                </a:cubicBezTo>
                <a:cubicBezTo>
                  <a:pt x="86142" y="43625"/>
                  <a:pt x="86380" y="43386"/>
                  <a:pt x="86678" y="43386"/>
                </a:cubicBezTo>
                <a:close/>
                <a:moveTo>
                  <a:pt x="139184" y="44053"/>
                </a:moveTo>
                <a:cubicBezTo>
                  <a:pt x="139482" y="44053"/>
                  <a:pt x="139720" y="44291"/>
                  <a:pt x="139720" y="44589"/>
                </a:cubicBezTo>
                <a:cubicBezTo>
                  <a:pt x="139720" y="44887"/>
                  <a:pt x="139482" y="45125"/>
                  <a:pt x="139184" y="45125"/>
                </a:cubicBezTo>
                <a:cubicBezTo>
                  <a:pt x="138887" y="45125"/>
                  <a:pt x="138648" y="44887"/>
                  <a:pt x="138648" y="44589"/>
                </a:cubicBezTo>
                <a:cubicBezTo>
                  <a:pt x="138648" y="44291"/>
                  <a:pt x="138887" y="44053"/>
                  <a:pt x="139184" y="44053"/>
                </a:cubicBezTo>
                <a:close/>
                <a:moveTo>
                  <a:pt x="41660" y="27908"/>
                </a:moveTo>
                <a:cubicBezTo>
                  <a:pt x="41208" y="27908"/>
                  <a:pt x="40839" y="28277"/>
                  <a:pt x="40839" y="28718"/>
                </a:cubicBezTo>
                <a:cubicBezTo>
                  <a:pt x="40839" y="29123"/>
                  <a:pt x="41136" y="29456"/>
                  <a:pt x="41505" y="29528"/>
                </a:cubicBezTo>
                <a:lnTo>
                  <a:pt x="41505" y="36636"/>
                </a:lnTo>
                <a:lnTo>
                  <a:pt x="32159" y="46065"/>
                </a:lnTo>
                <a:lnTo>
                  <a:pt x="32373" y="46256"/>
                </a:lnTo>
                <a:lnTo>
                  <a:pt x="41767" y="36790"/>
                </a:lnTo>
                <a:lnTo>
                  <a:pt x="41803" y="36743"/>
                </a:lnTo>
                <a:lnTo>
                  <a:pt x="41803" y="29516"/>
                </a:lnTo>
                <a:cubicBezTo>
                  <a:pt x="42184" y="29456"/>
                  <a:pt x="42482" y="29123"/>
                  <a:pt x="42482" y="28718"/>
                </a:cubicBezTo>
                <a:cubicBezTo>
                  <a:pt x="42482" y="28277"/>
                  <a:pt x="42101" y="27908"/>
                  <a:pt x="41660" y="27908"/>
                </a:cubicBezTo>
                <a:close/>
                <a:moveTo>
                  <a:pt x="88940" y="45613"/>
                </a:moveTo>
                <a:cubicBezTo>
                  <a:pt x="89237" y="45613"/>
                  <a:pt x="89476" y="45851"/>
                  <a:pt x="89476" y="46149"/>
                </a:cubicBezTo>
                <a:cubicBezTo>
                  <a:pt x="89476" y="46446"/>
                  <a:pt x="89237" y="46684"/>
                  <a:pt x="88940" y="46684"/>
                </a:cubicBezTo>
                <a:cubicBezTo>
                  <a:pt x="88642" y="46684"/>
                  <a:pt x="88404" y="46446"/>
                  <a:pt x="88404" y="46149"/>
                </a:cubicBezTo>
                <a:cubicBezTo>
                  <a:pt x="88404" y="45851"/>
                  <a:pt x="88642" y="45613"/>
                  <a:pt x="88940" y="45613"/>
                </a:cubicBezTo>
                <a:close/>
                <a:moveTo>
                  <a:pt x="16847" y="48030"/>
                </a:moveTo>
                <a:cubicBezTo>
                  <a:pt x="17145" y="48030"/>
                  <a:pt x="17383" y="48268"/>
                  <a:pt x="17383" y="48566"/>
                </a:cubicBezTo>
                <a:cubicBezTo>
                  <a:pt x="17383" y="48863"/>
                  <a:pt x="17145" y="49101"/>
                  <a:pt x="16847" y="49101"/>
                </a:cubicBezTo>
                <a:cubicBezTo>
                  <a:pt x="16550" y="49101"/>
                  <a:pt x="16312" y="48863"/>
                  <a:pt x="16312" y="48566"/>
                </a:cubicBezTo>
                <a:cubicBezTo>
                  <a:pt x="16312" y="48268"/>
                  <a:pt x="16550" y="48030"/>
                  <a:pt x="16847" y="48030"/>
                </a:cubicBezTo>
                <a:close/>
                <a:moveTo>
                  <a:pt x="19776" y="48030"/>
                </a:moveTo>
                <a:cubicBezTo>
                  <a:pt x="20074" y="48030"/>
                  <a:pt x="20312" y="48268"/>
                  <a:pt x="20312" y="48566"/>
                </a:cubicBezTo>
                <a:cubicBezTo>
                  <a:pt x="20312" y="48863"/>
                  <a:pt x="20074" y="49101"/>
                  <a:pt x="19776" y="49101"/>
                </a:cubicBezTo>
                <a:cubicBezTo>
                  <a:pt x="19479" y="49101"/>
                  <a:pt x="19241" y="48863"/>
                  <a:pt x="19241" y="48566"/>
                </a:cubicBezTo>
                <a:cubicBezTo>
                  <a:pt x="19241" y="48268"/>
                  <a:pt x="19479" y="48030"/>
                  <a:pt x="19776" y="48030"/>
                </a:cubicBezTo>
                <a:close/>
                <a:moveTo>
                  <a:pt x="16859" y="47744"/>
                </a:moveTo>
                <a:cubicBezTo>
                  <a:pt x="16419" y="47744"/>
                  <a:pt x="16038" y="48113"/>
                  <a:pt x="16038" y="48566"/>
                </a:cubicBezTo>
                <a:cubicBezTo>
                  <a:pt x="16038" y="49006"/>
                  <a:pt x="16419" y="49375"/>
                  <a:pt x="16859" y="49375"/>
                </a:cubicBezTo>
                <a:cubicBezTo>
                  <a:pt x="17312" y="49375"/>
                  <a:pt x="17681" y="49006"/>
                  <a:pt x="17681" y="48566"/>
                </a:cubicBezTo>
                <a:cubicBezTo>
                  <a:pt x="17681" y="48113"/>
                  <a:pt x="17312" y="47744"/>
                  <a:pt x="16859" y="47744"/>
                </a:cubicBezTo>
                <a:close/>
                <a:moveTo>
                  <a:pt x="19776" y="47744"/>
                </a:moveTo>
                <a:cubicBezTo>
                  <a:pt x="19336" y="47744"/>
                  <a:pt x="18967" y="48113"/>
                  <a:pt x="18967" y="48566"/>
                </a:cubicBezTo>
                <a:cubicBezTo>
                  <a:pt x="18967" y="49006"/>
                  <a:pt x="19336" y="49375"/>
                  <a:pt x="19776" y="49375"/>
                </a:cubicBezTo>
                <a:cubicBezTo>
                  <a:pt x="20229" y="49375"/>
                  <a:pt x="20598" y="49006"/>
                  <a:pt x="20598" y="48566"/>
                </a:cubicBezTo>
                <a:cubicBezTo>
                  <a:pt x="20598" y="48113"/>
                  <a:pt x="20229" y="47744"/>
                  <a:pt x="19776" y="47744"/>
                </a:cubicBezTo>
                <a:close/>
                <a:moveTo>
                  <a:pt x="13942" y="47613"/>
                </a:moveTo>
                <a:cubicBezTo>
                  <a:pt x="13430" y="47613"/>
                  <a:pt x="12990" y="48042"/>
                  <a:pt x="12990" y="48566"/>
                </a:cubicBezTo>
                <a:cubicBezTo>
                  <a:pt x="12990" y="49078"/>
                  <a:pt x="13430" y="49518"/>
                  <a:pt x="13942" y="49518"/>
                </a:cubicBezTo>
                <a:cubicBezTo>
                  <a:pt x="14466" y="49518"/>
                  <a:pt x="14895" y="49078"/>
                  <a:pt x="14895" y="48566"/>
                </a:cubicBezTo>
                <a:cubicBezTo>
                  <a:pt x="14895" y="48042"/>
                  <a:pt x="14466" y="47613"/>
                  <a:pt x="13942" y="47613"/>
                </a:cubicBezTo>
                <a:close/>
                <a:moveTo>
                  <a:pt x="44315" y="32326"/>
                </a:moveTo>
                <a:cubicBezTo>
                  <a:pt x="43875" y="32326"/>
                  <a:pt x="43506" y="32695"/>
                  <a:pt x="43506" y="33147"/>
                </a:cubicBezTo>
                <a:cubicBezTo>
                  <a:pt x="43506" y="33564"/>
                  <a:pt x="43803" y="33897"/>
                  <a:pt x="44172" y="33957"/>
                </a:cubicBezTo>
                <a:lnTo>
                  <a:pt x="44172" y="37469"/>
                </a:lnTo>
                <a:lnTo>
                  <a:pt x="32159" y="49578"/>
                </a:lnTo>
                <a:lnTo>
                  <a:pt x="32373" y="49768"/>
                </a:lnTo>
                <a:lnTo>
                  <a:pt x="44422" y="37624"/>
                </a:lnTo>
                <a:lnTo>
                  <a:pt x="44470" y="37576"/>
                </a:lnTo>
                <a:lnTo>
                  <a:pt x="44470" y="33945"/>
                </a:lnTo>
                <a:cubicBezTo>
                  <a:pt x="44851" y="33873"/>
                  <a:pt x="45137" y="33540"/>
                  <a:pt x="45137" y="33147"/>
                </a:cubicBezTo>
                <a:cubicBezTo>
                  <a:pt x="45137" y="32695"/>
                  <a:pt x="44768" y="32326"/>
                  <a:pt x="44315" y="32326"/>
                </a:cubicBezTo>
                <a:close/>
                <a:moveTo>
                  <a:pt x="50221" y="48899"/>
                </a:moveTo>
                <a:cubicBezTo>
                  <a:pt x="50518" y="48899"/>
                  <a:pt x="50756" y="49137"/>
                  <a:pt x="50756" y="49435"/>
                </a:cubicBezTo>
                <a:cubicBezTo>
                  <a:pt x="50756" y="49732"/>
                  <a:pt x="50518" y="49971"/>
                  <a:pt x="50221" y="49971"/>
                </a:cubicBezTo>
                <a:cubicBezTo>
                  <a:pt x="49923" y="49971"/>
                  <a:pt x="49685" y="49732"/>
                  <a:pt x="49685" y="49435"/>
                </a:cubicBezTo>
                <a:cubicBezTo>
                  <a:pt x="49685" y="49137"/>
                  <a:pt x="49923" y="48899"/>
                  <a:pt x="50221" y="48899"/>
                </a:cubicBezTo>
                <a:close/>
                <a:moveTo>
                  <a:pt x="32385" y="23860"/>
                </a:moveTo>
                <a:cubicBezTo>
                  <a:pt x="31945" y="23860"/>
                  <a:pt x="31564" y="24229"/>
                  <a:pt x="31564" y="24670"/>
                </a:cubicBezTo>
                <a:cubicBezTo>
                  <a:pt x="31564" y="25075"/>
                  <a:pt x="31861" y="25408"/>
                  <a:pt x="32242" y="25479"/>
                </a:cubicBezTo>
                <a:lnTo>
                  <a:pt x="32242" y="32826"/>
                </a:lnTo>
                <a:lnTo>
                  <a:pt x="24217" y="40910"/>
                </a:lnTo>
                <a:lnTo>
                  <a:pt x="24217" y="51578"/>
                </a:lnTo>
                <a:lnTo>
                  <a:pt x="22717" y="53102"/>
                </a:lnTo>
                <a:lnTo>
                  <a:pt x="5775" y="53102"/>
                </a:lnTo>
                <a:lnTo>
                  <a:pt x="5775" y="53376"/>
                </a:lnTo>
                <a:lnTo>
                  <a:pt x="22836" y="53376"/>
                </a:lnTo>
                <a:lnTo>
                  <a:pt x="24503" y="51697"/>
                </a:lnTo>
                <a:lnTo>
                  <a:pt x="24503" y="41029"/>
                </a:lnTo>
                <a:lnTo>
                  <a:pt x="24515" y="41029"/>
                </a:lnTo>
                <a:lnTo>
                  <a:pt x="32492" y="32992"/>
                </a:lnTo>
                <a:lnTo>
                  <a:pt x="32540" y="32945"/>
                </a:lnTo>
                <a:lnTo>
                  <a:pt x="32540" y="25479"/>
                </a:lnTo>
                <a:cubicBezTo>
                  <a:pt x="32921" y="25408"/>
                  <a:pt x="33207" y="25075"/>
                  <a:pt x="33207" y="24670"/>
                </a:cubicBezTo>
                <a:cubicBezTo>
                  <a:pt x="33207" y="24229"/>
                  <a:pt x="32838" y="23860"/>
                  <a:pt x="32385" y="23860"/>
                </a:cubicBezTo>
                <a:close/>
                <a:moveTo>
                  <a:pt x="34647" y="23860"/>
                </a:moveTo>
                <a:cubicBezTo>
                  <a:pt x="34207" y="23860"/>
                  <a:pt x="33826" y="24229"/>
                  <a:pt x="33826" y="24670"/>
                </a:cubicBezTo>
                <a:cubicBezTo>
                  <a:pt x="33826" y="25075"/>
                  <a:pt x="34123" y="25408"/>
                  <a:pt x="34504" y="25479"/>
                </a:cubicBezTo>
                <a:lnTo>
                  <a:pt x="34504" y="33564"/>
                </a:lnTo>
                <a:lnTo>
                  <a:pt x="26492" y="41624"/>
                </a:lnTo>
                <a:lnTo>
                  <a:pt x="26492" y="52316"/>
                </a:lnTo>
                <a:lnTo>
                  <a:pt x="23455" y="55364"/>
                </a:lnTo>
                <a:lnTo>
                  <a:pt x="5775" y="55364"/>
                </a:lnTo>
                <a:lnTo>
                  <a:pt x="5775" y="55650"/>
                </a:lnTo>
                <a:lnTo>
                  <a:pt x="23574" y="55650"/>
                </a:lnTo>
                <a:lnTo>
                  <a:pt x="26777" y="52411"/>
                </a:lnTo>
                <a:lnTo>
                  <a:pt x="26777" y="41743"/>
                </a:lnTo>
                <a:lnTo>
                  <a:pt x="34754" y="33707"/>
                </a:lnTo>
                <a:lnTo>
                  <a:pt x="34802" y="33659"/>
                </a:lnTo>
                <a:lnTo>
                  <a:pt x="34802" y="25479"/>
                </a:lnTo>
                <a:cubicBezTo>
                  <a:pt x="35183" y="25408"/>
                  <a:pt x="35469" y="25075"/>
                  <a:pt x="35469" y="24670"/>
                </a:cubicBezTo>
                <a:cubicBezTo>
                  <a:pt x="35469" y="24229"/>
                  <a:pt x="35100" y="23860"/>
                  <a:pt x="34647" y="23860"/>
                </a:cubicBezTo>
                <a:close/>
                <a:moveTo>
                  <a:pt x="141434" y="40148"/>
                </a:moveTo>
                <a:cubicBezTo>
                  <a:pt x="140911" y="40148"/>
                  <a:pt x="140482" y="40553"/>
                  <a:pt x="140482" y="41089"/>
                </a:cubicBezTo>
                <a:cubicBezTo>
                  <a:pt x="140482" y="41398"/>
                  <a:pt x="140625" y="41672"/>
                  <a:pt x="140863" y="41851"/>
                </a:cubicBezTo>
                <a:lnTo>
                  <a:pt x="140863" y="48589"/>
                </a:lnTo>
                <a:lnTo>
                  <a:pt x="151329" y="58710"/>
                </a:lnTo>
                <a:lnTo>
                  <a:pt x="152114" y="57888"/>
                </a:lnTo>
                <a:lnTo>
                  <a:pt x="141994" y="48113"/>
                </a:lnTo>
                <a:lnTo>
                  <a:pt x="141994" y="41862"/>
                </a:lnTo>
                <a:cubicBezTo>
                  <a:pt x="142232" y="41684"/>
                  <a:pt x="142387" y="41422"/>
                  <a:pt x="142387" y="41100"/>
                </a:cubicBezTo>
                <a:cubicBezTo>
                  <a:pt x="142387" y="40588"/>
                  <a:pt x="141946" y="40148"/>
                  <a:pt x="141434" y="40148"/>
                </a:cubicBezTo>
                <a:close/>
                <a:moveTo>
                  <a:pt x="139172" y="43767"/>
                </a:moveTo>
                <a:cubicBezTo>
                  <a:pt x="138720" y="43767"/>
                  <a:pt x="138351" y="44136"/>
                  <a:pt x="138351" y="44589"/>
                </a:cubicBezTo>
                <a:cubicBezTo>
                  <a:pt x="138351" y="44994"/>
                  <a:pt x="138648" y="45315"/>
                  <a:pt x="139017" y="45387"/>
                </a:cubicBezTo>
                <a:lnTo>
                  <a:pt x="139017" y="49113"/>
                </a:lnTo>
                <a:lnTo>
                  <a:pt x="151364" y="61436"/>
                </a:lnTo>
                <a:lnTo>
                  <a:pt x="151555" y="61222"/>
                </a:lnTo>
                <a:lnTo>
                  <a:pt x="139291" y="48994"/>
                </a:lnTo>
                <a:lnTo>
                  <a:pt x="139291" y="45387"/>
                </a:lnTo>
                <a:lnTo>
                  <a:pt x="139315" y="45387"/>
                </a:lnTo>
                <a:cubicBezTo>
                  <a:pt x="139708" y="45315"/>
                  <a:pt x="139994" y="44994"/>
                  <a:pt x="139994" y="44589"/>
                </a:cubicBezTo>
                <a:cubicBezTo>
                  <a:pt x="139994" y="44136"/>
                  <a:pt x="139613" y="43767"/>
                  <a:pt x="139172" y="43767"/>
                </a:cubicBezTo>
                <a:close/>
                <a:moveTo>
                  <a:pt x="37445" y="61758"/>
                </a:moveTo>
                <a:cubicBezTo>
                  <a:pt x="37743" y="61758"/>
                  <a:pt x="37981" y="61996"/>
                  <a:pt x="37981" y="62293"/>
                </a:cubicBezTo>
                <a:cubicBezTo>
                  <a:pt x="37981" y="62591"/>
                  <a:pt x="37743" y="62829"/>
                  <a:pt x="37445" y="62829"/>
                </a:cubicBezTo>
                <a:cubicBezTo>
                  <a:pt x="37148" y="62829"/>
                  <a:pt x="36909" y="62591"/>
                  <a:pt x="36909" y="62293"/>
                </a:cubicBezTo>
                <a:cubicBezTo>
                  <a:pt x="36909" y="61996"/>
                  <a:pt x="37148" y="61758"/>
                  <a:pt x="37445" y="61758"/>
                </a:cubicBezTo>
                <a:close/>
                <a:moveTo>
                  <a:pt x="115907" y="33695"/>
                </a:moveTo>
                <a:cubicBezTo>
                  <a:pt x="115443" y="33695"/>
                  <a:pt x="115086" y="34052"/>
                  <a:pt x="115086" y="34516"/>
                </a:cubicBezTo>
                <a:cubicBezTo>
                  <a:pt x="115086" y="34957"/>
                  <a:pt x="115467" y="35326"/>
                  <a:pt x="115907" y="35326"/>
                </a:cubicBezTo>
                <a:cubicBezTo>
                  <a:pt x="116086" y="35326"/>
                  <a:pt x="116253" y="35266"/>
                  <a:pt x="116372" y="35183"/>
                </a:cubicBezTo>
                <a:lnTo>
                  <a:pt x="126742" y="45541"/>
                </a:lnTo>
                <a:lnTo>
                  <a:pt x="126790" y="45589"/>
                </a:lnTo>
                <a:lnTo>
                  <a:pt x="135053" y="45589"/>
                </a:lnTo>
                <a:lnTo>
                  <a:pt x="136791" y="47315"/>
                </a:lnTo>
                <a:lnTo>
                  <a:pt x="136791" y="49828"/>
                </a:lnTo>
                <a:lnTo>
                  <a:pt x="150412" y="63413"/>
                </a:lnTo>
                <a:lnTo>
                  <a:pt x="150602" y="63210"/>
                </a:lnTo>
                <a:lnTo>
                  <a:pt x="137065" y="49709"/>
                </a:lnTo>
                <a:lnTo>
                  <a:pt x="137065" y="47196"/>
                </a:lnTo>
                <a:lnTo>
                  <a:pt x="135160" y="45291"/>
                </a:lnTo>
                <a:lnTo>
                  <a:pt x="126909" y="45291"/>
                </a:lnTo>
                <a:lnTo>
                  <a:pt x="116574" y="34969"/>
                </a:lnTo>
                <a:cubicBezTo>
                  <a:pt x="116669" y="34838"/>
                  <a:pt x="116729" y="34671"/>
                  <a:pt x="116729" y="34516"/>
                </a:cubicBezTo>
                <a:cubicBezTo>
                  <a:pt x="116729" y="34064"/>
                  <a:pt x="116348" y="33695"/>
                  <a:pt x="115907" y="33695"/>
                </a:cubicBezTo>
                <a:close/>
                <a:moveTo>
                  <a:pt x="35231" y="64008"/>
                </a:moveTo>
                <a:cubicBezTo>
                  <a:pt x="35528" y="64008"/>
                  <a:pt x="35766" y="64246"/>
                  <a:pt x="35766" y="64544"/>
                </a:cubicBezTo>
                <a:cubicBezTo>
                  <a:pt x="35766" y="64841"/>
                  <a:pt x="35528" y="65080"/>
                  <a:pt x="35231" y="65080"/>
                </a:cubicBezTo>
                <a:cubicBezTo>
                  <a:pt x="34933" y="65068"/>
                  <a:pt x="34695" y="64830"/>
                  <a:pt x="34695" y="64544"/>
                </a:cubicBezTo>
                <a:cubicBezTo>
                  <a:pt x="34695" y="64246"/>
                  <a:pt x="34933" y="64008"/>
                  <a:pt x="35231" y="64008"/>
                </a:cubicBezTo>
                <a:close/>
                <a:moveTo>
                  <a:pt x="36898" y="23872"/>
                </a:moveTo>
                <a:cubicBezTo>
                  <a:pt x="36445" y="23872"/>
                  <a:pt x="36076" y="24241"/>
                  <a:pt x="36076" y="24694"/>
                </a:cubicBezTo>
                <a:cubicBezTo>
                  <a:pt x="36076" y="25087"/>
                  <a:pt x="36374" y="25420"/>
                  <a:pt x="36743" y="25491"/>
                </a:cubicBezTo>
                <a:lnTo>
                  <a:pt x="36731" y="34254"/>
                </a:lnTo>
                <a:lnTo>
                  <a:pt x="28730" y="42339"/>
                </a:lnTo>
                <a:lnTo>
                  <a:pt x="28730" y="53007"/>
                </a:lnTo>
                <a:lnTo>
                  <a:pt x="24158" y="57626"/>
                </a:lnTo>
                <a:lnTo>
                  <a:pt x="13061" y="57626"/>
                </a:lnTo>
                <a:lnTo>
                  <a:pt x="5834" y="64901"/>
                </a:lnTo>
                <a:lnTo>
                  <a:pt x="6037" y="65091"/>
                </a:lnTo>
                <a:lnTo>
                  <a:pt x="13180" y="57888"/>
                </a:lnTo>
                <a:lnTo>
                  <a:pt x="24277" y="57888"/>
                </a:lnTo>
                <a:lnTo>
                  <a:pt x="24277" y="57912"/>
                </a:lnTo>
                <a:lnTo>
                  <a:pt x="29004" y="53126"/>
                </a:lnTo>
                <a:lnTo>
                  <a:pt x="29004" y="42458"/>
                </a:lnTo>
                <a:lnTo>
                  <a:pt x="37029" y="34373"/>
                </a:lnTo>
                <a:lnTo>
                  <a:pt x="37040" y="25491"/>
                </a:lnTo>
                <a:cubicBezTo>
                  <a:pt x="37433" y="25420"/>
                  <a:pt x="37719" y="25087"/>
                  <a:pt x="37719" y="24694"/>
                </a:cubicBezTo>
                <a:cubicBezTo>
                  <a:pt x="37719" y="24241"/>
                  <a:pt x="37338" y="23872"/>
                  <a:pt x="36898" y="23872"/>
                </a:cubicBezTo>
                <a:close/>
                <a:moveTo>
                  <a:pt x="68997" y="64734"/>
                </a:moveTo>
                <a:cubicBezTo>
                  <a:pt x="69294" y="64734"/>
                  <a:pt x="69533" y="64972"/>
                  <a:pt x="69533" y="65270"/>
                </a:cubicBezTo>
                <a:cubicBezTo>
                  <a:pt x="69533" y="65568"/>
                  <a:pt x="69294" y="65806"/>
                  <a:pt x="68997" y="65806"/>
                </a:cubicBezTo>
                <a:cubicBezTo>
                  <a:pt x="68699" y="65806"/>
                  <a:pt x="68461" y="65568"/>
                  <a:pt x="68461" y="65270"/>
                </a:cubicBezTo>
                <a:cubicBezTo>
                  <a:pt x="68461" y="64972"/>
                  <a:pt x="68699" y="64734"/>
                  <a:pt x="68997" y="64734"/>
                </a:cubicBezTo>
                <a:close/>
                <a:moveTo>
                  <a:pt x="115134" y="65246"/>
                </a:moveTo>
                <a:cubicBezTo>
                  <a:pt x="115431" y="65246"/>
                  <a:pt x="115669" y="65484"/>
                  <a:pt x="115669" y="65782"/>
                </a:cubicBezTo>
                <a:cubicBezTo>
                  <a:pt x="115669" y="66080"/>
                  <a:pt x="115431" y="66318"/>
                  <a:pt x="115134" y="66318"/>
                </a:cubicBezTo>
                <a:cubicBezTo>
                  <a:pt x="114836" y="66318"/>
                  <a:pt x="114598" y="66080"/>
                  <a:pt x="114598" y="65782"/>
                </a:cubicBezTo>
                <a:cubicBezTo>
                  <a:pt x="114598" y="65484"/>
                  <a:pt x="114836" y="65246"/>
                  <a:pt x="115134" y="65246"/>
                </a:cubicBezTo>
                <a:close/>
                <a:moveTo>
                  <a:pt x="115134" y="64960"/>
                </a:moveTo>
                <a:cubicBezTo>
                  <a:pt x="114681" y="64960"/>
                  <a:pt x="114312" y="65330"/>
                  <a:pt x="114312" y="65782"/>
                </a:cubicBezTo>
                <a:cubicBezTo>
                  <a:pt x="114312" y="66223"/>
                  <a:pt x="114681" y="66604"/>
                  <a:pt x="115134" y="66604"/>
                </a:cubicBezTo>
                <a:cubicBezTo>
                  <a:pt x="115574" y="66604"/>
                  <a:pt x="115955" y="66246"/>
                  <a:pt x="115955" y="65782"/>
                </a:cubicBezTo>
                <a:cubicBezTo>
                  <a:pt x="115955" y="65330"/>
                  <a:pt x="115574" y="64960"/>
                  <a:pt x="115134" y="64960"/>
                </a:cubicBezTo>
                <a:close/>
                <a:moveTo>
                  <a:pt x="102525" y="65901"/>
                </a:moveTo>
                <a:cubicBezTo>
                  <a:pt x="102822" y="65901"/>
                  <a:pt x="103061" y="66139"/>
                  <a:pt x="103061" y="66437"/>
                </a:cubicBezTo>
                <a:cubicBezTo>
                  <a:pt x="103061" y="66735"/>
                  <a:pt x="102822" y="66973"/>
                  <a:pt x="102525" y="66973"/>
                </a:cubicBezTo>
                <a:cubicBezTo>
                  <a:pt x="102227" y="66973"/>
                  <a:pt x="101989" y="66735"/>
                  <a:pt x="101989" y="66437"/>
                </a:cubicBezTo>
                <a:cubicBezTo>
                  <a:pt x="101989" y="66139"/>
                  <a:pt x="102227" y="65901"/>
                  <a:pt x="102525" y="65901"/>
                </a:cubicBezTo>
                <a:close/>
                <a:moveTo>
                  <a:pt x="105442" y="65901"/>
                </a:moveTo>
                <a:cubicBezTo>
                  <a:pt x="105740" y="65901"/>
                  <a:pt x="105978" y="66139"/>
                  <a:pt x="105978" y="66437"/>
                </a:cubicBezTo>
                <a:cubicBezTo>
                  <a:pt x="105966" y="66735"/>
                  <a:pt x="105728" y="66973"/>
                  <a:pt x="105442" y="66973"/>
                </a:cubicBezTo>
                <a:cubicBezTo>
                  <a:pt x="105144" y="66973"/>
                  <a:pt x="104906" y="66735"/>
                  <a:pt x="104906" y="66437"/>
                </a:cubicBezTo>
                <a:cubicBezTo>
                  <a:pt x="104906" y="66139"/>
                  <a:pt x="105144" y="65901"/>
                  <a:pt x="105442" y="65901"/>
                </a:cubicBezTo>
                <a:close/>
                <a:moveTo>
                  <a:pt x="32957" y="66306"/>
                </a:moveTo>
                <a:cubicBezTo>
                  <a:pt x="33254" y="66306"/>
                  <a:pt x="33492" y="66544"/>
                  <a:pt x="33492" y="66842"/>
                </a:cubicBezTo>
                <a:cubicBezTo>
                  <a:pt x="33492" y="67139"/>
                  <a:pt x="33254" y="67377"/>
                  <a:pt x="32957" y="67377"/>
                </a:cubicBezTo>
                <a:cubicBezTo>
                  <a:pt x="32659" y="67377"/>
                  <a:pt x="32409" y="67139"/>
                  <a:pt x="32409" y="66842"/>
                </a:cubicBezTo>
                <a:cubicBezTo>
                  <a:pt x="32409" y="66544"/>
                  <a:pt x="32659" y="66306"/>
                  <a:pt x="32957" y="66306"/>
                </a:cubicBezTo>
                <a:close/>
                <a:moveTo>
                  <a:pt x="68997" y="67449"/>
                </a:moveTo>
                <a:cubicBezTo>
                  <a:pt x="69294" y="67449"/>
                  <a:pt x="69533" y="67687"/>
                  <a:pt x="69533" y="67985"/>
                </a:cubicBezTo>
                <a:cubicBezTo>
                  <a:pt x="69533" y="68282"/>
                  <a:pt x="69294" y="68520"/>
                  <a:pt x="68997" y="68520"/>
                </a:cubicBezTo>
                <a:cubicBezTo>
                  <a:pt x="68699" y="68520"/>
                  <a:pt x="68461" y="68282"/>
                  <a:pt x="68461" y="67985"/>
                </a:cubicBezTo>
                <a:cubicBezTo>
                  <a:pt x="68461" y="67687"/>
                  <a:pt x="68699" y="67449"/>
                  <a:pt x="68997" y="67449"/>
                </a:cubicBezTo>
                <a:close/>
                <a:moveTo>
                  <a:pt x="117392" y="67519"/>
                </a:moveTo>
                <a:cubicBezTo>
                  <a:pt x="117530" y="67519"/>
                  <a:pt x="117665" y="67566"/>
                  <a:pt x="117765" y="67675"/>
                </a:cubicBezTo>
                <a:cubicBezTo>
                  <a:pt x="117872" y="67770"/>
                  <a:pt x="117920" y="67913"/>
                  <a:pt x="117920" y="68044"/>
                </a:cubicBezTo>
                <a:cubicBezTo>
                  <a:pt x="117920" y="68092"/>
                  <a:pt x="117920" y="68128"/>
                  <a:pt x="117908" y="68175"/>
                </a:cubicBezTo>
                <a:cubicBezTo>
                  <a:pt x="117860" y="68354"/>
                  <a:pt x="117705" y="68520"/>
                  <a:pt x="117515" y="68568"/>
                </a:cubicBezTo>
                <a:cubicBezTo>
                  <a:pt x="117470" y="68577"/>
                  <a:pt x="117426" y="68581"/>
                  <a:pt x="117382" y="68581"/>
                </a:cubicBezTo>
                <a:cubicBezTo>
                  <a:pt x="117243" y="68581"/>
                  <a:pt x="117115" y="68534"/>
                  <a:pt x="117015" y="68425"/>
                </a:cubicBezTo>
                <a:cubicBezTo>
                  <a:pt x="116872" y="68294"/>
                  <a:pt x="116836" y="68104"/>
                  <a:pt x="116872" y="67925"/>
                </a:cubicBezTo>
                <a:cubicBezTo>
                  <a:pt x="116919" y="67747"/>
                  <a:pt x="117062" y="67580"/>
                  <a:pt x="117265" y="67532"/>
                </a:cubicBezTo>
                <a:cubicBezTo>
                  <a:pt x="117307" y="67524"/>
                  <a:pt x="117350" y="67519"/>
                  <a:pt x="117392" y="67519"/>
                </a:cubicBezTo>
                <a:close/>
                <a:moveTo>
                  <a:pt x="117403" y="67226"/>
                </a:moveTo>
                <a:cubicBezTo>
                  <a:pt x="117330" y="67226"/>
                  <a:pt x="117256" y="67237"/>
                  <a:pt x="117181" y="67258"/>
                </a:cubicBezTo>
                <a:cubicBezTo>
                  <a:pt x="116908" y="67330"/>
                  <a:pt x="116669" y="67556"/>
                  <a:pt x="116598" y="67854"/>
                </a:cubicBezTo>
                <a:cubicBezTo>
                  <a:pt x="116574" y="67901"/>
                  <a:pt x="116562" y="67985"/>
                  <a:pt x="116562" y="68044"/>
                </a:cubicBezTo>
                <a:cubicBezTo>
                  <a:pt x="116562" y="68270"/>
                  <a:pt x="116658" y="68461"/>
                  <a:pt x="116800" y="68628"/>
                </a:cubicBezTo>
                <a:cubicBezTo>
                  <a:pt x="116961" y="68779"/>
                  <a:pt x="117154" y="68857"/>
                  <a:pt x="117361" y="68857"/>
                </a:cubicBezTo>
                <a:cubicBezTo>
                  <a:pt x="117431" y="68857"/>
                  <a:pt x="117502" y="68848"/>
                  <a:pt x="117574" y="68830"/>
                </a:cubicBezTo>
                <a:cubicBezTo>
                  <a:pt x="117860" y="68759"/>
                  <a:pt x="118098" y="68532"/>
                  <a:pt x="118170" y="68235"/>
                </a:cubicBezTo>
                <a:cubicBezTo>
                  <a:pt x="118241" y="67949"/>
                  <a:pt x="118158" y="67651"/>
                  <a:pt x="117955" y="67461"/>
                </a:cubicBezTo>
                <a:cubicBezTo>
                  <a:pt x="117805" y="67311"/>
                  <a:pt x="117610" y="67226"/>
                  <a:pt x="117403" y="67226"/>
                </a:cubicBezTo>
                <a:close/>
                <a:moveTo>
                  <a:pt x="104668" y="29420"/>
                </a:moveTo>
                <a:cubicBezTo>
                  <a:pt x="104156" y="29420"/>
                  <a:pt x="103704" y="29849"/>
                  <a:pt x="103704" y="30373"/>
                </a:cubicBezTo>
                <a:cubicBezTo>
                  <a:pt x="103704" y="30897"/>
                  <a:pt x="104132" y="31325"/>
                  <a:pt x="104656" y="31325"/>
                </a:cubicBezTo>
                <a:cubicBezTo>
                  <a:pt x="104704" y="31325"/>
                  <a:pt x="104751" y="31325"/>
                  <a:pt x="104787" y="31313"/>
                </a:cubicBezTo>
                <a:lnTo>
                  <a:pt x="123682" y="50054"/>
                </a:lnTo>
                <a:lnTo>
                  <a:pt x="130135" y="50054"/>
                </a:lnTo>
                <a:lnTo>
                  <a:pt x="150781" y="70533"/>
                </a:lnTo>
                <a:lnTo>
                  <a:pt x="151579" y="69723"/>
                </a:lnTo>
                <a:lnTo>
                  <a:pt x="130612" y="48923"/>
                </a:lnTo>
                <a:lnTo>
                  <a:pt x="124158" y="48923"/>
                </a:lnTo>
                <a:lnTo>
                  <a:pt x="105609" y="30504"/>
                </a:lnTo>
                <a:cubicBezTo>
                  <a:pt x="105609" y="30468"/>
                  <a:pt x="105620" y="30421"/>
                  <a:pt x="105620" y="30373"/>
                </a:cubicBezTo>
                <a:cubicBezTo>
                  <a:pt x="105620" y="29849"/>
                  <a:pt x="105192" y="29420"/>
                  <a:pt x="104668" y="29420"/>
                </a:cubicBezTo>
                <a:close/>
                <a:moveTo>
                  <a:pt x="76950" y="69854"/>
                </a:moveTo>
                <a:cubicBezTo>
                  <a:pt x="77248" y="69854"/>
                  <a:pt x="77486" y="70092"/>
                  <a:pt x="77486" y="70390"/>
                </a:cubicBezTo>
                <a:cubicBezTo>
                  <a:pt x="77486" y="70687"/>
                  <a:pt x="77248" y="70926"/>
                  <a:pt x="76950" y="70926"/>
                </a:cubicBezTo>
                <a:cubicBezTo>
                  <a:pt x="76653" y="70914"/>
                  <a:pt x="76414" y="70675"/>
                  <a:pt x="76414" y="70390"/>
                </a:cubicBezTo>
                <a:cubicBezTo>
                  <a:pt x="76414" y="70092"/>
                  <a:pt x="76653" y="69854"/>
                  <a:pt x="76950" y="69854"/>
                </a:cubicBezTo>
                <a:close/>
                <a:moveTo>
                  <a:pt x="119646" y="69366"/>
                </a:moveTo>
                <a:cubicBezTo>
                  <a:pt x="119122" y="69366"/>
                  <a:pt x="118694" y="69794"/>
                  <a:pt x="118694" y="70318"/>
                </a:cubicBezTo>
                <a:cubicBezTo>
                  <a:pt x="118694" y="70842"/>
                  <a:pt x="119122" y="71271"/>
                  <a:pt x="119646" y="71271"/>
                </a:cubicBezTo>
                <a:cubicBezTo>
                  <a:pt x="120170" y="71271"/>
                  <a:pt x="120599" y="70842"/>
                  <a:pt x="120599" y="70318"/>
                </a:cubicBezTo>
                <a:cubicBezTo>
                  <a:pt x="120599" y="69794"/>
                  <a:pt x="120170" y="69366"/>
                  <a:pt x="119646" y="69366"/>
                </a:cubicBezTo>
                <a:close/>
                <a:moveTo>
                  <a:pt x="50578" y="11811"/>
                </a:moveTo>
                <a:cubicBezTo>
                  <a:pt x="50054" y="11811"/>
                  <a:pt x="49625" y="12252"/>
                  <a:pt x="49625" y="12764"/>
                </a:cubicBezTo>
                <a:cubicBezTo>
                  <a:pt x="49625" y="13085"/>
                  <a:pt x="49768" y="13347"/>
                  <a:pt x="50006" y="13526"/>
                </a:cubicBezTo>
                <a:lnTo>
                  <a:pt x="50006" y="41505"/>
                </a:lnTo>
                <a:lnTo>
                  <a:pt x="30694" y="60984"/>
                </a:lnTo>
                <a:lnTo>
                  <a:pt x="14109" y="60984"/>
                </a:lnTo>
                <a:lnTo>
                  <a:pt x="3572" y="71616"/>
                </a:lnTo>
                <a:lnTo>
                  <a:pt x="4370" y="72414"/>
                </a:lnTo>
                <a:lnTo>
                  <a:pt x="14585" y="62139"/>
                </a:lnTo>
                <a:lnTo>
                  <a:pt x="31147" y="62139"/>
                </a:lnTo>
                <a:lnTo>
                  <a:pt x="31147" y="62115"/>
                </a:lnTo>
                <a:lnTo>
                  <a:pt x="51137" y="41981"/>
                </a:lnTo>
                <a:lnTo>
                  <a:pt x="51137" y="13526"/>
                </a:lnTo>
                <a:cubicBezTo>
                  <a:pt x="51376" y="13347"/>
                  <a:pt x="51530" y="13085"/>
                  <a:pt x="51530" y="12764"/>
                </a:cubicBezTo>
                <a:cubicBezTo>
                  <a:pt x="51530" y="12252"/>
                  <a:pt x="51090" y="11811"/>
                  <a:pt x="50578" y="11811"/>
                </a:cubicBezTo>
                <a:close/>
                <a:moveTo>
                  <a:pt x="29004" y="72259"/>
                </a:moveTo>
                <a:cubicBezTo>
                  <a:pt x="29301" y="72259"/>
                  <a:pt x="29540" y="72497"/>
                  <a:pt x="29540" y="72795"/>
                </a:cubicBezTo>
                <a:cubicBezTo>
                  <a:pt x="29540" y="73092"/>
                  <a:pt x="29301" y="73331"/>
                  <a:pt x="29004" y="73331"/>
                </a:cubicBezTo>
                <a:cubicBezTo>
                  <a:pt x="28706" y="73331"/>
                  <a:pt x="28468" y="73092"/>
                  <a:pt x="28468" y="72795"/>
                </a:cubicBezTo>
                <a:cubicBezTo>
                  <a:pt x="28492" y="72497"/>
                  <a:pt x="28730" y="72259"/>
                  <a:pt x="29004" y="72259"/>
                </a:cubicBezTo>
                <a:close/>
                <a:moveTo>
                  <a:pt x="29004" y="75771"/>
                </a:moveTo>
                <a:cubicBezTo>
                  <a:pt x="29301" y="75771"/>
                  <a:pt x="29540" y="76009"/>
                  <a:pt x="29540" y="76307"/>
                </a:cubicBezTo>
                <a:cubicBezTo>
                  <a:pt x="29540" y="76605"/>
                  <a:pt x="29301" y="76843"/>
                  <a:pt x="29004" y="76843"/>
                </a:cubicBezTo>
                <a:cubicBezTo>
                  <a:pt x="28706" y="76843"/>
                  <a:pt x="28468" y="76605"/>
                  <a:pt x="28468" y="76307"/>
                </a:cubicBezTo>
                <a:cubicBezTo>
                  <a:pt x="28492" y="76009"/>
                  <a:pt x="28730" y="75771"/>
                  <a:pt x="29004" y="75771"/>
                </a:cubicBezTo>
                <a:close/>
                <a:moveTo>
                  <a:pt x="123730" y="55185"/>
                </a:moveTo>
                <a:lnTo>
                  <a:pt x="123539" y="55388"/>
                </a:lnTo>
                <a:lnTo>
                  <a:pt x="140291" y="72104"/>
                </a:lnTo>
                <a:lnTo>
                  <a:pt x="140327" y="72152"/>
                </a:lnTo>
                <a:lnTo>
                  <a:pt x="144590" y="72152"/>
                </a:lnTo>
                <a:lnTo>
                  <a:pt x="149900" y="77462"/>
                </a:lnTo>
                <a:lnTo>
                  <a:pt x="150090" y="77260"/>
                </a:lnTo>
                <a:lnTo>
                  <a:pt x="144732" y="71902"/>
                </a:lnTo>
                <a:lnTo>
                  <a:pt x="144685" y="71854"/>
                </a:lnTo>
                <a:lnTo>
                  <a:pt x="140434" y="71854"/>
                </a:lnTo>
                <a:lnTo>
                  <a:pt x="123730" y="55185"/>
                </a:lnTo>
                <a:close/>
                <a:moveTo>
                  <a:pt x="124325" y="77486"/>
                </a:moveTo>
                <a:cubicBezTo>
                  <a:pt x="124623" y="77486"/>
                  <a:pt x="124861" y="77724"/>
                  <a:pt x="124861" y="78022"/>
                </a:cubicBezTo>
                <a:cubicBezTo>
                  <a:pt x="124861" y="78319"/>
                  <a:pt x="124623" y="78569"/>
                  <a:pt x="124325" y="78569"/>
                </a:cubicBezTo>
                <a:cubicBezTo>
                  <a:pt x="124039" y="78569"/>
                  <a:pt x="123801" y="78319"/>
                  <a:pt x="123801" y="78022"/>
                </a:cubicBezTo>
                <a:cubicBezTo>
                  <a:pt x="123801" y="77724"/>
                  <a:pt x="124028" y="77486"/>
                  <a:pt x="124325" y="77486"/>
                </a:cubicBezTo>
                <a:close/>
                <a:moveTo>
                  <a:pt x="82725" y="79141"/>
                </a:moveTo>
                <a:cubicBezTo>
                  <a:pt x="83022" y="79141"/>
                  <a:pt x="83261" y="79379"/>
                  <a:pt x="83261" y="79677"/>
                </a:cubicBezTo>
                <a:cubicBezTo>
                  <a:pt x="83261" y="79974"/>
                  <a:pt x="83022" y="80212"/>
                  <a:pt x="82725" y="80212"/>
                </a:cubicBezTo>
                <a:cubicBezTo>
                  <a:pt x="82427" y="80212"/>
                  <a:pt x="82189" y="79974"/>
                  <a:pt x="82189" y="79677"/>
                </a:cubicBezTo>
                <a:cubicBezTo>
                  <a:pt x="82189" y="79379"/>
                  <a:pt x="82427" y="79141"/>
                  <a:pt x="82725" y="79141"/>
                </a:cubicBezTo>
                <a:close/>
                <a:moveTo>
                  <a:pt x="68997" y="67163"/>
                </a:moveTo>
                <a:cubicBezTo>
                  <a:pt x="68556" y="67163"/>
                  <a:pt x="68175" y="67532"/>
                  <a:pt x="68175" y="67985"/>
                </a:cubicBezTo>
                <a:cubicBezTo>
                  <a:pt x="68175" y="68163"/>
                  <a:pt x="68235" y="68342"/>
                  <a:pt x="68342" y="68473"/>
                </a:cubicBezTo>
                <a:lnTo>
                  <a:pt x="65354" y="71699"/>
                </a:lnTo>
                <a:lnTo>
                  <a:pt x="65354" y="85094"/>
                </a:lnTo>
                <a:lnTo>
                  <a:pt x="65639" y="85094"/>
                </a:lnTo>
                <a:lnTo>
                  <a:pt x="65639" y="71807"/>
                </a:lnTo>
                <a:lnTo>
                  <a:pt x="68556" y="68663"/>
                </a:lnTo>
                <a:cubicBezTo>
                  <a:pt x="68687" y="68759"/>
                  <a:pt x="68830" y="68794"/>
                  <a:pt x="68997" y="68794"/>
                </a:cubicBezTo>
                <a:cubicBezTo>
                  <a:pt x="69004" y="68794"/>
                  <a:pt x="69011" y="68795"/>
                  <a:pt x="69019" y="68795"/>
                </a:cubicBezTo>
                <a:cubicBezTo>
                  <a:pt x="69461" y="68795"/>
                  <a:pt x="69818" y="68441"/>
                  <a:pt x="69818" y="67985"/>
                </a:cubicBezTo>
                <a:cubicBezTo>
                  <a:pt x="69818" y="67532"/>
                  <a:pt x="69449" y="67163"/>
                  <a:pt x="68997" y="67163"/>
                </a:cubicBezTo>
                <a:close/>
                <a:moveTo>
                  <a:pt x="70914" y="18931"/>
                </a:moveTo>
                <a:cubicBezTo>
                  <a:pt x="70473" y="18931"/>
                  <a:pt x="70104" y="19300"/>
                  <a:pt x="70104" y="19741"/>
                </a:cubicBezTo>
                <a:cubicBezTo>
                  <a:pt x="70104" y="20145"/>
                  <a:pt x="70402" y="20479"/>
                  <a:pt x="70771" y="20550"/>
                </a:cubicBezTo>
                <a:lnTo>
                  <a:pt x="70771" y="35790"/>
                </a:lnTo>
                <a:lnTo>
                  <a:pt x="68854" y="37731"/>
                </a:lnTo>
                <a:lnTo>
                  <a:pt x="68854" y="62258"/>
                </a:lnTo>
                <a:lnTo>
                  <a:pt x="60877" y="70247"/>
                </a:lnTo>
                <a:lnTo>
                  <a:pt x="60829" y="70294"/>
                </a:lnTo>
                <a:lnTo>
                  <a:pt x="60829" y="85118"/>
                </a:lnTo>
                <a:lnTo>
                  <a:pt x="61115" y="85118"/>
                </a:lnTo>
                <a:lnTo>
                  <a:pt x="61115" y="70414"/>
                </a:lnTo>
                <a:lnTo>
                  <a:pt x="69092" y="62413"/>
                </a:lnTo>
                <a:lnTo>
                  <a:pt x="69152" y="62353"/>
                </a:lnTo>
                <a:lnTo>
                  <a:pt x="69152" y="37850"/>
                </a:lnTo>
                <a:lnTo>
                  <a:pt x="71069" y="35909"/>
                </a:lnTo>
                <a:lnTo>
                  <a:pt x="71069" y="20550"/>
                </a:lnTo>
                <a:cubicBezTo>
                  <a:pt x="71450" y="20479"/>
                  <a:pt x="71735" y="20145"/>
                  <a:pt x="71735" y="19741"/>
                </a:cubicBezTo>
                <a:cubicBezTo>
                  <a:pt x="71735" y="19300"/>
                  <a:pt x="71366" y="18931"/>
                  <a:pt x="70914" y="18931"/>
                </a:cubicBezTo>
                <a:close/>
                <a:moveTo>
                  <a:pt x="68997" y="64460"/>
                </a:moveTo>
                <a:cubicBezTo>
                  <a:pt x="68556" y="64460"/>
                  <a:pt x="68175" y="64830"/>
                  <a:pt x="68175" y="65270"/>
                </a:cubicBezTo>
                <a:cubicBezTo>
                  <a:pt x="68175" y="65449"/>
                  <a:pt x="68235" y="65615"/>
                  <a:pt x="68330" y="65734"/>
                </a:cubicBezTo>
                <a:lnTo>
                  <a:pt x="63103" y="71009"/>
                </a:lnTo>
                <a:lnTo>
                  <a:pt x="63103" y="85118"/>
                </a:lnTo>
                <a:lnTo>
                  <a:pt x="63389" y="85118"/>
                </a:lnTo>
                <a:lnTo>
                  <a:pt x="63389" y="71128"/>
                </a:lnTo>
                <a:lnTo>
                  <a:pt x="68532" y="65961"/>
                </a:lnTo>
                <a:cubicBezTo>
                  <a:pt x="68675" y="66044"/>
                  <a:pt x="68830" y="66103"/>
                  <a:pt x="68997" y="66103"/>
                </a:cubicBezTo>
                <a:cubicBezTo>
                  <a:pt x="69449" y="66092"/>
                  <a:pt x="69818" y="65734"/>
                  <a:pt x="69818" y="65270"/>
                </a:cubicBezTo>
                <a:cubicBezTo>
                  <a:pt x="69818" y="64830"/>
                  <a:pt x="69449" y="64460"/>
                  <a:pt x="68997" y="64460"/>
                </a:cubicBezTo>
                <a:close/>
                <a:moveTo>
                  <a:pt x="29004" y="68306"/>
                </a:moveTo>
                <a:cubicBezTo>
                  <a:pt x="28694" y="68306"/>
                  <a:pt x="28432" y="68461"/>
                  <a:pt x="28242" y="68699"/>
                </a:cubicBezTo>
                <a:lnTo>
                  <a:pt x="17336" y="68699"/>
                </a:lnTo>
                <a:lnTo>
                  <a:pt x="0" y="86154"/>
                </a:lnTo>
                <a:lnTo>
                  <a:pt x="810" y="86951"/>
                </a:lnTo>
                <a:lnTo>
                  <a:pt x="17812" y="69830"/>
                </a:lnTo>
                <a:lnTo>
                  <a:pt x="28242" y="69830"/>
                </a:lnTo>
                <a:cubicBezTo>
                  <a:pt x="28432" y="70068"/>
                  <a:pt x="28694" y="70211"/>
                  <a:pt x="29004" y="70211"/>
                </a:cubicBezTo>
                <a:cubicBezTo>
                  <a:pt x="29528" y="70211"/>
                  <a:pt x="29956" y="69783"/>
                  <a:pt x="29956" y="69259"/>
                </a:cubicBezTo>
                <a:cubicBezTo>
                  <a:pt x="29956" y="68747"/>
                  <a:pt x="29528" y="68306"/>
                  <a:pt x="29004" y="68306"/>
                </a:cubicBezTo>
                <a:close/>
                <a:moveTo>
                  <a:pt x="16538" y="86642"/>
                </a:moveTo>
                <a:cubicBezTo>
                  <a:pt x="16836" y="86642"/>
                  <a:pt x="17074" y="86880"/>
                  <a:pt x="17074" y="87177"/>
                </a:cubicBezTo>
                <a:cubicBezTo>
                  <a:pt x="17074" y="87475"/>
                  <a:pt x="16836" y="87713"/>
                  <a:pt x="16538" y="87713"/>
                </a:cubicBezTo>
                <a:cubicBezTo>
                  <a:pt x="16240" y="87713"/>
                  <a:pt x="16002" y="87475"/>
                  <a:pt x="16002" y="87177"/>
                </a:cubicBezTo>
                <a:cubicBezTo>
                  <a:pt x="16002" y="86880"/>
                  <a:pt x="16240" y="86642"/>
                  <a:pt x="16538" y="86642"/>
                </a:cubicBezTo>
                <a:close/>
                <a:moveTo>
                  <a:pt x="71128" y="86927"/>
                </a:moveTo>
                <a:cubicBezTo>
                  <a:pt x="71426" y="86927"/>
                  <a:pt x="71664" y="87166"/>
                  <a:pt x="71664" y="87463"/>
                </a:cubicBezTo>
                <a:cubicBezTo>
                  <a:pt x="71664" y="87761"/>
                  <a:pt x="71426" y="87999"/>
                  <a:pt x="71128" y="87999"/>
                </a:cubicBezTo>
                <a:cubicBezTo>
                  <a:pt x="70830" y="87999"/>
                  <a:pt x="70592" y="87761"/>
                  <a:pt x="70592" y="87463"/>
                </a:cubicBezTo>
                <a:cubicBezTo>
                  <a:pt x="70592" y="87166"/>
                  <a:pt x="70830" y="86927"/>
                  <a:pt x="71128" y="86927"/>
                </a:cubicBezTo>
                <a:close/>
                <a:moveTo>
                  <a:pt x="71128" y="86630"/>
                </a:moveTo>
                <a:cubicBezTo>
                  <a:pt x="70676" y="86630"/>
                  <a:pt x="70307" y="86999"/>
                  <a:pt x="70307" y="87451"/>
                </a:cubicBezTo>
                <a:cubicBezTo>
                  <a:pt x="70307" y="87916"/>
                  <a:pt x="70664" y="88273"/>
                  <a:pt x="71128" y="88273"/>
                </a:cubicBezTo>
                <a:cubicBezTo>
                  <a:pt x="71569" y="88273"/>
                  <a:pt x="71950" y="87892"/>
                  <a:pt x="71950" y="87451"/>
                </a:cubicBezTo>
                <a:cubicBezTo>
                  <a:pt x="71950" y="86999"/>
                  <a:pt x="71569" y="86630"/>
                  <a:pt x="71128" y="86630"/>
                </a:cubicBezTo>
                <a:close/>
                <a:moveTo>
                  <a:pt x="14276" y="88928"/>
                </a:moveTo>
                <a:cubicBezTo>
                  <a:pt x="14573" y="88928"/>
                  <a:pt x="14811" y="89166"/>
                  <a:pt x="14811" y="89463"/>
                </a:cubicBezTo>
                <a:cubicBezTo>
                  <a:pt x="14811" y="89761"/>
                  <a:pt x="14573" y="89999"/>
                  <a:pt x="14276" y="89999"/>
                </a:cubicBezTo>
                <a:cubicBezTo>
                  <a:pt x="13978" y="89975"/>
                  <a:pt x="13740" y="89737"/>
                  <a:pt x="13740" y="89463"/>
                </a:cubicBezTo>
                <a:cubicBezTo>
                  <a:pt x="13740" y="89166"/>
                  <a:pt x="13978" y="88928"/>
                  <a:pt x="14276" y="88928"/>
                </a:cubicBezTo>
                <a:close/>
                <a:moveTo>
                  <a:pt x="29004" y="71961"/>
                </a:moveTo>
                <a:cubicBezTo>
                  <a:pt x="28599" y="71961"/>
                  <a:pt x="28277" y="72259"/>
                  <a:pt x="28206" y="72628"/>
                </a:cubicBezTo>
                <a:lnTo>
                  <a:pt x="18991" y="72628"/>
                </a:lnTo>
                <a:lnTo>
                  <a:pt x="1786" y="89975"/>
                </a:lnTo>
                <a:lnTo>
                  <a:pt x="2000" y="90178"/>
                </a:lnTo>
                <a:lnTo>
                  <a:pt x="19122" y="72914"/>
                </a:lnTo>
                <a:lnTo>
                  <a:pt x="28206" y="72914"/>
                </a:lnTo>
                <a:lnTo>
                  <a:pt x="28206" y="72926"/>
                </a:lnTo>
                <a:cubicBezTo>
                  <a:pt x="28277" y="73307"/>
                  <a:pt x="28611" y="73592"/>
                  <a:pt x="29004" y="73592"/>
                </a:cubicBezTo>
                <a:cubicBezTo>
                  <a:pt x="29456" y="73592"/>
                  <a:pt x="29825" y="73223"/>
                  <a:pt x="29825" y="72771"/>
                </a:cubicBezTo>
                <a:cubicBezTo>
                  <a:pt x="29825" y="72330"/>
                  <a:pt x="29456" y="71961"/>
                  <a:pt x="29004" y="71961"/>
                </a:cubicBezTo>
                <a:close/>
                <a:moveTo>
                  <a:pt x="71128" y="89880"/>
                </a:moveTo>
                <a:cubicBezTo>
                  <a:pt x="71426" y="89880"/>
                  <a:pt x="71664" y="90118"/>
                  <a:pt x="71664" y="90416"/>
                </a:cubicBezTo>
                <a:cubicBezTo>
                  <a:pt x="71664" y="90714"/>
                  <a:pt x="71426" y="90952"/>
                  <a:pt x="71128" y="90952"/>
                </a:cubicBezTo>
                <a:cubicBezTo>
                  <a:pt x="70830" y="90952"/>
                  <a:pt x="70592" y="90714"/>
                  <a:pt x="70592" y="90416"/>
                </a:cubicBezTo>
                <a:cubicBezTo>
                  <a:pt x="70592" y="90118"/>
                  <a:pt x="70830" y="89880"/>
                  <a:pt x="71128" y="89880"/>
                </a:cubicBezTo>
                <a:close/>
                <a:moveTo>
                  <a:pt x="71128" y="89583"/>
                </a:moveTo>
                <a:cubicBezTo>
                  <a:pt x="70676" y="89583"/>
                  <a:pt x="70307" y="89952"/>
                  <a:pt x="70307" y="90392"/>
                </a:cubicBezTo>
                <a:cubicBezTo>
                  <a:pt x="70307" y="90857"/>
                  <a:pt x="70664" y="91214"/>
                  <a:pt x="71128" y="91214"/>
                </a:cubicBezTo>
                <a:cubicBezTo>
                  <a:pt x="71569" y="91214"/>
                  <a:pt x="71950" y="90845"/>
                  <a:pt x="71950" y="90392"/>
                </a:cubicBezTo>
                <a:cubicBezTo>
                  <a:pt x="71950" y="89952"/>
                  <a:pt x="71569" y="89583"/>
                  <a:pt x="71128" y="89583"/>
                </a:cubicBezTo>
                <a:close/>
                <a:moveTo>
                  <a:pt x="12025" y="91178"/>
                </a:moveTo>
                <a:cubicBezTo>
                  <a:pt x="12323" y="91178"/>
                  <a:pt x="12561" y="91416"/>
                  <a:pt x="12561" y="91714"/>
                </a:cubicBezTo>
                <a:cubicBezTo>
                  <a:pt x="12561" y="92011"/>
                  <a:pt x="12323" y="92261"/>
                  <a:pt x="12025" y="92261"/>
                </a:cubicBezTo>
                <a:cubicBezTo>
                  <a:pt x="11728" y="92261"/>
                  <a:pt x="11490" y="92011"/>
                  <a:pt x="11490" y="91714"/>
                </a:cubicBezTo>
                <a:cubicBezTo>
                  <a:pt x="11490" y="91416"/>
                  <a:pt x="11728" y="91178"/>
                  <a:pt x="12025" y="91178"/>
                </a:cubicBezTo>
                <a:close/>
                <a:moveTo>
                  <a:pt x="29004" y="75474"/>
                </a:moveTo>
                <a:cubicBezTo>
                  <a:pt x="28599" y="75474"/>
                  <a:pt x="28277" y="75771"/>
                  <a:pt x="28206" y="76140"/>
                </a:cubicBezTo>
                <a:lnTo>
                  <a:pt x="20479" y="76140"/>
                </a:lnTo>
                <a:lnTo>
                  <a:pt x="3274" y="93500"/>
                </a:lnTo>
                <a:lnTo>
                  <a:pt x="3489" y="93702"/>
                </a:lnTo>
                <a:lnTo>
                  <a:pt x="20610" y="76438"/>
                </a:lnTo>
                <a:lnTo>
                  <a:pt x="28206" y="76438"/>
                </a:lnTo>
                <a:cubicBezTo>
                  <a:pt x="28277" y="76819"/>
                  <a:pt x="28611" y="77105"/>
                  <a:pt x="29004" y="77105"/>
                </a:cubicBezTo>
                <a:cubicBezTo>
                  <a:pt x="29456" y="77105"/>
                  <a:pt x="29825" y="76736"/>
                  <a:pt x="29825" y="76283"/>
                </a:cubicBezTo>
                <a:cubicBezTo>
                  <a:pt x="29825" y="75843"/>
                  <a:pt x="29456" y="75474"/>
                  <a:pt x="29004" y="75474"/>
                </a:cubicBezTo>
                <a:close/>
                <a:moveTo>
                  <a:pt x="50197" y="48625"/>
                </a:moveTo>
                <a:cubicBezTo>
                  <a:pt x="49756" y="48625"/>
                  <a:pt x="49387" y="48994"/>
                  <a:pt x="49387" y="49435"/>
                </a:cubicBezTo>
                <a:cubicBezTo>
                  <a:pt x="49387" y="49613"/>
                  <a:pt x="49447" y="49780"/>
                  <a:pt x="49530" y="49911"/>
                </a:cubicBezTo>
                <a:lnTo>
                  <a:pt x="40660" y="58841"/>
                </a:lnTo>
                <a:lnTo>
                  <a:pt x="40660" y="82629"/>
                </a:lnTo>
                <a:lnTo>
                  <a:pt x="28897" y="94476"/>
                </a:lnTo>
                <a:lnTo>
                  <a:pt x="29111" y="94667"/>
                </a:lnTo>
                <a:lnTo>
                  <a:pt x="40958" y="82736"/>
                </a:lnTo>
                <a:lnTo>
                  <a:pt x="40958" y="58960"/>
                </a:lnTo>
                <a:lnTo>
                  <a:pt x="49744" y="50113"/>
                </a:lnTo>
                <a:cubicBezTo>
                  <a:pt x="49875" y="50197"/>
                  <a:pt x="50042" y="50256"/>
                  <a:pt x="50197" y="50256"/>
                </a:cubicBezTo>
                <a:cubicBezTo>
                  <a:pt x="50661" y="50256"/>
                  <a:pt x="51018" y="49899"/>
                  <a:pt x="51018" y="49435"/>
                </a:cubicBezTo>
                <a:cubicBezTo>
                  <a:pt x="51018" y="48994"/>
                  <a:pt x="50649" y="48625"/>
                  <a:pt x="50197" y="48625"/>
                </a:cubicBezTo>
                <a:close/>
                <a:moveTo>
                  <a:pt x="51542" y="99108"/>
                </a:moveTo>
                <a:cubicBezTo>
                  <a:pt x="51840" y="99108"/>
                  <a:pt x="52078" y="99346"/>
                  <a:pt x="52078" y="99643"/>
                </a:cubicBezTo>
                <a:cubicBezTo>
                  <a:pt x="52078" y="99941"/>
                  <a:pt x="51840" y="100179"/>
                  <a:pt x="51542" y="100179"/>
                </a:cubicBezTo>
                <a:cubicBezTo>
                  <a:pt x="51245" y="100179"/>
                  <a:pt x="51006" y="99941"/>
                  <a:pt x="51006" y="99643"/>
                </a:cubicBezTo>
                <a:cubicBezTo>
                  <a:pt x="51006" y="99346"/>
                  <a:pt x="51245" y="99108"/>
                  <a:pt x="51542" y="99108"/>
                </a:cubicBezTo>
                <a:close/>
                <a:moveTo>
                  <a:pt x="105204" y="39029"/>
                </a:moveTo>
                <a:cubicBezTo>
                  <a:pt x="104763" y="39029"/>
                  <a:pt x="104394" y="39410"/>
                  <a:pt x="104394" y="39850"/>
                </a:cubicBezTo>
                <a:cubicBezTo>
                  <a:pt x="104394" y="40303"/>
                  <a:pt x="104763" y="40672"/>
                  <a:pt x="105204" y="40672"/>
                </a:cubicBezTo>
                <a:cubicBezTo>
                  <a:pt x="105382" y="40672"/>
                  <a:pt x="105549" y="40612"/>
                  <a:pt x="105668" y="40517"/>
                </a:cubicBezTo>
                <a:lnTo>
                  <a:pt x="142054" y="76831"/>
                </a:lnTo>
                <a:lnTo>
                  <a:pt x="142054" y="99108"/>
                </a:lnTo>
                <a:lnTo>
                  <a:pt x="143899" y="100965"/>
                </a:lnTo>
                <a:lnTo>
                  <a:pt x="150507" y="100965"/>
                </a:lnTo>
                <a:lnTo>
                  <a:pt x="150507" y="100679"/>
                </a:lnTo>
                <a:lnTo>
                  <a:pt x="144018" y="100679"/>
                </a:lnTo>
                <a:lnTo>
                  <a:pt x="142339" y="98988"/>
                </a:lnTo>
                <a:lnTo>
                  <a:pt x="142339" y="76724"/>
                </a:lnTo>
                <a:lnTo>
                  <a:pt x="105882" y="40315"/>
                </a:lnTo>
                <a:cubicBezTo>
                  <a:pt x="105966" y="40184"/>
                  <a:pt x="106025" y="40017"/>
                  <a:pt x="106025" y="39850"/>
                </a:cubicBezTo>
                <a:cubicBezTo>
                  <a:pt x="106025" y="39410"/>
                  <a:pt x="105656" y="39029"/>
                  <a:pt x="105204" y="39029"/>
                </a:cubicBezTo>
                <a:close/>
                <a:moveTo>
                  <a:pt x="59400" y="26003"/>
                </a:moveTo>
                <a:cubicBezTo>
                  <a:pt x="58948" y="26003"/>
                  <a:pt x="58579" y="26372"/>
                  <a:pt x="58579" y="26813"/>
                </a:cubicBezTo>
                <a:cubicBezTo>
                  <a:pt x="58579" y="27218"/>
                  <a:pt x="58877" y="27551"/>
                  <a:pt x="59246" y="27623"/>
                </a:cubicBezTo>
                <a:lnTo>
                  <a:pt x="59246" y="40505"/>
                </a:lnTo>
                <a:lnTo>
                  <a:pt x="57626" y="42148"/>
                </a:lnTo>
                <a:lnTo>
                  <a:pt x="57626" y="55138"/>
                </a:lnTo>
                <a:lnTo>
                  <a:pt x="48304" y="64496"/>
                </a:lnTo>
                <a:lnTo>
                  <a:pt x="48304" y="81332"/>
                </a:lnTo>
                <a:lnTo>
                  <a:pt x="28920" y="100834"/>
                </a:lnTo>
                <a:lnTo>
                  <a:pt x="29111" y="101024"/>
                </a:lnTo>
                <a:lnTo>
                  <a:pt x="48566" y="81486"/>
                </a:lnTo>
                <a:lnTo>
                  <a:pt x="48601" y="81439"/>
                </a:lnTo>
                <a:lnTo>
                  <a:pt x="48601" y="64603"/>
                </a:lnTo>
                <a:lnTo>
                  <a:pt x="57924" y="55245"/>
                </a:lnTo>
                <a:lnTo>
                  <a:pt x="57924" y="42255"/>
                </a:lnTo>
                <a:lnTo>
                  <a:pt x="59543" y="40612"/>
                </a:lnTo>
                <a:lnTo>
                  <a:pt x="59543" y="27623"/>
                </a:lnTo>
                <a:cubicBezTo>
                  <a:pt x="59936" y="27551"/>
                  <a:pt x="60210" y="27218"/>
                  <a:pt x="60210" y="26813"/>
                </a:cubicBezTo>
                <a:cubicBezTo>
                  <a:pt x="60210" y="26372"/>
                  <a:pt x="59841" y="26003"/>
                  <a:pt x="59400" y="26003"/>
                </a:cubicBezTo>
                <a:close/>
                <a:moveTo>
                  <a:pt x="12014" y="90904"/>
                </a:moveTo>
                <a:cubicBezTo>
                  <a:pt x="11561" y="90904"/>
                  <a:pt x="11192" y="91273"/>
                  <a:pt x="11192" y="91726"/>
                </a:cubicBezTo>
                <a:cubicBezTo>
                  <a:pt x="11192" y="92119"/>
                  <a:pt x="11490" y="92452"/>
                  <a:pt x="11859" y="92523"/>
                </a:cubicBezTo>
                <a:lnTo>
                  <a:pt x="11859" y="102465"/>
                </a:lnTo>
                <a:lnTo>
                  <a:pt x="11478" y="102858"/>
                </a:lnTo>
                <a:lnTo>
                  <a:pt x="5763" y="102858"/>
                </a:lnTo>
                <a:lnTo>
                  <a:pt x="5763" y="103132"/>
                </a:lnTo>
                <a:lnTo>
                  <a:pt x="11609" y="103132"/>
                </a:lnTo>
                <a:lnTo>
                  <a:pt x="12156" y="102572"/>
                </a:lnTo>
                <a:lnTo>
                  <a:pt x="12156" y="92523"/>
                </a:lnTo>
                <a:cubicBezTo>
                  <a:pt x="12549" y="92452"/>
                  <a:pt x="12835" y="92119"/>
                  <a:pt x="12835" y="91726"/>
                </a:cubicBezTo>
                <a:cubicBezTo>
                  <a:pt x="12835" y="91273"/>
                  <a:pt x="12454" y="90904"/>
                  <a:pt x="12014" y="90904"/>
                </a:cubicBezTo>
                <a:close/>
                <a:moveTo>
                  <a:pt x="88690" y="33218"/>
                </a:moveTo>
                <a:cubicBezTo>
                  <a:pt x="88237" y="33218"/>
                  <a:pt x="87868" y="33588"/>
                  <a:pt x="87868" y="34040"/>
                </a:cubicBezTo>
                <a:cubicBezTo>
                  <a:pt x="87868" y="34481"/>
                  <a:pt x="88237" y="34850"/>
                  <a:pt x="88690" y="34850"/>
                </a:cubicBezTo>
                <a:cubicBezTo>
                  <a:pt x="88868" y="34850"/>
                  <a:pt x="89023" y="34790"/>
                  <a:pt x="89142" y="34707"/>
                </a:cubicBezTo>
                <a:lnTo>
                  <a:pt x="105097" y="50625"/>
                </a:lnTo>
                <a:lnTo>
                  <a:pt x="105144" y="50673"/>
                </a:lnTo>
                <a:lnTo>
                  <a:pt x="112871" y="50673"/>
                </a:lnTo>
                <a:lnTo>
                  <a:pt x="139791" y="77557"/>
                </a:lnTo>
                <a:lnTo>
                  <a:pt x="139791" y="99822"/>
                </a:lnTo>
                <a:lnTo>
                  <a:pt x="143185" y="103191"/>
                </a:lnTo>
                <a:lnTo>
                  <a:pt x="150709" y="103191"/>
                </a:lnTo>
                <a:lnTo>
                  <a:pt x="150709" y="102918"/>
                </a:lnTo>
                <a:lnTo>
                  <a:pt x="143292" y="102918"/>
                </a:lnTo>
                <a:lnTo>
                  <a:pt x="140077" y="99703"/>
                </a:lnTo>
                <a:lnTo>
                  <a:pt x="140077" y="77414"/>
                </a:lnTo>
                <a:lnTo>
                  <a:pt x="113038" y="50423"/>
                </a:lnTo>
                <a:lnTo>
                  <a:pt x="112990" y="50375"/>
                </a:lnTo>
                <a:lnTo>
                  <a:pt x="105263" y="50375"/>
                </a:lnTo>
                <a:lnTo>
                  <a:pt x="89357" y="34492"/>
                </a:lnTo>
                <a:cubicBezTo>
                  <a:pt x="89440" y="34361"/>
                  <a:pt x="89499" y="34195"/>
                  <a:pt x="89499" y="34040"/>
                </a:cubicBezTo>
                <a:cubicBezTo>
                  <a:pt x="89499" y="33588"/>
                  <a:pt x="89130" y="33218"/>
                  <a:pt x="88690" y="33218"/>
                </a:cubicBezTo>
                <a:close/>
                <a:moveTo>
                  <a:pt x="62365" y="42982"/>
                </a:moveTo>
                <a:cubicBezTo>
                  <a:pt x="61913" y="42982"/>
                  <a:pt x="61544" y="43351"/>
                  <a:pt x="61544" y="43803"/>
                </a:cubicBezTo>
                <a:cubicBezTo>
                  <a:pt x="61544" y="44196"/>
                  <a:pt x="61841" y="44529"/>
                  <a:pt x="62210" y="44601"/>
                </a:cubicBezTo>
                <a:lnTo>
                  <a:pt x="62210" y="50268"/>
                </a:lnTo>
                <a:lnTo>
                  <a:pt x="59900" y="52590"/>
                </a:lnTo>
                <a:lnTo>
                  <a:pt x="59900" y="55852"/>
                </a:lnTo>
                <a:lnTo>
                  <a:pt x="50602" y="65199"/>
                </a:lnTo>
                <a:lnTo>
                  <a:pt x="50602" y="82046"/>
                </a:lnTo>
                <a:lnTo>
                  <a:pt x="28920" y="103834"/>
                </a:lnTo>
                <a:lnTo>
                  <a:pt x="29111" y="104025"/>
                </a:lnTo>
                <a:lnTo>
                  <a:pt x="50840" y="82213"/>
                </a:lnTo>
                <a:lnTo>
                  <a:pt x="50887" y="82165"/>
                </a:lnTo>
                <a:lnTo>
                  <a:pt x="50887" y="65318"/>
                </a:lnTo>
                <a:lnTo>
                  <a:pt x="60198" y="55959"/>
                </a:lnTo>
                <a:lnTo>
                  <a:pt x="60198" y="52697"/>
                </a:lnTo>
                <a:lnTo>
                  <a:pt x="62508" y="50375"/>
                </a:lnTo>
                <a:lnTo>
                  <a:pt x="62508" y="44601"/>
                </a:lnTo>
                <a:cubicBezTo>
                  <a:pt x="62901" y="44529"/>
                  <a:pt x="63175" y="44196"/>
                  <a:pt x="63175" y="43803"/>
                </a:cubicBezTo>
                <a:cubicBezTo>
                  <a:pt x="63175" y="43351"/>
                  <a:pt x="62806" y="42982"/>
                  <a:pt x="62365" y="42982"/>
                </a:cubicBezTo>
                <a:close/>
                <a:moveTo>
                  <a:pt x="14276" y="88630"/>
                </a:moveTo>
                <a:cubicBezTo>
                  <a:pt x="13823" y="88630"/>
                  <a:pt x="13454" y="88999"/>
                  <a:pt x="13454" y="89440"/>
                </a:cubicBezTo>
                <a:cubicBezTo>
                  <a:pt x="13454" y="89844"/>
                  <a:pt x="13752" y="90178"/>
                  <a:pt x="14121" y="90249"/>
                </a:cubicBezTo>
                <a:lnTo>
                  <a:pt x="14121" y="103168"/>
                </a:lnTo>
                <a:lnTo>
                  <a:pt x="12204" y="105096"/>
                </a:lnTo>
                <a:lnTo>
                  <a:pt x="5656" y="105096"/>
                </a:lnTo>
                <a:lnTo>
                  <a:pt x="5656" y="105382"/>
                </a:lnTo>
                <a:lnTo>
                  <a:pt x="12323" y="105382"/>
                </a:lnTo>
                <a:lnTo>
                  <a:pt x="14407" y="103287"/>
                </a:lnTo>
                <a:lnTo>
                  <a:pt x="14407" y="90249"/>
                </a:lnTo>
                <a:lnTo>
                  <a:pt x="14419" y="90249"/>
                </a:lnTo>
                <a:cubicBezTo>
                  <a:pt x="14811" y="90178"/>
                  <a:pt x="15097" y="89844"/>
                  <a:pt x="15097" y="89440"/>
                </a:cubicBezTo>
                <a:cubicBezTo>
                  <a:pt x="15097" y="88999"/>
                  <a:pt x="14716" y="88630"/>
                  <a:pt x="14276" y="88630"/>
                </a:cubicBezTo>
                <a:close/>
                <a:moveTo>
                  <a:pt x="65949" y="104680"/>
                </a:moveTo>
                <a:cubicBezTo>
                  <a:pt x="66246" y="104680"/>
                  <a:pt x="66485" y="104918"/>
                  <a:pt x="66485" y="105215"/>
                </a:cubicBezTo>
                <a:cubicBezTo>
                  <a:pt x="66485" y="105513"/>
                  <a:pt x="66246" y="105751"/>
                  <a:pt x="65949" y="105751"/>
                </a:cubicBezTo>
                <a:cubicBezTo>
                  <a:pt x="65651" y="105751"/>
                  <a:pt x="65413" y="105513"/>
                  <a:pt x="65413" y="105215"/>
                </a:cubicBezTo>
                <a:cubicBezTo>
                  <a:pt x="65413" y="104918"/>
                  <a:pt x="65651" y="104680"/>
                  <a:pt x="65949" y="104680"/>
                </a:cubicBezTo>
                <a:close/>
                <a:moveTo>
                  <a:pt x="50899" y="104918"/>
                </a:moveTo>
                <a:cubicBezTo>
                  <a:pt x="51197" y="104918"/>
                  <a:pt x="51435" y="105156"/>
                  <a:pt x="51435" y="105454"/>
                </a:cubicBezTo>
                <a:cubicBezTo>
                  <a:pt x="51435" y="105751"/>
                  <a:pt x="51197" y="105989"/>
                  <a:pt x="50899" y="105989"/>
                </a:cubicBezTo>
                <a:cubicBezTo>
                  <a:pt x="50602" y="105989"/>
                  <a:pt x="50364" y="105751"/>
                  <a:pt x="50364" y="105454"/>
                </a:cubicBezTo>
                <a:cubicBezTo>
                  <a:pt x="50364" y="105156"/>
                  <a:pt x="50602" y="104918"/>
                  <a:pt x="50899" y="104918"/>
                </a:cubicBezTo>
                <a:close/>
                <a:moveTo>
                  <a:pt x="66616" y="46149"/>
                </a:moveTo>
                <a:lnTo>
                  <a:pt x="66616" y="52042"/>
                </a:lnTo>
                <a:lnTo>
                  <a:pt x="52864" y="65853"/>
                </a:lnTo>
                <a:lnTo>
                  <a:pt x="52816" y="65901"/>
                </a:lnTo>
                <a:lnTo>
                  <a:pt x="52816" y="82748"/>
                </a:lnTo>
                <a:lnTo>
                  <a:pt x="28920" y="106751"/>
                </a:lnTo>
                <a:lnTo>
                  <a:pt x="29111" y="106942"/>
                </a:lnTo>
                <a:lnTo>
                  <a:pt x="53054" y="82915"/>
                </a:lnTo>
                <a:lnTo>
                  <a:pt x="53102" y="82867"/>
                </a:lnTo>
                <a:lnTo>
                  <a:pt x="53102" y="66020"/>
                </a:lnTo>
                <a:lnTo>
                  <a:pt x="66854" y="52209"/>
                </a:lnTo>
                <a:lnTo>
                  <a:pt x="66901" y="52161"/>
                </a:lnTo>
                <a:lnTo>
                  <a:pt x="66901" y="46149"/>
                </a:lnTo>
                <a:close/>
                <a:moveTo>
                  <a:pt x="16538" y="86368"/>
                </a:moveTo>
                <a:cubicBezTo>
                  <a:pt x="16085" y="86368"/>
                  <a:pt x="15716" y="86737"/>
                  <a:pt x="15716" y="87177"/>
                </a:cubicBezTo>
                <a:cubicBezTo>
                  <a:pt x="15716" y="87558"/>
                  <a:pt x="15966" y="87868"/>
                  <a:pt x="16312" y="87975"/>
                </a:cubicBezTo>
                <a:lnTo>
                  <a:pt x="16383" y="103894"/>
                </a:lnTo>
                <a:lnTo>
                  <a:pt x="12930" y="107382"/>
                </a:lnTo>
                <a:lnTo>
                  <a:pt x="5775" y="107382"/>
                </a:lnTo>
                <a:lnTo>
                  <a:pt x="5775" y="107656"/>
                </a:lnTo>
                <a:lnTo>
                  <a:pt x="13049" y="107656"/>
                </a:lnTo>
                <a:lnTo>
                  <a:pt x="16669" y="104013"/>
                </a:lnTo>
                <a:lnTo>
                  <a:pt x="16597" y="87987"/>
                </a:lnTo>
                <a:cubicBezTo>
                  <a:pt x="17014" y="87951"/>
                  <a:pt x="17359" y="87594"/>
                  <a:pt x="17359" y="87177"/>
                </a:cubicBezTo>
                <a:cubicBezTo>
                  <a:pt x="17359" y="86737"/>
                  <a:pt x="16978" y="86368"/>
                  <a:pt x="16538" y="86368"/>
                </a:cubicBezTo>
                <a:close/>
                <a:moveTo>
                  <a:pt x="68199" y="106942"/>
                </a:moveTo>
                <a:cubicBezTo>
                  <a:pt x="68497" y="106942"/>
                  <a:pt x="68735" y="107180"/>
                  <a:pt x="68735" y="107478"/>
                </a:cubicBezTo>
                <a:cubicBezTo>
                  <a:pt x="68735" y="107775"/>
                  <a:pt x="68497" y="108013"/>
                  <a:pt x="68199" y="108013"/>
                </a:cubicBezTo>
                <a:cubicBezTo>
                  <a:pt x="67901" y="108013"/>
                  <a:pt x="67663" y="107775"/>
                  <a:pt x="67663" y="107478"/>
                </a:cubicBezTo>
                <a:cubicBezTo>
                  <a:pt x="67663" y="107180"/>
                  <a:pt x="67901" y="106942"/>
                  <a:pt x="68199" y="106942"/>
                </a:cubicBezTo>
                <a:close/>
                <a:moveTo>
                  <a:pt x="60734" y="107049"/>
                </a:moveTo>
                <a:cubicBezTo>
                  <a:pt x="60222" y="107049"/>
                  <a:pt x="59781" y="107478"/>
                  <a:pt x="59781" y="108001"/>
                </a:cubicBezTo>
                <a:cubicBezTo>
                  <a:pt x="59781" y="108525"/>
                  <a:pt x="60222" y="108954"/>
                  <a:pt x="60734" y="108954"/>
                </a:cubicBezTo>
                <a:cubicBezTo>
                  <a:pt x="61258" y="108954"/>
                  <a:pt x="61686" y="108525"/>
                  <a:pt x="61686" y="108001"/>
                </a:cubicBezTo>
                <a:cubicBezTo>
                  <a:pt x="61710" y="107466"/>
                  <a:pt x="61270" y="107049"/>
                  <a:pt x="60734" y="107049"/>
                </a:cubicBezTo>
                <a:close/>
                <a:moveTo>
                  <a:pt x="70461" y="109228"/>
                </a:moveTo>
                <a:cubicBezTo>
                  <a:pt x="70759" y="109228"/>
                  <a:pt x="70997" y="109466"/>
                  <a:pt x="70997" y="109764"/>
                </a:cubicBezTo>
                <a:cubicBezTo>
                  <a:pt x="70997" y="110061"/>
                  <a:pt x="70759" y="110299"/>
                  <a:pt x="70461" y="110299"/>
                </a:cubicBezTo>
                <a:cubicBezTo>
                  <a:pt x="70164" y="110299"/>
                  <a:pt x="69926" y="110061"/>
                  <a:pt x="69926" y="109764"/>
                </a:cubicBezTo>
                <a:cubicBezTo>
                  <a:pt x="69926" y="109466"/>
                  <a:pt x="70164" y="109228"/>
                  <a:pt x="70461" y="109228"/>
                </a:cubicBezTo>
                <a:close/>
                <a:moveTo>
                  <a:pt x="60734" y="110442"/>
                </a:moveTo>
                <a:cubicBezTo>
                  <a:pt x="61032" y="110442"/>
                  <a:pt x="61270" y="110680"/>
                  <a:pt x="61270" y="110978"/>
                </a:cubicBezTo>
                <a:cubicBezTo>
                  <a:pt x="61270" y="111276"/>
                  <a:pt x="61032" y="111514"/>
                  <a:pt x="60734" y="111514"/>
                </a:cubicBezTo>
                <a:cubicBezTo>
                  <a:pt x="60436" y="111514"/>
                  <a:pt x="60198" y="111276"/>
                  <a:pt x="60198" y="110978"/>
                </a:cubicBezTo>
                <a:cubicBezTo>
                  <a:pt x="60198" y="110680"/>
                  <a:pt x="60436" y="110442"/>
                  <a:pt x="60734" y="110442"/>
                </a:cubicBezTo>
                <a:close/>
                <a:moveTo>
                  <a:pt x="32933" y="66020"/>
                </a:moveTo>
                <a:cubicBezTo>
                  <a:pt x="32492" y="66020"/>
                  <a:pt x="32111" y="66389"/>
                  <a:pt x="32111" y="66842"/>
                </a:cubicBezTo>
                <a:cubicBezTo>
                  <a:pt x="32111" y="67235"/>
                  <a:pt x="32409" y="67568"/>
                  <a:pt x="32790" y="67639"/>
                </a:cubicBezTo>
                <a:lnTo>
                  <a:pt x="32790" y="79772"/>
                </a:lnTo>
                <a:lnTo>
                  <a:pt x="20907" y="91738"/>
                </a:lnTo>
                <a:lnTo>
                  <a:pt x="20907" y="107001"/>
                </a:lnTo>
                <a:lnTo>
                  <a:pt x="16609" y="111335"/>
                </a:lnTo>
                <a:lnTo>
                  <a:pt x="5060" y="111335"/>
                </a:lnTo>
                <a:lnTo>
                  <a:pt x="5060" y="111621"/>
                </a:lnTo>
                <a:lnTo>
                  <a:pt x="16740" y="111621"/>
                </a:lnTo>
                <a:lnTo>
                  <a:pt x="21205" y="107120"/>
                </a:lnTo>
                <a:lnTo>
                  <a:pt x="21205" y="91857"/>
                </a:lnTo>
                <a:lnTo>
                  <a:pt x="33088" y="79891"/>
                </a:lnTo>
                <a:lnTo>
                  <a:pt x="33088" y="67639"/>
                </a:lnTo>
                <a:cubicBezTo>
                  <a:pt x="33469" y="67568"/>
                  <a:pt x="33754" y="67235"/>
                  <a:pt x="33754" y="66842"/>
                </a:cubicBezTo>
                <a:cubicBezTo>
                  <a:pt x="33754" y="66389"/>
                  <a:pt x="33385" y="66020"/>
                  <a:pt x="32933" y="66020"/>
                </a:cubicBezTo>
                <a:close/>
                <a:moveTo>
                  <a:pt x="60734" y="110180"/>
                </a:moveTo>
                <a:cubicBezTo>
                  <a:pt x="60293" y="110180"/>
                  <a:pt x="59924" y="110549"/>
                  <a:pt x="59924" y="110990"/>
                </a:cubicBezTo>
                <a:cubicBezTo>
                  <a:pt x="59924" y="111442"/>
                  <a:pt x="60293" y="111811"/>
                  <a:pt x="60734" y="111811"/>
                </a:cubicBezTo>
                <a:cubicBezTo>
                  <a:pt x="61186" y="111811"/>
                  <a:pt x="61555" y="111442"/>
                  <a:pt x="61555" y="110990"/>
                </a:cubicBezTo>
                <a:cubicBezTo>
                  <a:pt x="61555" y="110538"/>
                  <a:pt x="61198" y="110180"/>
                  <a:pt x="60734" y="110180"/>
                </a:cubicBezTo>
                <a:close/>
                <a:moveTo>
                  <a:pt x="50899" y="111942"/>
                </a:moveTo>
                <a:cubicBezTo>
                  <a:pt x="51197" y="111942"/>
                  <a:pt x="51435" y="112181"/>
                  <a:pt x="51435" y="112478"/>
                </a:cubicBezTo>
                <a:cubicBezTo>
                  <a:pt x="51435" y="112776"/>
                  <a:pt x="51197" y="113014"/>
                  <a:pt x="50899" y="113014"/>
                </a:cubicBezTo>
                <a:cubicBezTo>
                  <a:pt x="50602" y="113014"/>
                  <a:pt x="50364" y="112776"/>
                  <a:pt x="50364" y="112478"/>
                </a:cubicBezTo>
                <a:cubicBezTo>
                  <a:pt x="50364" y="112181"/>
                  <a:pt x="50602" y="111942"/>
                  <a:pt x="50899" y="111942"/>
                </a:cubicBezTo>
                <a:close/>
                <a:moveTo>
                  <a:pt x="35207" y="63722"/>
                </a:moveTo>
                <a:cubicBezTo>
                  <a:pt x="34766" y="63722"/>
                  <a:pt x="34397" y="64103"/>
                  <a:pt x="34397" y="64544"/>
                </a:cubicBezTo>
                <a:cubicBezTo>
                  <a:pt x="34397" y="64949"/>
                  <a:pt x="34695" y="65270"/>
                  <a:pt x="35064" y="65353"/>
                </a:cubicBezTo>
                <a:lnTo>
                  <a:pt x="35064" y="80498"/>
                </a:lnTo>
                <a:lnTo>
                  <a:pt x="23182" y="92464"/>
                </a:lnTo>
                <a:lnTo>
                  <a:pt x="23182" y="107740"/>
                </a:lnTo>
                <a:lnTo>
                  <a:pt x="17371" y="113597"/>
                </a:lnTo>
                <a:lnTo>
                  <a:pt x="5060" y="113597"/>
                </a:lnTo>
                <a:lnTo>
                  <a:pt x="5060" y="113883"/>
                </a:lnTo>
                <a:lnTo>
                  <a:pt x="17502" y="113883"/>
                </a:lnTo>
                <a:lnTo>
                  <a:pt x="23503" y="107835"/>
                </a:lnTo>
                <a:lnTo>
                  <a:pt x="23503" y="92571"/>
                </a:lnTo>
                <a:lnTo>
                  <a:pt x="23479" y="92571"/>
                </a:lnTo>
                <a:lnTo>
                  <a:pt x="35362" y="80605"/>
                </a:lnTo>
                <a:lnTo>
                  <a:pt x="35362" y="65353"/>
                </a:lnTo>
                <a:cubicBezTo>
                  <a:pt x="35755" y="65270"/>
                  <a:pt x="36028" y="64949"/>
                  <a:pt x="36028" y="64544"/>
                </a:cubicBezTo>
                <a:cubicBezTo>
                  <a:pt x="36028" y="64103"/>
                  <a:pt x="35659" y="63722"/>
                  <a:pt x="35207" y="63722"/>
                </a:cubicBezTo>
                <a:close/>
                <a:moveTo>
                  <a:pt x="60734" y="113395"/>
                </a:moveTo>
                <a:cubicBezTo>
                  <a:pt x="61032" y="113395"/>
                  <a:pt x="61270" y="113633"/>
                  <a:pt x="61270" y="113931"/>
                </a:cubicBezTo>
                <a:cubicBezTo>
                  <a:pt x="61270" y="114228"/>
                  <a:pt x="61032" y="114467"/>
                  <a:pt x="60734" y="114467"/>
                </a:cubicBezTo>
                <a:cubicBezTo>
                  <a:pt x="60436" y="114467"/>
                  <a:pt x="60198" y="114228"/>
                  <a:pt x="60198" y="113931"/>
                </a:cubicBezTo>
                <a:cubicBezTo>
                  <a:pt x="60198" y="113633"/>
                  <a:pt x="60436" y="113395"/>
                  <a:pt x="60734" y="113395"/>
                </a:cubicBezTo>
                <a:close/>
                <a:moveTo>
                  <a:pt x="60734" y="113121"/>
                </a:moveTo>
                <a:cubicBezTo>
                  <a:pt x="60293" y="113121"/>
                  <a:pt x="59924" y="113490"/>
                  <a:pt x="59924" y="113943"/>
                </a:cubicBezTo>
                <a:cubicBezTo>
                  <a:pt x="59924" y="114383"/>
                  <a:pt x="60293" y="114764"/>
                  <a:pt x="60734" y="114764"/>
                </a:cubicBezTo>
                <a:cubicBezTo>
                  <a:pt x="61186" y="114764"/>
                  <a:pt x="61555" y="114383"/>
                  <a:pt x="61555" y="113943"/>
                </a:cubicBezTo>
                <a:cubicBezTo>
                  <a:pt x="61555" y="113478"/>
                  <a:pt x="61198" y="113121"/>
                  <a:pt x="60734" y="113121"/>
                </a:cubicBezTo>
                <a:close/>
                <a:moveTo>
                  <a:pt x="50899" y="114919"/>
                </a:moveTo>
                <a:cubicBezTo>
                  <a:pt x="51197" y="114919"/>
                  <a:pt x="51435" y="115157"/>
                  <a:pt x="51435" y="115455"/>
                </a:cubicBezTo>
                <a:cubicBezTo>
                  <a:pt x="51435" y="115752"/>
                  <a:pt x="51197" y="115991"/>
                  <a:pt x="50899" y="115991"/>
                </a:cubicBezTo>
                <a:cubicBezTo>
                  <a:pt x="50602" y="115991"/>
                  <a:pt x="50364" y="115752"/>
                  <a:pt x="50364" y="115455"/>
                </a:cubicBezTo>
                <a:cubicBezTo>
                  <a:pt x="50364" y="115157"/>
                  <a:pt x="50602" y="114919"/>
                  <a:pt x="50899" y="114919"/>
                </a:cubicBezTo>
                <a:close/>
                <a:moveTo>
                  <a:pt x="37433" y="61484"/>
                </a:moveTo>
                <a:cubicBezTo>
                  <a:pt x="36981" y="61484"/>
                  <a:pt x="36612" y="61853"/>
                  <a:pt x="36612" y="62293"/>
                </a:cubicBezTo>
                <a:cubicBezTo>
                  <a:pt x="36612" y="62698"/>
                  <a:pt x="36909" y="63032"/>
                  <a:pt x="37279" y="63103"/>
                </a:cubicBezTo>
                <a:lnTo>
                  <a:pt x="37279" y="81189"/>
                </a:lnTo>
                <a:lnTo>
                  <a:pt x="25408" y="93154"/>
                </a:lnTo>
                <a:lnTo>
                  <a:pt x="25408" y="108418"/>
                </a:lnTo>
                <a:lnTo>
                  <a:pt x="18038" y="115848"/>
                </a:lnTo>
                <a:lnTo>
                  <a:pt x="5060" y="115848"/>
                </a:lnTo>
                <a:lnTo>
                  <a:pt x="5060" y="116133"/>
                </a:lnTo>
                <a:lnTo>
                  <a:pt x="18169" y="116133"/>
                </a:lnTo>
                <a:lnTo>
                  <a:pt x="25706" y="108537"/>
                </a:lnTo>
                <a:lnTo>
                  <a:pt x="25706" y="93273"/>
                </a:lnTo>
                <a:lnTo>
                  <a:pt x="37576" y="81308"/>
                </a:lnTo>
                <a:lnTo>
                  <a:pt x="37576" y="63103"/>
                </a:lnTo>
                <a:cubicBezTo>
                  <a:pt x="37969" y="63032"/>
                  <a:pt x="38255" y="62698"/>
                  <a:pt x="38255" y="62293"/>
                </a:cubicBezTo>
                <a:cubicBezTo>
                  <a:pt x="38255" y="61853"/>
                  <a:pt x="37874" y="61484"/>
                  <a:pt x="37433" y="61484"/>
                </a:cubicBezTo>
                <a:close/>
                <a:moveTo>
                  <a:pt x="50899" y="117872"/>
                </a:moveTo>
                <a:cubicBezTo>
                  <a:pt x="51197" y="117872"/>
                  <a:pt x="51435" y="118110"/>
                  <a:pt x="51435" y="118408"/>
                </a:cubicBezTo>
                <a:cubicBezTo>
                  <a:pt x="51435" y="118705"/>
                  <a:pt x="51197" y="118943"/>
                  <a:pt x="50899" y="118943"/>
                </a:cubicBezTo>
                <a:cubicBezTo>
                  <a:pt x="50602" y="118943"/>
                  <a:pt x="50364" y="118705"/>
                  <a:pt x="50364" y="118408"/>
                </a:cubicBezTo>
                <a:cubicBezTo>
                  <a:pt x="50364" y="118110"/>
                  <a:pt x="50602" y="117872"/>
                  <a:pt x="50899" y="117872"/>
                </a:cubicBezTo>
                <a:close/>
                <a:moveTo>
                  <a:pt x="10192" y="120551"/>
                </a:moveTo>
                <a:cubicBezTo>
                  <a:pt x="9680" y="120551"/>
                  <a:pt x="9239" y="120979"/>
                  <a:pt x="9239" y="121503"/>
                </a:cubicBezTo>
                <a:cubicBezTo>
                  <a:pt x="9239" y="122027"/>
                  <a:pt x="9680" y="122456"/>
                  <a:pt x="10192" y="122456"/>
                </a:cubicBezTo>
                <a:cubicBezTo>
                  <a:pt x="10728" y="122456"/>
                  <a:pt x="11144" y="122027"/>
                  <a:pt x="11144" y="121503"/>
                </a:cubicBezTo>
                <a:cubicBezTo>
                  <a:pt x="11144" y="120979"/>
                  <a:pt x="10716" y="120551"/>
                  <a:pt x="10192" y="120551"/>
                </a:cubicBezTo>
                <a:close/>
                <a:moveTo>
                  <a:pt x="12454" y="120551"/>
                </a:moveTo>
                <a:cubicBezTo>
                  <a:pt x="11942" y="120551"/>
                  <a:pt x="11502" y="120979"/>
                  <a:pt x="11502" y="121503"/>
                </a:cubicBezTo>
                <a:cubicBezTo>
                  <a:pt x="11502" y="122027"/>
                  <a:pt x="11942" y="122456"/>
                  <a:pt x="12454" y="122456"/>
                </a:cubicBezTo>
                <a:cubicBezTo>
                  <a:pt x="12978" y="122456"/>
                  <a:pt x="13407" y="122027"/>
                  <a:pt x="13407" y="121503"/>
                </a:cubicBezTo>
                <a:cubicBezTo>
                  <a:pt x="13407" y="120979"/>
                  <a:pt x="12978" y="120551"/>
                  <a:pt x="12454" y="120551"/>
                </a:cubicBezTo>
                <a:close/>
                <a:moveTo>
                  <a:pt x="14716" y="120551"/>
                </a:moveTo>
                <a:cubicBezTo>
                  <a:pt x="14204" y="120551"/>
                  <a:pt x="13764" y="120979"/>
                  <a:pt x="13764" y="121503"/>
                </a:cubicBezTo>
                <a:cubicBezTo>
                  <a:pt x="13764" y="122027"/>
                  <a:pt x="14204" y="122456"/>
                  <a:pt x="14716" y="122456"/>
                </a:cubicBezTo>
                <a:cubicBezTo>
                  <a:pt x="15240" y="122456"/>
                  <a:pt x="15669" y="122027"/>
                  <a:pt x="15669" y="121503"/>
                </a:cubicBezTo>
                <a:cubicBezTo>
                  <a:pt x="15669" y="120979"/>
                  <a:pt x="15240" y="120551"/>
                  <a:pt x="14716" y="120551"/>
                </a:cubicBezTo>
                <a:close/>
                <a:moveTo>
                  <a:pt x="53804" y="124611"/>
                </a:moveTo>
                <a:cubicBezTo>
                  <a:pt x="54102" y="124611"/>
                  <a:pt x="54340" y="124849"/>
                  <a:pt x="54340" y="125146"/>
                </a:cubicBezTo>
                <a:cubicBezTo>
                  <a:pt x="54340" y="125444"/>
                  <a:pt x="54102" y="125682"/>
                  <a:pt x="53804" y="125682"/>
                </a:cubicBezTo>
                <a:cubicBezTo>
                  <a:pt x="53507" y="125682"/>
                  <a:pt x="53269" y="125444"/>
                  <a:pt x="53269" y="125146"/>
                </a:cubicBezTo>
                <a:cubicBezTo>
                  <a:pt x="53269" y="124849"/>
                  <a:pt x="53507" y="124611"/>
                  <a:pt x="53804" y="124611"/>
                </a:cubicBezTo>
                <a:close/>
                <a:moveTo>
                  <a:pt x="10216" y="125789"/>
                </a:moveTo>
                <a:cubicBezTo>
                  <a:pt x="10513" y="125789"/>
                  <a:pt x="10751" y="126028"/>
                  <a:pt x="10751" y="126325"/>
                </a:cubicBezTo>
                <a:cubicBezTo>
                  <a:pt x="10751" y="126623"/>
                  <a:pt x="10513" y="126861"/>
                  <a:pt x="10216" y="126861"/>
                </a:cubicBezTo>
                <a:cubicBezTo>
                  <a:pt x="9918" y="126861"/>
                  <a:pt x="9680" y="126623"/>
                  <a:pt x="9680" y="126325"/>
                </a:cubicBezTo>
                <a:cubicBezTo>
                  <a:pt x="9680" y="126028"/>
                  <a:pt x="9918" y="125789"/>
                  <a:pt x="10216" y="125789"/>
                </a:cubicBezTo>
                <a:close/>
                <a:moveTo>
                  <a:pt x="12454" y="125789"/>
                </a:moveTo>
                <a:cubicBezTo>
                  <a:pt x="12752" y="125789"/>
                  <a:pt x="12990" y="126028"/>
                  <a:pt x="12990" y="126325"/>
                </a:cubicBezTo>
                <a:cubicBezTo>
                  <a:pt x="12990" y="126623"/>
                  <a:pt x="12752" y="126861"/>
                  <a:pt x="12454" y="126861"/>
                </a:cubicBezTo>
                <a:cubicBezTo>
                  <a:pt x="12156" y="126861"/>
                  <a:pt x="11918" y="126623"/>
                  <a:pt x="11918" y="126325"/>
                </a:cubicBezTo>
                <a:cubicBezTo>
                  <a:pt x="11918" y="126028"/>
                  <a:pt x="12156" y="125789"/>
                  <a:pt x="12454" y="125789"/>
                </a:cubicBezTo>
                <a:close/>
                <a:moveTo>
                  <a:pt x="14716" y="125789"/>
                </a:moveTo>
                <a:cubicBezTo>
                  <a:pt x="15014" y="125789"/>
                  <a:pt x="15252" y="126028"/>
                  <a:pt x="15252" y="126325"/>
                </a:cubicBezTo>
                <a:cubicBezTo>
                  <a:pt x="15252" y="126623"/>
                  <a:pt x="15014" y="126861"/>
                  <a:pt x="14716" y="126861"/>
                </a:cubicBezTo>
                <a:cubicBezTo>
                  <a:pt x="14419" y="126861"/>
                  <a:pt x="14180" y="126623"/>
                  <a:pt x="14180" y="126325"/>
                </a:cubicBezTo>
                <a:cubicBezTo>
                  <a:pt x="14180" y="126028"/>
                  <a:pt x="14419" y="125789"/>
                  <a:pt x="14716" y="125789"/>
                </a:cubicBezTo>
                <a:close/>
                <a:moveTo>
                  <a:pt x="50887" y="125897"/>
                </a:moveTo>
                <a:cubicBezTo>
                  <a:pt x="51185" y="125897"/>
                  <a:pt x="51423" y="126135"/>
                  <a:pt x="51423" y="126432"/>
                </a:cubicBezTo>
                <a:cubicBezTo>
                  <a:pt x="51423" y="126730"/>
                  <a:pt x="51185" y="126968"/>
                  <a:pt x="50887" y="126968"/>
                </a:cubicBezTo>
                <a:cubicBezTo>
                  <a:pt x="50590" y="126968"/>
                  <a:pt x="50352" y="126730"/>
                  <a:pt x="50352" y="126432"/>
                </a:cubicBezTo>
                <a:cubicBezTo>
                  <a:pt x="50352" y="126135"/>
                  <a:pt x="50590" y="125897"/>
                  <a:pt x="50887" y="125897"/>
                </a:cubicBezTo>
                <a:close/>
                <a:moveTo>
                  <a:pt x="56067" y="126849"/>
                </a:moveTo>
                <a:cubicBezTo>
                  <a:pt x="56364" y="126849"/>
                  <a:pt x="56602" y="127087"/>
                  <a:pt x="56602" y="127385"/>
                </a:cubicBezTo>
                <a:cubicBezTo>
                  <a:pt x="56602" y="127682"/>
                  <a:pt x="56364" y="127921"/>
                  <a:pt x="56067" y="127921"/>
                </a:cubicBezTo>
                <a:cubicBezTo>
                  <a:pt x="55769" y="127921"/>
                  <a:pt x="55531" y="127682"/>
                  <a:pt x="55531" y="127385"/>
                </a:cubicBezTo>
                <a:cubicBezTo>
                  <a:pt x="55531" y="127087"/>
                  <a:pt x="55769" y="126849"/>
                  <a:pt x="56067" y="126849"/>
                </a:cubicBezTo>
                <a:close/>
                <a:moveTo>
                  <a:pt x="58317" y="129087"/>
                </a:moveTo>
                <a:cubicBezTo>
                  <a:pt x="58615" y="129087"/>
                  <a:pt x="58853" y="129326"/>
                  <a:pt x="58853" y="129623"/>
                </a:cubicBezTo>
                <a:cubicBezTo>
                  <a:pt x="58853" y="129921"/>
                  <a:pt x="58615" y="130159"/>
                  <a:pt x="58317" y="130159"/>
                </a:cubicBezTo>
                <a:cubicBezTo>
                  <a:pt x="58019" y="130159"/>
                  <a:pt x="57781" y="129921"/>
                  <a:pt x="57781" y="129623"/>
                </a:cubicBezTo>
                <a:cubicBezTo>
                  <a:pt x="57781" y="129326"/>
                  <a:pt x="58019" y="129087"/>
                  <a:pt x="58317" y="129087"/>
                </a:cubicBezTo>
                <a:close/>
                <a:moveTo>
                  <a:pt x="142042" y="105656"/>
                </a:moveTo>
                <a:lnTo>
                  <a:pt x="142042" y="115657"/>
                </a:lnTo>
                <a:lnTo>
                  <a:pt x="157829" y="131409"/>
                </a:lnTo>
                <a:lnTo>
                  <a:pt x="158032" y="131207"/>
                </a:lnTo>
                <a:lnTo>
                  <a:pt x="142327" y="115538"/>
                </a:lnTo>
                <a:lnTo>
                  <a:pt x="142327" y="105656"/>
                </a:lnTo>
                <a:close/>
                <a:moveTo>
                  <a:pt x="139791" y="103406"/>
                </a:moveTo>
                <a:lnTo>
                  <a:pt x="139791" y="116372"/>
                </a:lnTo>
                <a:lnTo>
                  <a:pt x="155591" y="132124"/>
                </a:lnTo>
                <a:lnTo>
                  <a:pt x="155781" y="131921"/>
                </a:lnTo>
                <a:lnTo>
                  <a:pt x="140077" y="116253"/>
                </a:lnTo>
                <a:lnTo>
                  <a:pt x="140077" y="103406"/>
                </a:lnTo>
                <a:close/>
                <a:moveTo>
                  <a:pt x="87201" y="34683"/>
                </a:moveTo>
                <a:cubicBezTo>
                  <a:pt x="86749" y="34683"/>
                  <a:pt x="86380" y="35064"/>
                  <a:pt x="86380" y="35504"/>
                </a:cubicBezTo>
                <a:cubicBezTo>
                  <a:pt x="86380" y="35957"/>
                  <a:pt x="86749" y="36326"/>
                  <a:pt x="87201" y="36326"/>
                </a:cubicBezTo>
                <a:cubicBezTo>
                  <a:pt x="87380" y="36326"/>
                  <a:pt x="87523" y="36266"/>
                  <a:pt x="87654" y="36171"/>
                </a:cubicBezTo>
                <a:lnTo>
                  <a:pt x="104370" y="52876"/>
                </a:lnTo>
                <a:lnTo>
                  <a:pt x="104418" y="52923"/>
                </a:lnTo>
                <a:lnTo>
                  <a:pt x="112145" y="52923"/>
                </a:lnTo>
                <a:lnTo>
                  <a:pt x="137517" y="78260"/>
                </a:lnTo>
                <a:lnTo>
                  <a:pt x="137517" y="117098"/>
                </a:lnTo>
                <a:lnTo>
                  <a:pt x="153305" y="132850"/>
                </a:lnTo>
                <a:lnTo>
                  <a:pt x="153495" y="132647"/>
                </a:lnTo>
                <a:lnTo>
                  <a:pt x="137803" y="116979"/>
                </a:lnTo>
                <a:lnTo>
                  <a:pt x="137803" y="78129"/>
                </a:lnTo>
                <a:lnTo>
                  <a:pt x="137827" y="78129"/>
                </a:lnTo>
                <a:lnTo>
                  <a:pt x="112324" y="52673"/>
                </a:lnTo>
                <a:lnTo>
                  <a:pt x="112276" y="52626"/>
                </a:lnTo>
                <a:lnTo>
                  <a:pt x="104549" y="52626"/>
                </a:lnTo>
                <a:lnTo>
                  <a:pt x="87868" y="35969"/>
                </a:lnTo>
                <a:cubicBezTo>
                  <a:pt x="87952" y="35838"/>
                  <a:pt x="88011" y="35671"/>
                  <a:pt x="88011" y="35504"/>
                </a:cubicBezTo>
                <a:cubicBezTo>
                  <a:pt x="88011" y="35064"/>
                  <a:pt x="87642" y="34683"/>
                  <a:pt x="87201" y="34683"/>
                </a:cubicBezTo>
                <a:close/>
                <a:moveTo>
                  <a:pt x="80998" y="35540"/>
                </a:moveTo>
                <a:lnTo>
                  <a:pt x="79593" y="36945"/>
                </a:lnTo>
                <a:cubicBezTo>
                  <a:pt x="79462" y="36862"/>
                  <a:pt x="79296" y="36802"/>
                  <a:pt x="79129" y="36802"/>
                </a:cubicBezTo>
                <a:cubicBezTo>
                  <a:pt x="78689" y="36802"/>
                  <a:pt x="78319" y="37171"/>
                  <a:pt x="78319" y="37624"/>
                </a:cubicBezTo>
                <a:cubicBezTo>
                  <a:pt x="78319" y="38064"/>
                  <a:pt x="78689" y="38433"/>
                  <a:pt x="79129" y="38433"/>
                </a:cubicBezTo>
                <a:cubicBezTo>
                  <a:pt x="79581" y="38433"/>
                  <a:pt x="79951" y="38064"/>
                  <a:pt x="79951" y="37624"/>
                </a:cubicBezTo>
                <a:cubicBezTo>
                  <a:pt x="79951" y="37445"/>
                  <a:pt x="79891" y="37279"/>
                  <a:pt x="79808" y="37159"/>
                </a:cubicBezTo>
                <a:lnTo>
                  <a:pt x="81129" y="35838"/>
                </a:lnTo>
                <a:lnTo>
                  <a:pt x="84392" y="35838"/>
                </a:lnTo>
                <a:lnTo>
                  <a:pt x="103704" y="55102"/>
                </a:lnTo>
                <a:lnTo>
                  <a:pt x="103751" y="55150"/>
                </a:lnTo>
                <a:lnTo>
                  <a:pt x="111478" y="55150"/>
                </a:lnTo>
                <a:lnTo>
                  <a:pt x="135291" y="78962"/>
                </a:lnTo>
                <a:lnTo>
                  <a:pt x="135291" y="117800"/>
                </a:lnTo>
                <a:lnTo>
                  <a:pt x="151079" y="133552"/>
                </a:lnTo>
                <a:lnTo>
                  <a:pt x="151269" y="133350"/>
                </a:lnTo>
                <a:lnTo>
                  <a:pt x="135565" y="117681"/>
                </a:lnTo>
                <a:lnTo>
                  <a:pt x="135565" y="78843"/>
                </a:lnTo>
                <a:lnTo>
                  <a:pt x="111609" y="54912"/>
                </a:lnTo>
                <a:lnTo>
                  <a:pt x="111562" y="54864"/>
                </a:lnTo>
                <a:lnTo>
                  <a:pt x="103835" y="54864"/>
                </a:lnTo>
                <a:lnTo>
                  <a:pt x="88690" y="39731"/>
                </a:lnTo>
                <a:lnTo>
                  <a:pt x="84534" y="35576"/>
                </a:lnTo>
                <a:lnTo>
                  <a:pt x="84487" y="35540"/>
                </a:lnTo>
                <a:close/>
                <a:moveTo>
                  <a:pt x="82725" y="78879"/>
                </a:moveTo>
                <a:cubicBezTo>
                  <a:pt x="82272" y="78879"/>
                  <a:pt x="81903" y="79248"/>
                  <a:pt x="81903" y="79700"/>
                </a:cubicBezTo>
                <a:cubicBezTo>
                  <a:pt x="81903" y="80093"/>
                  <a:pt x="82201" y="80427"/>
                  <a:pt x="82570" y="80498"/>
                </a:cubicBezTo>
                <a:lnTo>
                  <a:pt x="82570" y="86844"/>
                </a:lnTo>
                <a:lnTo>
                  <a:pt x="84570" y="88821"/>
                </a:lnTo>
                <a:lnTo>
                  <a:pt x="86690" y="88821"/>
                </a:lnTo>
                <a:lnTo>
                  <a:pt x="89928" y="92011"/>
                </a:lnTo>
                <a:lnTo>
                  <a:pt x="89928" y="133278"/>
                </a:lnTo>
                <a:lnTo>
                  <a:pt x="83582" y="139624"/>
                </a:lnTo>
                <a:lnTo>
                  <a:pt x="83796" y="139839"/>
                </a:lnTo>
                <a:lnTo>
                  <a:pt x="90226" y="133397"/>
                </a:lnTo>
                <a:lnTo>
                  <a:pt x="90226" y="91904"/>
                </a:lnTo>
                <a:lnTo>
                  <a:pt x="86832" y="88535"/>
                </a:lnTo>
                <a:lnTo>
                  <a:pt x="84701" y="88535"/>
                </a:lnTo>
                <a:lnTo>
                  <a:pt x="82868" y="86713"/>
                </a:lnTo>
                <a:lnTo>
                  <a:pt x="82868" y="80498"/>
                </a:lnTo>
                <a:cubicBezTo>
                  <a:pt x="83261" y="80427"/>
                  <a:pt x="83534" y="80093"/>
                  <a:pt x="83534" y="79700"/>
                </a:cubicBezTo>
                <a:cubicBezTo>
                  <a:pt x="83534" y="79248"/>
                  <a:pt x="83165" y="78879"/>
                  <a:pt x="82725" y="78879"/>
                </a:cubicBezTo>
                <a:close/>
                <a:moveTo>
                  <a:pt x="110085" y="139255"/>
                </a:moveTo>
                <a:cubicBezTo>
                  <a:pt x="110383" y="139255"/>
                  <a:pt x="110621" y="139493"/>
                  <a:pt x="110621" y="139791"/>
                </a:cubicBezTo>
                <a:cubicBezTo>
                  <a:pt x="110621" y="140089"/>
                  <a:pt x="110383" y="140327"/>
                  <a:pt x="110085" y="140327"/>
                </a:cubicBezTo>
                <a:cubicBezTo>
                  <a:pt x="109788" y="140327"/>
                  <a:pt x="109550" y="140089"/>
                  <a:pt x="109550" y="139791"/>
                </a:cubicBezTo>
                <a:cubicBezTo>
                  <a:pt x="109573" y="139493"/>
                  <a:pt x="109811" y="139255"/>
                  <a:pt x="110085" y="139255"/>
                </a:cubicBezTo>
                <a:close/>
                <a:moveTo>
                  <a:pt x="110085" y="138970"/>
                </a:moveTo>
                <a:cubicBezTo>
                  <a:pt x="109645" y="138970"/>
                  <a:pt x="109276" y="139351"/>
                  <a:pt x="109276" y="139791"/>
                </a:cubicBezTo>
                <a:cubicBezTo>
                  <a:pt x="109276" y="140244"/>
                  <a:pt x="109645" y="140613"/>
                  <a:pt x="110085" y="140613"/>
                </a:cubicBezTo>
                <a:cubicBezTo>
                  <a:pt x="110538" y="140613"/>
                  <a:pt x="110907" y="140244"/>
                  <a:pt x="110907" y="139791"/>
                </a:cubicBezTo>
                <a:cubicBezTo>
                  <a:pt x="110907" y="139351"/>
                  <a:pt x="110538" y="138970"/>
                  <a:pt x="110085" y="138970"/>
                </a:cubicBezTo>
                <a:close/>
                <a:moveTo>
                  <a:pt x="50887" y="125599"/>
                </a:moveTo>
                <a:cubicBezTo>
                  <a:pt x="50435" y="125611"/>
                  <a:pt x="50078" y="125980"/>
                  <a:pt x="50078" y="126432"/>
                </a:cubicBezTo>
                <a:cubicBezTo>
                  <a:pt x="50078" y="126825"/>
                  <a:pt x="50375" y="127159"/>
                  <a:pt x="50756" y="127230"/>
                </a:cubicBezTo>
                <a:lnTo>
                  <a:pt x="50756" y="135922"/>
                </a:lnTo>
                <a:lnTo>
                  <a:pt x="46125" y="140565"/>
                </a:lnTo>
                <a:lnTo>
                  <a:pt x="46327" y="140756"/>
                </a:lnTo>
                <a:lnTo>
                  <a:pt x="51030" y="136029"/>
                </a:lnTo>
                <a:lnTo>
                  <a:pt x="51030" y="127218"/>
                </a:lnTo>
                <a:cubicBezTo>
                  <a:pt x="51423" y="127147"/>
                  <a:pt x="51709" y="126813"/>
                  <a:pt x="51709" y="126409"/>
                </a:cubicBezTo>
                <a:cubicBezTo>
                  <a:pt x="51709" y="125968"/>
                  <a:pt x="51328" y="125599"/>
                  <a:pt x="50887" y="125599"/>
                </a:cubicBezTo>
                <a:close/>
                <a:moveTo>
                  <a:pt x="29563" y="141696"/>
                </a:moveTo>
                <a:cubicBezTo>
                  <a:pt x="29861" y="141696"/>
                  <a:pt x="30099" y="141934"/>
                  <a:pt x="30099" y="142232"/>
                </a:cubicBezTo>
                <a:cubicBezTo>
                  <a:pt x="30099" y="142530"/>
                  <a:pt x="29861" y="142768"/>
                  <a:pt x="29563" y="142768"/>
                </a:cubicBezTo>
                <a:cubicBezTo>
                  <a:pt x="29266" y="142768"/>
                  <a:pt x="29028" y="142530"/>
                  <a:pt x="29028" y="142232"/>
                </a:cubicBezTo>
                <a:cubicBezTo>
                  <a:pt x="29028" y="141934"/>
                  <a:pt x="29266" y="141696"/>
                  <a:pt x="29563" y="141696"/>
                </a:cubicBezTo>
                <a:close/>
                <a:moveTo>
                  <a:pt x="51542" y="98822"/>
                </a:moveTo>
                <a:cubicBezTo>
                  <a:pt x="51090" y="98822"/>
                  <a:pt x="50721" y="99179"/>
                  <a:pt x="50721" y="99643"/>
                </a:cubicBezTo>
                <a:cubicBezTo>
                  <a:pt x="50721" y="99822"/>
                  <a:pt x="50780" y="99977"/>
                  <a:pt x="50876" y="100096"/>
                </a:cubicBezTo>
                <a:lnTo>
                  <a:pt x="48625" y="102346"/>
                </a:lnTo>
                <a:lnTo>
                  <a:pt x="48625" y="106966"/>
                </a:lnTo>
                <a:lnTo>
                  <a:pt x="39112" y="116514"/>
                </a:lnTo>
                <a:lnTo>
                  <a:pt x="39065" y="116562"/>
                </a:lnTo>
                <a:lnTo>
                  <a:pt x="39065" y="119110"/>
                </a:lnTo>
                <a:lnTo>
                  <a:pt x="29409" y="128814"/>
                </a:lnTo>
                <a:lnTo>
                  <a:pt x="29409" y="141434"/>
                </a:lnTo>
                <a:cubicBezTo>
                  <a:pt x="29028" y="141506"/>
                  <a:pt x="28742" y="141827"/>
                  <a:pt x="28742" y="142232"/>
                </a:cubicBezTo>
                <a:cubicBezTo>
                  <a:pt x="28742" y="142684"/>
                  <a:pt x="29111" y="143053"/>
                  <a:pt x="29563" y="143053"/>
                </a:cubicBezTo>
                <a:cubicBezTo>
                  <a:pt x="30004" y="143053"/>
                  <a:pt x="30373" y="142684"/>
                  <a:pt x="30373" y="142232"/>
                </a:cubicBezTo>
                <a:cubicBezTo>
                  <a:pt x="30373" y="141827"/>
                  <a:pt x="30075" y="141506"/>
                  <a:pt x="29706" y="141434"/>
                </a:cubicBezTo>
                <a:lnTo>
                  <a:pt x="29706" y="128933"/>
                </a:lnTo>
                <a:lnTo>
                  <a:pt x="39362" y="119241"/>
                </a:lnTo>
                <a:lnTo>
                  <a:pt x="39362" y="116693"/>
                </a:lnTo>
                <a:lnTo>
                  <a:pt x="48875" y="107132"/>
                </a:lnTo>
                <a:lnTo>
                  <a:pt x="48923" y="107097"/>
                </a:lnTo>
                <a:lnTo>
                  <a:pt x="48923" y="102477"/>
                </a:lnTo>
                <a:lnTo>
                  <a:pt x="51078" y="100310"/>
                </a:lnTo>
                <a:cubicBezTo>
                  <a:pt x="51209" y="100393"/>
                  <a:pt x="51376" y="100453"/>
                  <a:pt x="51542" y="100453"/>
                </a:cubicBezTo>
                <a:cubicBezTo>
                  <a:pt x="51983" y="100453"/>
                  <a:pt x="52364" y="100084"/>
                  <a:pt x="52364" y="99631"/>
                </a:cubicBezTo>
                <a:cubicBezTo>
                  <a:pt x="52364" y="99191"/>
                  <a:pt x="51983" y="98822"/>
                  <a:pt x="51542" y="98822"/>
                </a:cubicBezTo>
                <a:close/>
                <a:moveTo>
                  <a:pt x="124337" y="77212"/>
                </a:moveTo>
                <a:cubicBezTo>
                  <a:pt x="123885" y="77212"/>
                  <a:pt x="123516" y="77581"/>
                  <a:pt x="123516" y="78022"/>
                </a:cubicBezTo>
                <a:cubicBezTo>
                  <a:pt x="123516" y="78474"/>
                  <a:pt x="123885" y="78843"/>
                  <a:pt x="124337" y="78843"/>
                </a:cubicBezTo>
                <a:cubicBezTo>
                  <a:pt x="124516" y="78843"/>
                  <a:pt x="124670" y="78784"/>
                  <a:pt x="124790" y="78700"/>
                </a:cubicBezTo>
                <a:lnTo>
                  <a:pt x="129516" y="83403"/>
                </a:lnTo>
                <a:lnTo>
                  <a:pt x="129516" y="120598"/>
                </a:lnTo>
                <a:lnTo>
                  <a:pt x="152210" y="143256"/>
                </a:lnTo>
                <a:lnTo>
                  <a:pt x="152400" y="143053"/>
                </a:lnTo>
                <a:lnTo>
                  <a:pt x="129778" y="120479"/>
                </a:lnTo>
                <a:lnTo>
                  <a:pt x="129778" y="83284"/>
                </a:lnTo>
                <a:lnTo>
                  <a:pt x="129814" y="83284"/>
                </a:lnTo>
                <a:lnTo>
                  <a:pt x="125004" y="78486"/>
                </a:lnTo>
                <a:cubicBezTo>
                  <a:pt x="125087" y="78355"/>
                  <a:pt x="125147" y="78188"/>
                  <a:pt x="125147" y="78022"/>
                </a:cubicBezTo>
                <a:cubicBezTo>
                  <a:pt x="125147" y="77581"/>
                  <a:pt x="124778" y="77212"/>
                  <a:pt x="124337" y="77212"/>
                </a:cubicBezTo>
                <a:close/>
                <a:moveTo>
                  <a:pt x="110085" y="142208"/>
                </a:moveTo>
                <a:cubicBezTo>
                  <a:pt x="110383" y="142208"/>
                  <a:pt x="110621" y="142446"/>
                  <a:pt x="110621" y="142744"/>
                </a:cubicBezTo>
                <a:cubicBezTo>
                  <a:pt x="110621" y="143042"/>
                  <a:pt x="110383" y="143280"/>
                  <a:pt x="110085" y="143280"/>
                </a:cubicBezTo>
                <a:cubicBezTo>
                  <a:pt x="109788" y="143280"/>
                  <a:pt x="109550" y="143042"/>
                  <a:pt x="109550" y="142744"/>
                </a:cubicBezTo>
                <a:cubicBezTo>
                  <a:pt x="109573" y="142446"/>
                  <a:pt x="109811" y="142208"/>
                  <a:pt x="110085" y="142208"/>
                </a:cubicBezTo>
                <a:close/>
                <a:moveTo>
                  <a:pt x="110085" y="141910"/>
                </a:moveTo>
                <a:cubicBezTo>
                  <a:pt x="109645" y="141910"/>
                  <a:pt x="109276" y="142280"/>
                  <a:pt x="109276" y="142720"/>
                </a:cubicBezTo>
                <a:cubicBezTo>
                  <a:pt x="109276" y="143184"/>
                  <a:pt x="109645" y="143542"/>
                  <a:pt x="110085" y="143542"/>
                </a:cubicBezTo>
                <a:cubicBezTo>
                  <a:pt x="110538" y="143542"/>
                  <a:pt x="110907" y="143172"/>
                  <a:pt x="110907" y="142720"/>
                </a:cubicBezTo>
                <a:cubicBezTo>
                  <a:pt x="110907" y="142280"/>
                  <a:pt x="110538" y="141910"/>
                  <a:pt x="110085" y="141910"/>
                </a:cubicBezTo>
                <a:close/>
                <a:moveTo>
                  <a:pt x="85939" y="142887"/>
                </a:moveTo>
                <a:cubicBezTo>
                  <a:pt x="86237" y="142887"/>
                  <a:pt x="86475" y="143125"/>
                  <a:pt x="86475" y="143423"/>
                </a:cubicBezTo>
                <a:cubicBezTo>
                  <a:pt x="86475" y="143720"/>
                  <a:pt x="86237" y="143958"/>
                  <a:pt x="85939" y="143958"/>
                </a:cubicBezTo>
                <a:cubicBezTo>
                  <a:pt x="85642" y="143958"/>
                  <a:pt x="85404" y="143720"/>
                  <a:pt x="85404" y="143423"/>
                </a:cubicBezTo>
                <a:cubicBezTo>
                  <a:pt x="85404" y="143125"/>
                  <a:pt x="85642" y="142887"/>
                  <a:pt x="85939" y="142887"/>
                </a:cubicBezTo>
                <a:close/>
                <a:moveTo>
                  <a:pt x="76795" y="45780"/>
                </a:moveTo>
                <a:lnTo>
                  <a:pt x="76795" y="67497"/>
                </a:lnTo>
                <a:lnTo>
                  <a:pt x="91131" y="81796"/>
                </a:lnTo>
                <a:lnTo>
                  <a:pt x="91131" y="87320"/>
                </a:lnTo>
                <a:lnTo>
                  <a:pt x="94429" y="90606"/>
                </a:lnTo>
                <a:lnTo>
                  <a:pt x="94429" y="134707"/>
                </a:lnTo>
                <a:lnTo>
                  <a:pt x="86392" y="142756"/>
                </a:lnTo>
                <a:cubicBezTo>
                  <a:pt x="86261" y="142661"/>
                  <a:pt x="86094" y="142601"/>
                  <a:pt x="85939" y="142601"/>
                </a:cubicBezTo>
                <a:cubicBezTo>
                  <a:pt x="85487" y="142601"/>
                  <a:pt x="85118" y="142982"/>
                  <a:pt x="85118" y="143423"/>
                </a:cubicBezTo>
                <a:cubicBezTo>
                  <a:pt x="85118" y="143875"/>
                  <a:pt x="85487" y="144244"/>
                  <a:pt x="85939" y="144244"/>
                </a:cubicBezTo>
                <a:cubicBezTo>
                  <a:pt x="86380" y="144244"/>
                  <a:pt x="86749" y="143875"/>
                  <a:pt x="86749" y="143423"/>
                </a:cubicBezTo>
                <a:cubicBezTo>
                  <a:pt x="86749" y="143244"/>
                  <a:pt x="86690" y="143077"/>
                  <a:pt x="86606" y="142958"/>
                </a:cubicBezTo>
                <a:lnTo>
                  <a:pt x="94714" y="134826"/>
                </a:lnTo>
                <a:lnTo>
                  <a:pt x="94714" y="90476"/>
                </a:lnTo>
                <a:lnTo>
                  <a:pt x="91416" y="87177"/>
                </a:lnTo>
                <a:lnTo>
                  <a:pt x="91416" y="81653"/>
                </a:lnTo>
                <a:lnTo>
                  <a:pt x="77081" y="67354"/>
                </a:lnTo>
                <a:lnTo>
                  <a:pt x="77081" y="45780"/>
                </a:lnTo>
                <a:close/>
                <a:moveTo>
                  <a:pt x="50887" y="104644"/>
                </a:moveTo>
                <a:cubicBezTo>
                  <a:pt x="50435" y="104644"/>
                  <a:pt x="50066" y="105013"/>
                  <a:pt x="50066" y="105454"/>
                </a:cubicBezTo>
                <a:cubicBezTo>
                  <a:pt x="50066" y="105858"/>
                  <a:pt x="50364" y="106192"/>
                  <a:pt x="50733" y="106263"/>
                </a:cubicBezTo>
                <a:lnTo>
                  <a:pt x="50733" y="109418"/>
                </a:lnTo>
                <a:lnTo>
                  <a:pt x="41231" y="118967"/>
                </a:lnTo>
                <a:lnTo>
                  <a:pt x="41184" y="119015"/>
                </a:lnTo>
                <a:lnTo>
                  <a:pt x="41184" y="122872"/>
                </a:lnTo>
                <a:lnTo>
                  <a:pt x="33290" y="130802"/>
                </a:lnTo>
                <a:lnTo>
                  <a:pt x="33254" y="130850"/>
                </a:lnTo>
                <a:lnTo>
                  <a:pt x="33254" y="147518"/>
                </a:lnTo>
                <a:lnTo>
                  <a:pt x="33528" y="147518"/>
                </a:lnTo>
                <a:lnTo>
                  <a:pt x="33528" y="130957"/>
                </a:lnTo>
                <a:lnTo>
                  <a:pt x="41422" y="123015"/>
                </a:lnTo>
                <a:lnTo>
                  <a:pt x="41470" y="122980"/>
                </a:lnTo>
                <a:lnTo>
                  <a:pt x="41470" y="119134"/>
                </a:lnTo>
                <a:lnTo>
                  <a:pt x="50971" y="109585"/>
                </a:lnTo>
                <a:lnTo>
                  <a:pt x="51018" y="109537"/>
                </a:lnTo>
                <a:lnTo>
                  <a:pt x="51018" y="106263"/>
                </a:lnTo>
                <a:cubicBezTo>
                  <a:pt x="51423" y="106204"/>
                  <a:pt x="51709" y="105858"/>
                  <a:pt x="51709" y="105454"/>
                </a:cubicBezTo>
                <a:cubicBezTo>
                  <a:pt x="51709" y="105013"/>
                  <a:pt x="51328" y="104644"/>
                  <a:pt x="50887" y="104644"/>
                </a:cubicBezTo>
                <a:close/>
                <a:moveTo>
                  <a:pt x="50756" y="140005"/>
                </a:moveTo>
                <a:lnTo>
                  <a:pt x="50756" y="147685"/>
                </a:lnTo>
                <a:lnTo>
                  <a:pt x="51030" y="147685"/>
                </a:lnTo>
                <a:lnTo>
                  <a:pt x="51030" y="140005"/>
                </a:lnTo>
                <a:close/>
                <a:moveTo>
                  <a:pt x="88928" y="45327"/>
                </a:moveTo>
                <a:cubicBezTo>
                  <a:pt x="88475" y="45327"/>
                  <a:pt x="88106" y="45708"/>
                  <a:pt x="88106" y="46149"/>
                </a:cubicBezTo>
                <a:cubicBezTo>
                  <a:pt x="88106" y="46553"/>
                  <a:pt x="88404" y="46875"/>
                  <a:pt x="88773" y="46958"/>
                </a:cubicBezTo>
                <a:lnTo>
                  <a:pt x="88773" y="63698"/>
                </a:lnTo>
                <a:lnTo>
                  <a:pt x="103108" y="77998"/>
                </a:lnTo>
                <a:lnTo>
                  <a:pt x="103108" y="83522"/>
                </a:lnTo>
                <a:lnTo>
                  <a:pt x="106418" y="86808"/>
                </a:lnTo>
                <a:lnTo>
                  <a:pt x="106418" y="135183"/>
                </a:lnTo>
                <a:lnTo>
                  <a:pt x="103644" y="137958"/>
                </a:lnTo>
                <a:lnTo>
                  <a:pt x="103644" y="147887"/>
                </a:lnTo>
                <a:lnTo>
                  <a:pt x="103930" y="147887"/>
                </a:lnTo>
                <a:lnTo>
                  <a:pt x="103930" y="138065"/>
                </a:lnTo>
                <a:lnTo>
                  <a:pt x="106716" y="135302"/>
                </a:lnTo>
                <a:lnTo>
                  <a:pt x="106716" y="86689"/>
                </a:lnTo>
                <a:lnTo>
                  <a:pt x="103406" y="83403"/>
                </a:lnTo>
                <a:lnTo>
                  <a:pt x="103406" y="77879"/>
                </a:lnTo>
                <a:lnTo>
                  <a:pt x="89071" y="63579"/>
                </a:lnTo>
                <a:lnTo>
                  <a:pt x="89071" y="46958"/>
                </a:lnTo>
                <a:cubicBezTo>
                  <a:pt x="89464" y="46875"/>
                  <a:pt x="89749" y="46553"/>
                  <a:pt x="89749" y="46149"/>
                </a:cubicBezTo>
                <a:cubicBezTo>
                  <a:pt x="89749" y="45708"/>
                  <a:pt x="89368" y="45327"/>
                  <a:pt x="88928" y="45327"/>
                </a:cubicBezTo>
                <a:close/>
                <a:moveTo>
                  <a:pt x="86678" y="43101"/>
                </a:moveTo>
                <a:cubicBezTo>
                  <a:pt x="86237" y="43101"/>
                  <a:pt x="85856" y="43470"/>
                  <a:pt x="85856" y="43922"/>
                </a:cubicBezTo>
                <a:cubicBezTo>
                  <a:pt x="85856" y="44315"/>
                  <a:pt x="86154" y="44648"/>
                  <a:pt x="86535" y="44720"/>
                </a:cubicBezTo>
                <a:lnTo>
                  <a:pt x="86535" y="64425"/>
                </a:lnTo>
                <a:lnTo>
                  <a:pt x="100858" y="78724"/>
                </a:lnTo>
                <a:lnTo>
                  <a:pt x="100858" y="84249"/>
                </a:lnTo>
                <a:lnTo>
                  <a:pt x="104168" y="87535"/>
                </a:lnTo>
                <a:lnTo>
                  <a:pt x="104168" y="134481"/>
                </a:lnTo>
                <a:lnTo>
                  <a:pt x="101394" y="137267"/>
                </a:lnTo>
                <a:lnTo>
                  <a:pt x="101394" y="147899"/>
                </a:lnTo>
                <a:lnTo>
                  <a:pt x="101679" y="147899"/>
                </a:lnTo>
                <a:lnTo>
                  <a:pt x="101679" y="137386"/>
                </a:lnTo>
                <a:lnTo>
                  <a:pt x="104454" y="134600"/>
                </a:lnTo>
                <a:lnTo>
                  <a:pt x="104454" y="87416"/>
                </a:lnTo>
                <a:lnTo>
                  <a:pt x="101144" y="84130"/>
                </a:lnTo>
                <a:lnTo>
                  <a:pt x="101144" y="78605"/>
                </a:lnTo>
                <a:lnTo>
                  <a:pt x="86809" y="64306"/>
                </a:lnTo>
                <a:lnTo>
                  <a:pt x="86809" y="44720"/>
                </a:lnTo>
                <a:cubicBezTo>
                  <a:pt x="87201" y="44648"/>
                  <a:pt x="87499" y="44315"/>
                  <a:pt x="87499" y="43922"/>
                </a:cubicBezTo>
                <a:cubicBezTo>
                  <a:pt x="87499" y="43470"/>
                  <a:pt x="87130" y="43101"/>
                  <a:pt x="86678" y="43101"/>
                </a:cubicBezTo>
                <a:close/>
                <a:moveTo>
                  <a:pt x="36814" y="117276"/>
                </a:moveTo>
                <a:lnTo>
                  <a:pt x="36814" y="118396"/>
                </a:lnTo>
                <a:lnTo>
                  <a:pt x="27206" y="128052"/>
                </a:lnTo>
                <a:lnTo>
                  <a:pt x="27158" y="128099"/>
                </a:lnTo>
                <a:lnTo>
                  <a:pt x="27158" y="142994"/>
                </a:lnTo>
                <a:lnTo>
                  <a:pt x="32266" y="148054"/>
                </a:lnTo>
                <a:lnTo>
                  <a:pt x="32457" y="147840"/>
                </a:lnTo>
                <a:lnTo>
                  <a:pt x="27444" y="142863"/>
                </a:lnTo>
                <a:lnTo>
                  <a:pt x="27444" y="128218"/>
                </a:lnTo>
                <a:lnTo>
                  <a:pt x="37052" y="118550"/>
                </a:lnTo>
                <a:lnTo>
                  <a:pt x="37100" y="118515"/>
                </a:lnTo>
                <a:lnTo>
                  <a:pt x="37100" y="117276"/>
                </a:lnTo>
                <a:close/>
                <a:moveTo>
                  <a:pt x="108918" y="66699"/>
                </a:moveTo>
                <a:lnTo>
                  <a:pt x="108716" y="66901"/>
                </a:lnTo>
                <a:lnTo>
                  <a:pt x="119408" y="77557"/>
                </a:lnTo>
                <a:lnTo>
                  <a:pt x="119408" y="125396"/>
                </a:lnTo>
                <a:lnTo>
                  <a:pt x="142101" y="148066"/>
                </a:lnTo>
                <a:lnTo>
                  <a:pt x="142292" y="147864"/>
                </a:lnTo>
                <a:lnTo>
                  <a:pt x="119670" y="125277"/>
                </a:lnTo>
                <a:lnTo>
                  <a:pt x="119670" y="77450"/>
                </a:lnTo>
                <a:lnTo>
                  <a:pt x="108918" y="66699"/>
                </a:lnTo>
                <a:close/>
                <a:moveTo>
                  <a:pt x="56055" y="126563"/>
                </a:moveTo>
                <a:cubicBezTo>
                  <a:pt x="55602" y="126563"/>
                  <a:pt x="55233" y="126932"/>
                  <a:pt x="55233" y="127385"/>
                </a:cubicBezTo>
                <a:cubicBezTo>
                  <a:pt x="55233" y="127778"/>
                  <a:pt x="55531" y="128111"/>
                  <a:pt x="55900" y="128183"/>
                </a:cubicBezTo>
                <a:lnTo>
                  <a:pt x="55900" y="148161"/>
                </a:lnTo>
                <a:lnTo>
                  <a:pt x="56186" y="148161"/>
                </a:lnTo>
                <a:lnTo>
                  <a:pt x="56186" y="128183"/>
                </a:lnTo>
                <a:cubicBezTo>
                  <a:pt x="56591" y="128123"/>
                  <a:pt x="56864" y="127778"/>
                  <a:pt x="56864" y="127385"/>
                </a:cubicBezTo>
                <a:cubicBezTo>
                  <a:pt x="56864" y="126932"/>
                  <a:pt x="56495" y="126563"/>
                  <a:pt x="56055" y="126563"/>
                </a:cubicBezTo>
                <a:close/>
                <a:moveTo>
                  <a:pt x="53804" y="124325"/>
                </a:moveTo>
                <a:cubicBezTo>
                  <a:pt x="53352" y="124325"/>
                  <a:pt x="52983" y="124706"/>
                  <a:pt x="52983" y="125146"/>
                </a:cubicBezTo>
                <a:cubicBezTo>
                  <a:pt x="52983" y="125551"/>
                  <a:pt x="53281" y="125873"/>
                  <a:pt x="53650" y="125956"/>
                </a:cubicBezTo>
                <a:lnTo>
                  <a:pt x="53650" y="148173"/>
                </a:lnTo>
                <a:lnTo>
                  <a:pt x="53935" y="148173"/>
                </a:lnTo>
                <a:lnTo>
                  <a:pt x="53935" y="125956"/>
                </a:lnTo>
                <a:cubicBezTo>
                  <a:pt x="54328" y="125873"/>
                  <a:pt x="54626" y="125551"/>
                  <a:pt x="54626" y="125146"/>
                </a:cubicBezTo>
                <a:cubicBezTo>
                  <a:pt x="54626" y="124706"/>
                  <a:pt x="54245" y="124325"/>
                  <a:pt x="53804" y="124325"/>
                </a:cubicBezTo>
                <a:close/>
                <a:moveTo>
                  <a:pt x="58293" y="128814"/>
                </a:moveTo>
                <a:cubicBezTo>
                  <a:pt x="57853" y="128814"/>
                  <a:pt x="57483" y="129183"/>
                  <a:pt x="57483" y="129623"/>
                </a:cubicBezTo>
                <a:cubicBezTo>
                  <a:pt x="57495" y="130028"/>
                  <a:pt x="57793" y="130361"/>
                  <a:pt x="58162" y="130433"/>
                </a:cubicBezTo>
                <a:lnTo>
                  <a:pt x="58162" y="148173"/>
                </a:lnTo>
                <a:lnTo>
                  <a:pt x="58448" y="148173"/>
                </a:lnTo>
                <a:lnTo>
                  <a:pt x="58448" y="130433"/>
                </a:lnTo>
                <a:cubicBezTo>
                  <a:pt x="58829" y="130361"/>
                  <a:pt x="59115" y="130028"/>
                  <a:pt x="59115" y="129623"/>
                </a:cubicBezTo>
                <a:cubicBezTo>
                  <a:pt x="59115" y="129183"/>
                  <a:pt x="58746" y="128814"/>
                  <a:pt x="58293" y="128814"/>
                </a:cubicBezTo>
                <a:close/>
                <a:moveTo>
                  <a:pt x="55281" y="98691"/>
                </a:moveTo>
                <a:cubicBezTo>
                  <a:pt x="54757" y="98691"/>
                  <a:pt x="54328" y="99119"/>
                  <a:pt x="54328" y="99643"/>
                </a:cubicBezTo>
                <a:cubicBezTo>
                  <a:pt x="54328" y="99953"/>
                  <a:pt x="54471" y="100215"/>
                  <a:pt x="54709" y="100393"/>
                </a:cubicBezTo>
                <a:lnTo>
                  <a:pt x="54709" y="120455"/>
                </a:lnTo>
                <a:lnTo>
                  <a:pt x="61258" y="126968"/>
                </a:lnTo>
                <a:lnTo>
                  <a:pt x="61258" y="148173"/>
                </a:lnTo>
                <a:lnTo>
                  <a:pt x="62389" y="148173"/>
                </a:lnTo>
                <a:lnTo>
                  <a:pt x="62389" y="126468"/>
                </a:lnTo>
                <a:lnTo>
                  <a:pt x="55840" y="119967"/>
                </a:lnTo>
                <a:lnTo>
                  <a:pt x="55840" y="100393"/>
                </a:lnTo>
                <a:cubicBezTo>
                  <a:pt x="56079" y="100215"/>
                  <a:pt x="56233" y="99953"/>
                  <a:pt x="56233" y="99643"/>
                </a:cubicBezTo>
                <a:cubicBezTo>
                  <a:pt x="56233" y="99119"/>
                  <a:pt x="55793" y="98691"/>
                  <a:pt x="55281" y="98691"/>
                </a:cubicBezTo>
                <a:close/>
                <a:moveTo>
                  <a:pt x="50887" y="111669"/>
                </a:moveTo>
                <a:cubicBezTo>
                  <a:pt x="50435" y="111669"/>
                  <a:pt x="50066" y="112038"/>
                  <a:pt x="50066" y="112478"/>
                </a:cubicBezTo>
                <a:cubicBezTo>
                  <a:pt x="50066" y="112645"/>
                  <a:pt x="50114" y="112812"/>
                  <a:pt x="50197" y="112931"/>
                </a:cubicBezTo>
                <a:cubicBezTo>
                  <a:pt x="43613" y="119551"/>
                  <a:pt x="43494" y="119670"/>
                  <a:pt x="43470" y="119670"/>
                </a:cubicBezTo>
                <a:lnTo>
                  <a:pt x="43458" y="119729"/>
                </a:lnTo>
                <a:lnTo>
                  <a:pt x="43458" y="123587"/>
                </a:lnTo>
                <a:lnTo>
                  <a:pt x="35576" y="131516"/>
                </a:lnTo>
                <a:lnTo>
                  <a:pt x="35528" y="131564"/>
                </a:lnTo>
                <a:lnTo>
                  <a:pt x="35528" y="148233"/>
                </a:lnTo>
                <a:lnTo>
                  <a:pt x="35790" y="148233"/>
                </a:lnTo>
                <a:lnTo>
                  <a:pt x="35790" y="148221"/>
                </a:lnTo>
                <a:lnTo>
                  <a:pt x="35790" y="131671"/>
                </a:lnTo>
                <a:lnTo>
                  <a:pt x="43684" y="123730"/>
                </a:lnTo>
                <a:lnTo>
                  <a:pt x="43732" y="123694"/>
                </a:lnTo>
                <a:lnTo>
                  <a:pt x="43732" y="119824"/>
                </a:lnTo>
                <a:cubicBezTo>
                  <a:pt x="43863" y="119705"/>
                  <a:pt x="44113" y="119467"/>
                  <a:pt x="44565" y="119003"/>
                </a:cubicBezTo>
                <a:lnTo>
                  <a:pt x="50411" y="113133"/>
                </a:lnTo>
                <a:cubicBezTo>
                  <a:pt x="50542" y="113240"/>
                  <a:pt x="50709" y="113300"/>
                  <a:pt x="50887" y="113300"/>
                </a:cubicBezTo>
                <a:cubicBezTo>
                  <a:pt x="51328" y="113300"/>
                  <a:pt x="51709" y="112931"/>
                  <a:pt x="51709" y="112478"/>
                </a:cubicBezTo>
                <a:cubicBezTo>
                  <a:pt x="51709" y="112038"/>
                  <a:pt x="51328" y="111669"/>
                  <a:pt x="50887" y="111669"/>
                </a:cubicBezTo>
                <a:close/>
                <a:moveTo>
                  <a:pt x="43041" y="134064"/>
                </a:moveTo>
                <a:cubicBezTo>
                  <a:pt x="42505" y="134076"/>
                  <a:pt x="42077" y="134505"/>
                  <a:pt x="42077" y="135029"/>
                </a:cubicBezTo>
                <a:cubicBezTo>
                  <a:pt x="42077" y="135338"/>
                  <a:pt x="42220" y="135612"/>
                  <a:pt x="42458" y="135791"/>
                </a:cubicBezTo>
                <a:lnTo>
                  <a:pt x="42458" y="143601"/>
                </a:lnTo>
                <a:lnTo>
                  <a:pt x="47256" y="148352"/>
                </a:lnTo>
                <a:lnTo>
                  <a:pt x="48054" y="147542"/>
                </a:lnTo>
                <a:lnTo>
                  <a:pt x="43613" y="143125"/>
                </a:lnTo>
                <a:lnTo>
                  <a:pt x="43613" y="135779"/>
                </a:lnTo>
                <a:cubicBezTo>
                  <a:pt x="43851" y="135588"/>
                  <a:pt x="43994" y="135326"/>
                  <a:pt x="43994" y="135017"/>
                </a:cubicBezTo>
                <a:cubicBezTo>
                  <a:pt x="43994" y="134493"/>
                  <a:pt x="43565" y="134064"/>
                  <a:pt x="43041" y="134064"/>
                </a:cubicBezTo>
                <a:close/>
                <a:moveTo>
                  <a:pt x="84415" y="40862"/>
                </a:moveTo>
                <a:cubicBezTo>
                  <a:pt x="83975" y="40862"/>
                  <a:pt x="83594" y="41243"/>
                  <a:pt x="83594" y="41684"/>
                </a:cubicBezTo>
                <a:cubicBezTo>
                  <a:pt x="83594" y="42089"/>
                  <a:pt x="83892" y="42410"/>
                  <a:pt x="84273" y="42493"/>
                </a:cubicBezTo>
                <a:lnTo>
                  <a:pt x="84273" y="65139"/>
                </a:lnTo>
                <a:lnTo>
                  <a:pt x="98596" y="79438"/>
                </a:lnTo>
                <a:lnTo>
                  <a:pt x="98596" y="84963"/>
                </a:lnTo>
                <a:lnTo>
                  <a:pt x="101906" y="88249"/>
                </a:lnTo>
                <a:lnTo>
                  <a:pt x="101906" y="133778"/>
                </a:lnTo>
                <a:lnTo>
                  <a:pt x="99132" y="136565"/>
                </a:lnTo>
                <a:lnTo>
                  <a:pt x="99132" y="148637"/>
                </a:lnTo>
                <a:lnTo>
                  <a:pt x="99417" y="148637"/>
                </a:lnTo>
                <a:lnTo>
                  <a:pt x="99417" y="136684"/>
                </a:lnTo>
                <a:lnTo>
                  <a:pt x="102191" y="133898"/>
                </a:lnTo>
                <a:lnTo>
                  <a:pt x="102191" y="88118"/>
                </a:lnTo>
                <a:lnTo>
                  <a:pt x="98882" y="84832"/>
                </a:lnTo>
                <a:lnTo>
                  <a:pt x="98882" y="79307"/>
                </a:lnTo>
                <a:lnTo>
                  <a:pt x="84546" y="65008"/>
                </a:lnTo>
                <a:lnTo>
                  <a:pt x="84546" y="42470"/>
                </a:lnTo>
                <a:cubicBezTo>
                  <a:pt x="84951" y="42410"/>
                  <a:pt x="85237" y="42089"/>
                  <a:pt x="85237" y="41684"/>
                </a:cubicBezTo>
                <a:cubicBezTo>
                  <a:pt x="85237" y="41243"/>
                  <a:pt x="84868" y="40862"/>
                  <a:pt x="84415" y="40862"/>
                </a:cubicBezTo>
                <a:close/>
                <a:moveTo>
                  <a:pt x="105442" y="65627"/>
                </a:moveTo>
                <a:cubicBezTo>
                  <a:pt x="105001" y="65627"/>
                  <a:pt x="104632" y="66008"/>
                  <a:pt x="104632" y="66449"/>
                </a:cubicBezTo>
                <a:cubicBezTo>
                  <a:pt x="104632" y="66901"/>
                  <a:pt x="105001" y="67270"/>
                  <a:pt x="105442" y="67270"/>
                </a:cubicBezTo>
                <a:cubicBezTo>
                  <a:pt x="105620" y="67270"/>
                  <a:pt x="105787" y="67211"/>
                  <a:pt x="105906" y="67116"/>
                </a:cubicBezTo>
                <a:lnTo>
                  <a:pt x="117146" y="78319"/>
                </a:lnTo>
                <a:lnTo>
                  <a:pt x="117146" y="126135"/>
                </a:lnTo>
                <a:lnTo>
                  <a:pt x="139839" y="148792"/>
                </a:lnTo>
                <a:lnTo>
                  <a:pt x="140030" y="148590"/>
                </a:lnTo>
                <a:lnTo>
                  <a:pt x="117408" y="126016"/>
                </a:lnTo>
                <a:lnTo>
                  <a:pt x="117408" y="78188"/>
                </a:lnTo>
                <a:lnTo>
                  <a:pt x="106097" y="66913"/>
                </a:lnTo>
                <a:cubicBezTo>
                  <a:pt x="106192" y="66782"/>
                  <a:pt x="106251" y="66615"/>
                  <a:pt x="106251" y="66449"/>
                </a:cubicBezTo>
                <a:cubicBezTo>
                  <a:pt x="106251" y="65984"/>
                  <a:pt x="105894" y="65627"/>
                  <a:pt x="105442" y="65627"/>
                </a:cubicBezTo>
                <a:close/>
                <a:moveTo>
                  <a:pt x="50887" y="114621"/>
                </a:moveTo>
                <a:cubicBezTo>
                  <a:pt x="50435" y="114621"/>
                  <a:pt x="50066" y="115002"/>
                  <a:pt x="50066" y="115443"/>
                </a:cubicBezTo>
                <a:cubicBezTo>
                  <a:pt x="50066" y="115610"/>
                  <a:pt x="50114" y="115776"/>
                  <a:pt x="50197" y="115895"/>
                </a:cubicBezTo>
                <a:lnTo>
                  <a:pt x="45696" y="120420"/>
                </a:lnTo>
                <a:lnTo>
                  <a:pt x="45696" y="124265"/>
                </a:lnTo>
                <a:lnTo>
                  <a:pt x="37802" y="132207"/>
                </a:lnTo>
                <a:lnTo>
                  <a:pt x="37755" y="132243"/>
                </a:lnTo>
                <a:lnTo>
                  <a:pt x="37755" y="148911"/>
                </a:lnTo>
                <a:lnTo>
                  <a:pt x="38052" y="148911"/>
                </a:lnTo>
                <a:lnTo>
                  <a:pt x="38052" y="132362"/>
                </a:lnTo>
                <a:lnTo>
                  <a:pt x="45946" y="124432"/>
                </a:lnTo>
                <a:lnTo>
                  <a:pt x="45994" y="124384"/>
                </a:lnTo>
                <a:lnTo>
                  <a:pt x="45994" y="120539"/>
                </a:lnTo>
                <a:lnTo>
                  <a:pt x="50411" y="116098"/>
                </a:lnTo>
                <a:cubicBezTo>
                  <a:pt x="50542" y="116205"/>
                  <a:pt x="50709" y="116264"/>
                  <a:pt x="50887" y="116264"/>
                </a:cubicBezTo>
                <a:cubicBezTo>
                  <a:pt x="51328" y="116264"/>
                  <a:pt x="51709" y="115895"/>
                  <a:pt x="51709" y="115443"/>
                </a:cubicBezTo>
                <a:cubicBezTo>
                  <a:pt x="51709" y="115002"/>
                  <a:pt x="51328" y="114621"/>
                  <a:pt x="50887" y="114621"/>
                </a:cubicBezTo>
                <a:close/>
                <a:moveTo>
                  <a:pt x="82034" y="47804"/>
                </a:moveTo>
                <a:lnTo>
                  <a:pt x="82034" y="65842"/>
                </a:lnTo>
                <a:lnTo>
                  <a:pt x="96369" y="80141"/>
                </a:lnTo>
                <a:lnTo>
                  <a:pt x="96369" y="85665"/>
                </a:lnTo>
                <a:lnTo>
                  <a:pt x="99667" y="88952"/>
                </a:lnTo>
                <a:lnTo>
                  <a:pt x="99667" y="133052"/>
                </a:lnTo>
                <a:lnTo>
                  <a:pt x="96905" y="135838"/>
                </a:lnTo>
                <a:lnTo>
                  <a:pt x="96905" y="149316"/>
                </a:lnTo>
                <a:lnTo>
                  <a:pt x="97191" y="149316"/>
                </a:lnTo>
                <a:lnTo>
                  <a:pt x="97191" y="135957"/>
                </a:lnTo>
                <a:lnTo>
                  <a:pt x="99953" y="133171"/>
                </a:lnTo>
                <a:lnTo>
                  <a:pt x="99953" y="88832"/>
                </a:lnTo>
                <a:lnTo>
                  <a:pt x="96643" y="85546"/>
                </a:lnTo>
                <a:lnTo>
                  <a:pt x="96643" y="80022"/>
                </a:lnTo>
                <a:lnTo>
                  <a:pt x="82320" y="65722"/>
                </a:lnTo>
                <a:lnTo>
                  <a:pt x="82320" y="47804"/>
                </a:lnTo>
                <a:close/>
                <a:moveTo>
                  <a:pt x="70437" y="108942"/>
                </a:moveTo>
                <a:cubicBezTo>
                  <a:pt x="69997" y="108942"/>
                  <a:pt x="69628" y="109311"/>
                  <a:pt x="69628" y="109764"/>
                </a:cubicBezTo>
                <a:cubicBezTo>
                  <a:pt x="69628" y="110157"/>
                  <a:pt x="69926" y="110490"/>
                  <a:pt x="70295" y="110561"/>
                </a:cubicBezTo>
                <a:lnTo>
                  <a:pt x="70295" y="116526"/>
                </a:lnTo>
                <a:lnTo>
                  <a:pt x="73593" y="119824"/>
                </a:lnTo>
                <a:lnTo>
                  <a:pt x="73593" y="149328"/>
                </a:lnTo>
                <a:lnTo>
                  <a:pt x="73878" y="149328"/>
                </a:lnTo>
                <a:lnTo>
                  <a:pt x="73878" y="119681"/>
                </a:lnTo>
                <a:lnTo>
                  <a:pt x="70592" y="116407"/>
                </a:lnTo>
                <a:lnTo>
                  <a:pt x="70592" y="110561"/>
                </a:lnTo>
                <a:cubicBezTo>
                  <a:pt x="70973" y="110490"/>
                  <a:pt x="71259" y="110157"/>
                  <a:pt x="71259" y="109764"/>
                </a:cubicBezTo>
                <a:cubicBezTo>
                  <a:pt x="71259" y="109311"/>
                  <a:pt x="70890" y="108942"/>
                  <a:pt x="70437" y="108942"/>
                </a:cubicBezTo>
                <a:close/>
                <a:moveTo>
                  <a:pt x="65937" y="104406"/>
                </a:moveTo>
                <a:cubicBezTo>
                  <a:pt x="65484" y="104406"/>
                  <a:pt x="65115" y="104775"/>
                  <a:pt x="65115" y="105215"/>
                </a:cubicBezTo>
                <a:cubicBezTo>
                  <a:pt x="65115" y="105620"/>
                  <a:pt x="65413" y="105954"/>
                  <a:pt x="65782" y="106025"/>
                </a:cubicBezTo>
                <a:lnTo>
                  <a:pt x="65782" y="123372"/>
                </a:lnTo>
                <a:lnTo>
                  <a:pt x="69104" y="126670"/>
                </a:lnTo>
                <a:lnTo>
                  <a:pt x="69104" y="149376"/>
                </a:lnTo>
                <a:lnTo>
                  <a:pt x="69390" y="149376"/>
                </a:lnTo>
                <a:lnTo>
                  <a:pt x="69390" y="126551"/>
                </a:lnTo>
                <a:lnTo>
                  <a:pt x="66080" y="123253"/>
                </a:lnTo>
                <a:lnTo>
                  <a:pt x="66080" y="106025"/>
                </a:lnTo>
                <a:cubicBezTo>
                  <a:pt x="66473" y="105954"/>
                  <a:pt x="66747" y="105620"/>
                  <a:pt x="66747" y="105215"/>
                </a:cubicBezTo>
                <a:cubicBezTo>
                  <a:pt x="66747" y="104775"/>
                  <a:pt x="66377" y="104406"/>
                  <a:pt x="65937" y="104406"/>
                </a:cubicBezTo>
                <a:close/>
                <a:moveTo>
                  <a:pt x="68175" y="106680"/>
                </a:moveTo>
                <a:cubicBezTo>
                  <a:pt x="67735" y="106680"/>
                  <a:pt x="67366" y="107049"/>
                  <a:pt x="67366" y="107501"/>
                </a:cubicBezTo>
                <a:cubicBezTo>
                  <a:pt x="67366" y="107894"/>
                  <a:pt x="67663" y="108228"/>
                  <a:pt x="68032" y="108299"/>
                </a:cubicBezTo>
                <a:lnTo>
                  <a:pt x="68032" y="122682"/>
                </a:lnTo>
                <a:lnTo>
                  <a:pt x="71330" y="125968"/>
                </a:lnTo>
                <a:lnTo>
                  <a:pt x="71330" y="149376"/>
                </a:lnTo>
                <a:lnTo>
                  <a:pt x="71616" y="149376"/>
                </a:lnTo>
                <a:lnTo>
                  <a:pt x="71616" y="125837"/>
                </a:lnTo>
                <a:lnTo>
                  <a:pt x="68330" y="122563"/>
                </a:lnTo>
                <a:lnTo>
                  <a:pt x="68330" y="108299"/>
                </a:lnTo>
                <a:cubicBezTo>
                  <a:pt x="68711" y="108228"/>
                  <a:pt x="68997" y="107894"/>
                  <a:pt x="68997" y="107501"/>
                </a:cubicBezTo>
                <a:cubicBezTo>
                  <a:pt x="68997" y="107049"/>
                  <a:pt x="68628" y="106680"/>
                  <a:pt x="68175" y="106680"/>
                </a:cubicBezTo>
                <a:close/>
                <a:moveTo>
                  <a:pt x="102501" y="65615"/>
                </a:moveTo>
                <a:cubicBezTo>
                  <a:pt x="102049" y="65615"/>
                  <a:pt x="101679" y="65984"/>
                  <a:pt x="101679" y="66437"/>
                </a:cubicBezTo>
                <a:cubicBezTo>
                  <a:pt x="101679" y="66877"/>
                  <a:pt x="102049" y="67258"/>
                  <a:pt x="102501" y="67258"/>
                </a:cubicBezTo>
                <a:cubicBezTo>
                  <a:pt x="102680" y="67258"/>
                  <a:pt x="102846" y="67199"/>
                  <a:pt x="102965" y="67104"/>
                </a:cubicBezTo>
                <a:lnTo>
                  <a:pt x="114872" y="78974"/>
                </a:lnTo>
                <a:lnTo>
                  <a:pt x="114872" y="126825"/>
                </a:lnTo>
                <a:lnTo>
                  <a:pt x="114884" y="126825"/>
                </a:lnTo>
                <a:lnTo>
                  <a:pt x="137529" y="149447"/>
                </a:lnTo>
                <a:lnTo>
                  <a:pt x="137732" y="149245"/>
                </a:lnTo>
                <a:lnTo>
                  <a:pt x="115145" y="126706"/>
                </a:lnTo>
                <a:lnTo>
                  <a:pt x="115145" y="78867"/>
                </a:lnTo>
                <a:lnTo>
                  <a:pt x="103168" y="66901"/>
                </a:lnTo>
                <a:cubicBezTo>
                  <a:pt x="103263" y="66758"/>
                  <a:pt x="103323" y="66604"/>
                  <a:pt x="103323" y="66437"/>
                </a:cubicBezTo>
                <a:cubicBezTo>
                  <a:pt x="103323" y="65984"/>
                  <a:pt x="102942" y="65615"/>
                  <a:pt x="102501" y="65615"/>
                </a:cubicBezTo>
                <a:close/>
                <a:moveTo>
                  <a:pt x="50887" y="117574"/>
                </a:moveTo>
                <a:cubicBezTo>
                  <a:pt x="50435" y="117574"/>
                  <a:pt x="50066" y="117943"/>
                  <a:pt x="50066" y="118396"/>
                </a:cubicBezTo>
                <a:cubicBezTo>
                  <a:pt x="50066" y="118574"/>
                  <a:pt x="50125" y="118729"/>
                  <a:pt x="50221" y="118848"/>
                </a:cubicBezTo>
                <a:lnTo>
                  <a:pt x="47958" y="121134"/>
                </a:lnTo>
                <a:lnTo>
                  <a:pt x="47958" y="124980"/>
                </a:lnTo>
                <a:lnTo>
                  <a:pt x="40065" y="132921"/>
                </a:lnTo>
                <a:lnTo>
                  <a:pt x="40017" y="132957"/>
                </a:lnTo>
                <a:lnTo>
                  <a:pt x="40017" y="149626"/>
                </a:lnTo>
                <a:lnTo>
                  <a:pt x="40303" y="149626"/>
                </a:lnTo>
                <a:lnTo>
                  <a:pt x="40303" y="133076"/>
                </a:lnTo>
                <a:lnTo>
                  <a:pt x="48197" y="125146"/>
                </a:lnTo>
                <a:lnTo>
                  <a:pt x="48232" y="125099"/>
                </a:lnTo>
                <a:lnTo>
                  <a:pt x="48232" y="121253"/>
                </a:lnTo>
                <a:lnTo>
                  <a:pt x="50423" y="119062"/>
                </a:lnTo>
                <a:cubicBezTo>
                  <a:pt x="50554" y="119146"/>
                  <a:pt x="50721" y="119205"/>
                  <a:pt x="50887" y="119205"/>
                </a:cubicBezTo>
                <a:cubicBezTo>
                  <a:pt x="51328" y="119205"/>
                  <a:pt x="51709" y="118836"/>
                  <a:pt x="51709" y="118396"/>
                </a:cubicBezTo>
                <a:cubicBezTo>
                  <a:pt x="51709" y="117943"/>
                  <a:pt x="51328" y="117574"/>
                  <a:pt x="50887" y="117574"/>
                </a:cubicBezTo>
                <a:close/>
                <a:moveTo>
                  <a:pt x="76938" y="69556"/>
                </a:moveTo>
                <a:cubicBezTo>
                  <a:pt x="76498" y="69556"/>
                  <a:pt x="76129" y="69937"/>
                  <a:pt x="76129" y="70378"/>
                </a:cubicBezTo>
                <a:cubicBezTo>
                  <a:pt x="76129" y="70830"/>
                  <a:pt x="76498" y="71199"/>
                  <a:pt x="76938" y="71199"/>
                </a:cubicBezTo>
                <a:cubicBezTo>
                  <a:pt x="77129" y="71199"/>
                  <a:pt x="77284" y="71140"/>
                  <a:pt x="77403" y="71045"/>
                </a:cubicBezTo>
                <a:lnTo>
                  <a:pt x="88868" y="82486"/>
                </a:lnTo>
                <a:lnTo>
                  <a:pt x="88868" y="88011"/>
                </a:lnTo>
                <a:lnTo>
                  <a:pt x="92166" y="91309"/>
                </a:lnTo>
                <a:lnTo>
                  <a:pt x="92166" y="133993"/>
                </a:lnTo>
                <a:lnTo>
                  <a:pt x="83534" y="142649"/>
                </a:lnTo>
                <a:lnTo>
                  <a:pt x="83534" y="150042"/>
                </a:lnTo>
                <a:lnTo>
                  <a:pt x="83820" y="150042"/>
                </a:lnTo>
                <a:lnTo>
                  <a:pt x="83820" y="142768"/>
                </a:lnTo>
                <a:lnTo>
                  <a:pt x="92464" y="134112"/>
                </a:lnTo>
                <a:lnTo>
                  <a:pt x="92464" y="91190"/>
                </a:lnTo>
                <a:lnTo>
                  <a:pt x="89166" y="87892"/>
                </a:lnTo>
                <a:lnTo>
                  <a:pt x="89166" y="82379"/>
                </a:lnTo>
                <a:lnTo>
                  <a:pt x="77617" y="70842"/>
                </a:lnTo>
                <a:cubicBezTo>
                  <a:pt x="77700" y="70711"/>
                  <a:pt x="77760" y="70545"/>
                  <a:pt x="77760" y="70378"/>
                </a:cubicBezTo>
                <a:cubicBezTo>
                  <a:pt x="77760" y="69937"/>
                  <a:pt x="77391" y="69556"/>
                  <a:pt x="76938" y="69556"/>
                </a:cubicBezTo>
                <a:close/>
                <a:moveTo>
                  <a:pt x="123301" y="88487"/>
                </a:moveTo>
                <a:cubicBezTo>
                  <a:pt x="122777" y="88487"/>
                  <a:pt x="122349" y="88928"/>
                  <a:pt x="122349" y="89440"/>
                </a:cubicBezTo>
                <a:cubicBezTo>
                  <a:pt x="122349" y="89761"/>
                  <a:pt x="122504" y="90023"/>
                  <a:pt x="122742" y="90202"/>
                </a:cubicBezTo>
                <a:lnTo>
                  <a:pt x="122742" y="124408"/>
                </a:lnTo>
                <a:lnTo>
                  <a:pt x="149674" y="150447"/>
                </a:lnTo>
                <a:lnTo>
                  <a:pt x="150459" y="149626"/>
                </a:lnTo>
                <a:lnTo>
                  <a:pt x="123873" y="123932"/>
                </a:lnTo>
                <a:lnTo>
                  <a:pt x="123873" y="90202"/>
                </a:lnTo>
                <a:cubicBezTo>
                  <a:pt x="124111" y="90023"/>
                  <a:pt x="124254" y="89761"/>
                  <a:pt x="124254" y="89440"/>
                </a:cubicBezTo>
                <a:cubicBezTo>
                  <a:pt x="124254" y="88928"/>
                  <a:pt x="123825" y="88487"/>
                  <a:pt x="123301" y="88487"/>
                </a:cubicBezTo>
                <a:close/>
                <a:moveTo>
                  <a:pt x="94143" y="63687"/>
                </a:moveTo>
                <a:cubicBezTo>
                  <a:pt x="93631" y="63687"/>
                  <a:pt x="93190" y="64115"/>
                  <a:pt x="93190" y="64639"/>
                </a:cubicBezTo>
                <a:cubicBezTo>
                  <a:pt x="93190" y="65151"/>
                  <a:pt x="93631" y="65592"/>
                  <a:pt x="94143" y="65592"/>
                </a:cubicBezTo>
                <a:cubicBezTo>
                  <a:pt x="94190" y="65592"/>
                  <a:pt x="94238" y="65592"/>
                  <a:pt x="94286" y="65568"/>
                </a:cubicBezTo>
                <a:lnTo>
                  <a:pt x="109538" y="80712"/>
                </a:lnTo>
                <a:lnTo>
                  <a:pt x="109538" y="131564"/>
                </a:lnTo>
                <a:lnTo>
                  <a:pt x="109704" y="131731"/>
                </a:lnTo>
                <a:lnTo>
                  <a:pt x="121694" y="143637"/>
                </a:lnTo>
                <a:lnTo>
                  <a:pt x="128838" y="150721"/>
                </a:lnTo>
                <a:lnTo>
                  <a:pt x="129635" y="149923"/>
                </a:lnTo>
                <a:lnTo>
                  <a:pt x="121968" y="142327"/>
                </a:lnTo>
                <a:lnTo>
                  <a:pt x="110669" y="131100"/>
                </a:lnTo>
                <a:lnTo>
                  <a:pt x="110669" y="80248"/>
                </a:lnTo>
                <a:lnTo>
                  <a:pt x="95083" y="64770"/>
                </a:lnTo>
                <a:cubicBezTo>
                  <a:pt x="95083" y="64722"/>
                  <a:pt x="95095" y="64675"/>
                  <a:pt x="95095" y="64639"/>
                </a:cubicBezTo>
                <a:cubicBezTo>
                  <a:pt x="95095" y="64115"/>
                  <a:pt x="94667" y="63687"/>
                  <a:pt x="94143" y="63687"/>
                </a:cubicBezTo>
                <a:close/>
                <a:moveTo>
                  <a:pt x="73164" y="0"/>
                </a:moveTo>
                <a:cubicBezTo>
                  <a:pt x="72640" y="0"/>
                  <a:pt x="72212" y="429"/>
                  <a:pt x="72212" y="953"/>
                </a:cubicBezTo>
                <a:cubicBezTo>
                  <a:pt x="72212" y="1262"/>
                  <a:pt x="72366" y="1548"/>
                  <a:pt x="72604" y="1715"/>
                </a:cubicBezTo>
                <a:lnTo>
                  <a:pt x="72604" y="78129"/>
                </a:lnTo>
                <a:lnTo>
                  <a:pt x="77688" y="83189"/>
                </a:lnTo>
                <a:lnTo>
                  <a:pt x="77688" y="95845"/>
                </a:lnTo>
                <a:lnTo>
                  <a:pt x="84868" y="102977"/>
                </a:lnTo>
                <a:lnTo>
                  <a:pt x="84868" y="115502"/>
                </a:lnTo>
                <a:lnTo>
                  <a:pt x="80963" y="119420"/>
                </a:lnTo>
                <a:lnTo>
                  <a:pt x="80963" y="150983"/>
                </a:lnTo>
                <a:lnTo>
                  <a:pt x="82094" y="150983"/>
                </a:lnTo>
                <a:lnTo>
                  <a:pt x="82094" y="119884"/>
                </a:lnTo>
                <a:lnTo>
                  <a:pt x="85999" y="115955"/>
                </a:lnTo>
                <a:lnTo>
                  <a:pt x="85999" y="102477"/>
                </a:lnTo>
                <a:lnTo>
                  <a:pt x="78819" y="95357"/>
                </a:lnTo>
                <a:lnTo>
                  <a:pt x="78819" y="82701"/>
                </a:lnTo>
                <a:lnTo>
                  <a:pt x="73736" y="77653"/>
                </a:lnTo>
                <a:lnTo>
                  <a:pt x="73736" y="1715"/>
                </a:lnTo>
                <a:cubicBezTo>
                  <a:pt x="73974" y="1536"/>
                  <a:pt x="74117" y="1262"/>
                  <a:pt x="74117" y="953"/>
                </a:cubicBezTo>
                <a:cubicBezTo>
                  <a:pt x="74117" y="429"/>
                  <a:pt x="73688" y="0"/>
                  <a:pt x="73164" y="0"/>
                </a:cubicBezTo>
                <a:close/>
                <a:moveTo>
                  <a:pt x="55043" y="89309"/>
                </a:moveTo>
                <a:lnTo>
                  <a:pt x="34993" y="109525"/>
                </a:lnTo>
                <a:lnTo>
                  <a:pt x="30421" y="109525"/>
                </a:lnTo>
                <a:lnTo>
                  <a:pt x="19169" y="120860"/>
                </a:lnTo>
                <a:lnTo>
                  <a:pt x="19169" y="141256"/>
                </a:lnTo>
                <a:lnTo>
                  <a:pt x="30766" y="152769"/>
                </a:lnTo>
                <a:lnTo>
                  <a:pt x="31564" y="151959"/>
                </a:lnTo>
                <a:lnTo>
                  <a:pt x="20300" y="140791"/>
                </a:lnTo>
                <a:lnTo>
                  <a:pt x="20300" y="121325"/>
                </a:lnTo>
                <a:lnTo>
                  <a:pt x="30885" y="110657"/>
                </a:lnTo>
                <a:lnTo>
                  <a:pt x="35457" y="110657"/>
                </a:lnTo>
                <a:lnTo>
                  <a:pt x="55519" y="90440"/>
                </a:lnTo>
                <a:lnTo>
                  <a:pt x="59817" y="90440"/>
                </a:lnTo>
                <a:lnTo>
                  <a:pt x="62389" y="93000"/>
                </a:lnTo>
                <a:lnTo>
                  <a:pt x="62389" y="94726"/>
                </a:lnTo>
                <a:lnTo>
                  <a:pt x="77165" y="109383"/>
                </a:lnTo>
                <a:cubicBezTo>
                  <a:pt x="77165" y="109430"/>
                  <a:pt x="77153" y="109478"/>
                  <a:pt x="77153" y="109525"/>
                </a:cubicBezTo>
                <a:cubicBezTo>
                  <a:pt x="77153" y="110037"/>
                  <a:pt x="77581" y="110478"/>
                  <a:pt x="78105" y="110478"/>
                </a:cubicBezTo>
                <a:cubicBezTo>
                  <a:pt x="78629" y="110478"/>
                  <a:pt x="79058" y="110037"/>
                  <a:pt x="79058" y="109525"/>
                </a:cubicBezTo>
                <a:cubicBezTo>
                  <a:pt x="79058" y="109002"/>
                  <a:pt x="78629" y="108573"/>
                  <a:pt x="78105" y="108573"/>
                </a:cubicBezTo>
                <a:cubicBezTo>
                  <a:pt x="78057" y="108573"/>
                  <a:pt x="78010" y="108573"/>
                  <a:pt x="77974" y="108585"/>
                </a:cubicBezTo>
                <a:lnTo>
                  <a:pt x="63532" y="94250"/>
                </a:lnTo>
                <a:lnTo>
                  <a:pt x="63532" y="92511"/>
                </a:lnTo>
                <a:lnTo>
                  <a:pt x="60281" y="89309"/>
                </a:lnTo>
                <a:close/>
                <a:moveTo>
                  <a:pt x="10192" y="125504"/>
                </a:moveTo>
                <a:cubicBezTo>
                  <a:pt x="9751" y="125504"/>
                  <a:pt x="9382" y="125873"/>
                  <a:pt x="9382" y="126325"/>
                </a:cubicBezTo>
                <a:cubicBezTo>
                  <a:pt x="9382" y="126730"/>
                  <a:pt x="9680" y="127051"/>
                  <a:pt x="10049" y="127123"/>
                </a:cubicBezTo>
                <a:lnTo>
                  <a:pt x="10049" y="154936"/>
                </a:lnTo>
                <a:lnTo>
                  <a:pt x="10335" y="154936"/>
                </a:lnTo>
                <a:lnTo>
                  <a:pt x="10335" y="127123"/>
                </a:lnTo>
                <a:cubicBezTo>
                  <a:pt x="10728" y="127051"/>
                  <a:pt x="11013" y="126730"/>
                  <a:pt x="11013" y="126325"/>
                </a:cubicBezTo>
                <a:cubicBezTo>
                  <a:pt x="11013" y="125873"/>
                  <a:pt x="10644" y="125504"/>
                  <a:pt x="10192" y="125504"/>
                </a:cubicBezTo>
                <a:close/>
                <a:moveTo>
                  <a:pt x="12454" y="125504"/>
                </a:moveTo>
                <a:cubicBezTo>
                  <a:pt x="12014" y="125504"/>
                  <a:pt x="11644" y="125873"/>
                  <a:pt x="11644" y="126325"/>
                </a:cubicBezTo>
                <a:cubicBezTo>
                  <a:pt x="11644" y="126730"/>
                  <a:pt x="11942" y="127051"/>
                  <a:pt x="12311" y="127123"/>
                </a:cubicBezTo>
                <a:lnTo>
                  <a:pt x="12311" y="154936"/>
                </a:lnTo>
                <a:lnTo>
                  <a:pt x="12597" y="154936"/>
                </a:lnTo>
                <a:lnTo>
                  <a:pt x="12597" y="127123"/>
                </a:lnTo>
                <a:cubicBezTo>
                  <a:pt x="12978" y="127051"/>
                  <a:pt x="13276" y="126730"/>
                  <a:pt x="13276" y="126325"/>
                </a:cubicBezTo>
                <a:cubicBezTo>
                  <a:pt x="13276" y="125873"/>
                  <a:pt x="12906" y="125504"/>
                  <a:pt x="12454" y="125504"/>
                </a:cubicBezTo>
                <a:close/>
                <a:moveTo>
                  <a:pt x="14704" y="125504"/>
                </a:moveTo>
                <a:cubicBezTo>
                  <a:pt x="14252" y="125504"/>
                  <a:pt x="13883" y="125873"/>
                  <a:pt x="13883" y="126325"/>
                </a:cubicBezTo>
                <a:cubicBezTo>
                  <a:pt x="13883" y="126730"/>
                  <a:pt x="14180" y="127051"/>
                  <a:pt x="14550" y="127123"/>
                </a:cubicBezTo>
                <a:lnTo>
                  <a:pt x="14550" y="154948"/>
                </a:lnTo>
                <a:lnTo>
                  <a:pt x="14835" y="154948"/>
                </a:lnTo>
                <a:lnTo>
                  <a:pt x="14835" y="127123"/>
                </a:lnTo>
                <a:lnTo>
                  <a:pt x="14847" y="127123"/>
                </a:lnTo>
                <a:cubicBezTo>
                  <a:pt x="15240" y="127051"/>
                  <a:pt x="15526" y="126730"/>
                  <a:pt x="15526" y="126325"/>
                </a:cubicBezTo>
                <a:cubicBezTo>
                  <a:pt x="15526" y="125873"/>
                  <a:pt x="15145" y="125504"/>
                  <a:pt x="14704" y="125504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>
            <a:spLocks noGrp="1"/>
          </p:cNvSpPr>
          <p:nvPr>
            <p:ph type="title"/>
          </p:nvPr>
        </p:nvSpPr>
        <p:spPr>
          <a:xfrm>
            <a:off x="1768550" y="1307100"/>
            <a:ext cx="56070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 l="39171" r="5369"/>
          <a:stretch/>
        </p:blipFill>
        <p:spPr>
          <a:xfrm rot="10800000" flipH="1">
            <a:off x="7670188" y="0"/>
            <a:ext cx="3005225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8"/>
          <p:cNvPicPr preferRelativeResize="0"/>
          <p:nvPr/>
        </p:nvPicPr>
        <p:blipFill rotWithShape="1">
          <a:blip r:embed="rId2">
            <a:alphaModFix/>
          </a:blip>
          <a:srcRect l="39171" r="5369"/>
          <a:stretch/>
        </p:blipFill>
        <p:spPr>
          <a:xfrm flipH="1">
            <a:off x="-1531412" y="0"/>
            <a:ext cx="3005225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3"/>
          <p:cNvSpPr txBox="1">
            <a:spLocks noGrp="1"/>
          </p:cNvSpPr>
          <p:nvPr>
            <p:ph type="subTitle" idx="1"/>
          </p:nvPr>
        </p:nvSpPr>
        <p:spPr>
          <a:xfrm>
            <a:off x="5012625" y="2743300"/>
            <a:ext cx="2460900" cy="15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3"/>
          <p:cNvSpPr txBox="1">
            <a:spLocks noGrp="1"/>
          </p:cNvSpPr>
          <p:nvPr>
            <p:ph type="subTitle" idx="2"/>
          </p:nvPr>
        </p:nvSpPr>
        <p:spPr>
          <a:xfrm>
            <a:off x="1670450" y="2743300"/>
            <a:ext cx="2460900" cy="15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3"/>
          <p:cNvSpPr txBox="1">
            <a:spLocks noGrp="1"/>
          </p:cNvSpPr>
          <p:nvPr>
            <p:ph type="subTitle" idx="3"/>
          </p:nvPr>
        </p:nvSpPr>
        <p:spPr>
          <a:xfrm>
            <a:off x="1670450" y="2287087"/>
            <a:ext cx="2460900" cy="49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0" name="Google Shape;110;p23"/>
          <p:cNvSpPr txBox="1">
            <a:spLocks noGrp="1"/>
          </p:cNvSpPr>
          <p:nvPr>
            <p:ph type="subTitle" idx="4"/>
          </p:nvPr>
        </p:nvSpPr>
        <p:spPr>
          <a:xfrm>
            <a:off x="5012649" y="2287087"/>
            <a:ext cx="2460900" cy="49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pic>
        <p:nvPicPr>
          <p:cNvPr id="111" name="Google Shape;111;p23"/>
          <p:cNvPicPr preferRelativeResize="0"/>
          <p:nvPr/>
        </p:nvPicPr>
        <p:blipFill rotWithShape="1">
          <a:blip r:embed="rId2">
            <a:alphaModFix/>
          </a:blip>
          <a:srcRect t="61777"/>
          <a:stretch/>
        </p:blipFill>
        <p:spPr>
          <a:xfrm flipH="1">
            <a:off x="25" y="4878926"/>
            <a:ext cx="9144003" cy="264574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3"/>
          <p:cNvSpPr/>
          <p:nvPr/>
        </p:nvSpPr>
        <p:spPr>
          <a:xfrm rot="-5400000" flipH="1">
            <a:off x="7089950" y="-2601215"/>
            <a:ext cx="5397188" cy="5291862"/>
          </a:xfrm>
          <a:custGeom>
            <a:avLst/>
            <a:gdLst/>
            <a:ahLst/>
            <a:cxnLst/>
            <a:rect l="l" t="t" r="r" b="b"/>
            <a:pathLst>
              <a:path w="158032" h="154948" extrusionOk="0">
                <a:moveTo>
                  <a:pt x="68675" y="14585"/>
                </a:moveTo>
                <a:cubicBezTo>
                  <a:pt x="68973" y="14585"/>
                  <a:pt x="69211" y="14823"/>
                  <a:pt x="69211" y="15121"/>
                </a:cubicBezTo>
                <a:cubicBezTo>
                  <a:pt x="69211" y="15419"/>
                  <a:pt x="68973" y="15657"/>
                  <a:pt x="68675" y="15657"/>
                </a:cubicBezTo>
                <a:cubicBezTo>
                  <a:pt x="68378" y="15645"/>
                  <a:pt x="68140" y="15407"/>
                  <a:pt x="68140" y="15121"/>
                </a:cubicBezTo>
                <a:cubicBezTo>
                  <a:pt x="68140" y="14823"/>
                  <a:pt x="68378" y="14585"/>
                  <a:pt x="68675" y="14585"/>
                </a:cubicBezTo>
                <a:close/>
                <a:moveTo>
                  <a:pt x="76950" y="17931"/>
                </a:moveTo>
                <a:cubicBezTo>
                  <a:pt x="77248" y="17943"/>
                  <a:pt x="77486" y="18181"/>
                  <a:pt x="77486" y="18467"/>
                </a:cubicBezTo>
                <a:cubicBezTo>
                  <a:pt x="77486" y="18764"/>
                  <a:pt x="77248" y="19002"/>
                  <a:pt x="76950" y="19002"/>
                </a:cubicBezTo>
                <a:cubicBezTo>
                  <a:pt x="76653" y="19002"/>
                  <a:pt x="76414" y="18764"/>
                  <a:pt x="76414" y="18467"/>
                </a:cubicBezTo>
                <a:cubicBezTo>
                  <a:pt x="76414" y="18169"/>
                  <a:pt x="76653" y="17931"/>
                  <a:pt x="76950" y="17931"/>
                </a:cubicBezTo>
                <a:close/>
                <a:moveTo>
                  <a:pt x="76950" y="17645"/>
                </a:moveTo>
                <a:cubicBezTo>
                  <a:pt x="76498" y="17657"/>
                  <a:pt x="76129" y="18026"/>
                  <a:pt x="76129" y="18467"/>
                </a:cubicBezTo>
                <a:cubicBezTo>
                  <a:pt x="76129" y="18919"/>
                  <a:pt x="76498" y="19288"/>
                  <a:pt x="76950" y="19288"/>
                </a:cubicBezTo>
                <a:cubicBezTo>
                  <a:pt x="77391" y="19288"/>
                  <a:pt x="77760" y="18919"/>
                  <a:pt x="77760" y="18467"/>
                </a:cubicBezTo>
                <a:cubicBezTo>
                  <a:pt x="77760" y="18026"/>
                  <a:pt x="77391" y="17645"/>
                  <a:pt x="76950" y="17645"/>
                </a:cubicBezTo>
                <a:close/>
                <a:moveTo>
                  <a:pt x="70938" y="19217"/>
                </a:moveTo>
                <a:cubicBezTo>
                  <a:pt x="71235" y="19217"/>
                  <a:pt x="71473" y="19443"/>
                  <a:pt x="71473" y="19741"/>
                </a:cubicBezTo>
                <a:cubicBezTo>
                  <a:pt x="71473" y="20038"/>
                  <a:pt x="71235" y="20276"/>
                  <a:pt x="70938" y="20276"/>
                </a:cubicBezTo>
                <a:cubicBezTo>
                  <a:pt x="70931" y="20277"/>
                  <a:pt x="70924" y="20277"/>
                  <a:pt x="70917" y="20277"/>
                </a:cubicBezTo>
                <a:cubicBezTo>
                  <a:pt x="70629" y="20277"/>
                  <a:pt x="70402" y="20031"/>
                  <a:pt x="70402" y="19741"/>
                </a:cubicBezTo>
                <a:cubicBezTo>
                  <a:pt x="70402" y="19443"/>
                  <a:pt x="70640" y="19217"/>
                  <a:pt x="70938" y="19217"/>
                </a:cubicBezTo>
                <a:close/>
                <a:moveTo>
                  <a:pt x="76950" y="20884"/>
                </a:moveTo>
                <a:cubicBezTo>
                  <a:pt x="77248" y="20884"/>
                  <a:pt x="77486" y="21134"/>
                  <a:pt x="77486" y="21419"/>
                </a:cubicBezTo>
                <a:cubicBezTo>
                  <a:pt x="77486" y="21717"/>
                  <a:pt x="77248" y="21955"/>
                  <a:pt x="76950" y="21955"/>
                </a:cubicBezTo>
                <a:cubicBezTo>
                  <a:pt x="76653" y="21955"/>
                  <a:pt x="76414" y="21717"/>
                  <a:pt x="76414" y="21419"/>
                </a:cubicBezTo>
                <a:cubicBezTo>
                  <a:pt x="76414" y="21122"/>
                  <a:pt x="76653" y="20884"/>
                  <a:pt x="76950" y="20884"/>
                </a:cubicBezTo>
                <a:close/>
                <a:moveTo>
                  <a:pt x="76950" y="20598"/>
                </a:moveTo>
                <a:cubicBezTo>
                  <a:pt x="76498" y="20598"/>
                  <a:pt x="76129" y="20967"/>
                  <a:pt x="76129" y="21419"/>
                </a:cubicBezTo>
                <a:cubicBezTo>
                  <a:pt x="76129" y="21860"/>
                  <a:pt x="76498" y="22229"/>
                  <a:pt x="76950" y="22229"/>
                </a:cubicBezTo>
                <a:cubicBezTo>
                  <a:pt x="77391" y="22229"/>
                  <a:pt x="77760" y="21860"/>
                  <a:pt x="77760" y="21419"/>
                </a:cubicBezTo>
                <a:cubicBezTo>
                  <a:pt x="77760" y="20967"/>
                  <a:pt x="77391" y="20598"/>
                  <a:pt x="76950" y="20598"/>
                </a:cubicBezTo>
                <a:close/>
                <a:moveTo>
                  <a:pt x="32385" y="24158"/>
                </a:moveTo>
                <a:cubicBezTo>
                  <a:pt x="32683" y="24158"/>
                  <a:pt x="32921" y="24396"/>
                  <a:pt x="32921" y="24694"/>
                </a:cubicBezTo>
                <a:cubicBezTo>
                  <a:pt x="32921" y="24991"/>
                  <a:pt x="32683" y="25229"/>
                  <a:pt x="32385" y="25229"/>
                </a:cubicBezTo>
                <a:cubicBezTo>
                  <a:pt x="32087" y="25229"/>
                  <a:pt x="31849" y="24991"/>
                  <a:pt x="31849" y="24694"/>
                </a:cubicBezTo>
                <a:cubicBezTo>
                  <a:pt x="31849" y="24396"/>
                  <a:pt x="32087" y="24158"/>
                  <a:pt x="32385" y="24158"/>
                </a:cubicBezTo>
                <a:close/>
                <a:moveTo>
                  <a:pt x="34647" y="24158"/>
                </a:moveTo>
                <a:cubicBezTo>
                  <a:pt x="34945" y="24158"/>
                  <a:pt x="35183" y="24396"/>
                  <a:pt x="35183" y="24694"/>
                </a:cubicBezTo>
                <a:cubicBezTo>
                  <a:pt x="35183" y="24991"/>
                  <a:pt x="34945" y="25229"/>
                  <a:pt x="34647" y="25229"/>
                </a:cubicBezTo>
                <a:cubicBezTo>
                  <a:pt x="34350" y="25229"/>
                  <a:pt x="34112" y="24991"/>
                  <a:pt x="34112" y="24694"/>
                </a:cubicBezTo>
                <a:cubicBezTo>
                  <a:pt x="34112" y="24396"/>
                  <a:pt x="34350" y="24158"/>
                  <a:pt x="34647" y="24158"/>
                </a:cubicBezTo>
                <a:close/>
                <a:moveTo>
                  <a:pt x="36909" y="24158"/>
                </a:moveTo>
                <a:cubicBezTo>
                  <a:pt x="37207" y="24158"/>
                  <a:pt x="37445" y="24396"/>
                  <a:pt x="37445" y="24694"/>
                </a:cubicBezTo>
                <a:cubicBezTo>
                  <a:pt x="37445" y="24991"/>
                  <a:pt x="37207" y="25229"/>
                  <a:pt x="36909" y="25229"/>
                </a:cubicBezTo>
                <a:cubicBezTo>
                  <a:pt x="36612" y="25229"/>
                  <a:pt x="36374" y="24991"/>
                  <a:pt x="36374" y="24694"/>
                </a:cubicBezTo>
                <a:cubicBezTo>
                  <a:pt x="36374" y="24396"/>
                  <a:pt x="36612" y="24158"/>
                  <a:pt x="36909" y="24158"/>
                </a:cubicBezTo>
                <a:close/>
                <a:moveTo>
                  <a:pt x="76950" y="23455"/>
                </a:moveTo>
                <a:cubicBezTo>
                  <a:pt x="76426" y="23455"/>
                  <a:pt x="75998" y="23884"/>
                  <a:pt x="75998" y="24408"/>
                </a:cubicBezTo>
                <a:cubicBezTo>
                  <a:pt x="75998" y="24932"/>
                  <a:pt x="76426" y="25360"/>
                  <a:pt x="76950" y="25360"/>
                </a:cubicBezTo>
                <a:cubicBezTo>
                  <a:pt x="77462" y="25360"/>
                  <a:pt x="77903" y="24932"/>
                  <a:pt x="77903" y="24408"/>
                </a:cubicBezTo>
                <a:cubicBezTo>
                  <a:pt x="77903" y="23884"/>
                  <a:pt x="77462" y="23455"/>
                  <a:pt x="76950" y="23455"/>
                </a:cubicBezTo>
                <a:close/>
                <a:moveTo>
                  <a:pt x="59412" y="26277"/>
                </a:moveTo>
                <a:cubicBezTo>
                  <a:pt x="59710" y="26277"/>
                  <a:pt x="59948" y="26515"/>
                  <a:pt x="59948" y="26813"/>
                </a:cubicBezTo>
                <a:cubicBezTo>
                  <a:pt x="59948" y="27111"/>
                  <a:pt x="59710" y="27349"/>
                  <a:pt x="59412" y="27349"/>
                </a:cubicBezTo>
                <a:cubicBezTo>
                  <a:pt x="59115" y="27337"/>
                  <a:pt x="58877" y="27099"/>
                  <a:pt x="58877" y="26813"/>
                </a:cubicBezTo>
                <a:cubicBezTo>
                  <a:pt x="58877" y="26515"/>
                  <a:pt x="59115" y="26277"/>
                  <a:pt x="59412" y="26277"/>
                </a:cubicBezTo>
                <a:close/>
                <a:moveTo>
                  <a:pt x="41660" y="28182"/>
                </a:moveTo>
                <a:cubicBezTo>
                  <a:pt x="41958" y="28182"/>
                  <a:pt x="42196" y="28420"/>
                  <a:pt x="42196" y="28718"/>
                </a:cubicBezTo>
                <a:cubicBezTo>
                  <a:pt x="42196" y="29016"/>
                  <a:pt x="41958" y="29254"/>
                  <a:pt x="41660" y="29254"/>
                </a:cubicBezTo>
                <a:cubicBezTo>
                  <a:pt x="41362" y="29254"/>
                  <a:pt x="41124" y="29016"/>
                  <a:pt x="41124" y="28718"/>
                </a:cubicBezTo>
                <a:cubicBezTo>
                  <a:pt x="41124" y="28420"/>
                  <a:pt x="41362" y="28182"/>
                  <a:pt x="41660" y="28182"/>
                </a:cubicBezTo>
                <a:close/>
                <a:moveTo>
                  <a:pt x="44327" y="32635"/>
                </a:moveTo>
                <a:cubicBezTo>
                  <a:pt x="44625" y="32635"/>
                  <a:pt x="44863" y="32873"/>
                  <a:pt x="44863" y="33171"/>
                </a:cubicBezTo>
                <a:cubicBezTo>
                  <a:pt x="44863" y="33469"/>
                  <a:pt x="44625" y="33707"/>
                  <a:pt x="44327" y="33707"/>
                </a:cubicBezTo>
                <a:cubicBezTo>
                  <a:pt x="44029" y="33707"/>
                  <a:pt x="43791" y="33469"/>
                  <a:pt x="43791" y="33171"/>
                </a:cubicBezTo>
                <a:cubicBezTo>
                  <a:pt x="43791" y="32873"/>
                  <a:pt x="44029" y="32635"/>
                  <a:pt x="44327" y="32635"/>
                </a:cubicBezTo>
                <a:close/>
                <a:moveTo>
                  <a:pt x="88690" y="33504"/>
                </a:moveTo>
                <a:cubicBezTo>
                  <a:pt x="88987" y="33504"/>
                  <a:pt x="89226" y="33742"/>
                  <a:pt x="89226" y="34040"/>
                </a:cubicBezTo>
                <a:cubicBezTo>
                  <a:pt x="89226" y="34338"/>
                  <a:pt x="88987" y="34576"/>
                  <a:pt x="88690" y="34576"/>
                </a:cubicBezTo>
                <a:cubicBezTo>
                  <a:pt x="88392" y="34552"/>
                  <a:pt x="88154" y="34314"/>
                  <a:pt x="88154" y="34040"/>
                </a:cubicBezTo>
                <a:cubicBezTo>
                  <a:pt x="88154" y="33742"/>
                  <a:pt x="88392" y="33504"/>
                  <a:pt x="88690" y="33504"/>
                </a:cubicBezTo>
                <a:close/>
                <a:moveTo>
                  <a:pt x="115896" y="33980"/>
                </a:moveTo>
                <a:cubicBezTo>
                  <a:pt x="116193" y="33980"/>
                  <a:pt x="116431" y="34219"/>
                  <a:pt x="116431" y="34516"/>
                </a:cubicBezTo>
                <a:cubicBezTo>
                  <a:pt x="116431" y="34814"/>
                  <a:pt x="116193" y="35052"/>
                  <a:pt x="115896" y="35052"/>
                </a:cubicBezTo>
                <a:cubicBezTo>
                  <a:pt x="115598" y="35052"/>
                  <a:pt x="115360" y="34814"/>
                  <a:pt x="115360" y="34516"/>
                </a:cubicBezTo>
                <a:cubicBezTo>
                  <a:pt x="115360" y="34219"/>
                  <a:pt x="115598" y="33980"/>
                  <a:pt x="115896" y="33980"/>
                </a:cubicBezTo>
                <a:close/>
                <a:moveTo>
                  <a:pt x="87213" y="34969"/>
                </a:moveTo>
                <a:cubicBezTo>
                  <a:pt x="87511" y="34969"/>
                  <a:pt x="87749" y="35207"/>
                  <a:pt x="87749" y="35504"/>
                </a:cubicBezTo>
                <a:cubicBezTo>
                  <a:pt x="87749" y="35802"/>
                  <a:pt x="87511" y="36040"/>
                  <a:pt x="87213" y="36040"/>
                </a:cubicBezTo>
                <a:cubicBezTo>
                  <a:pt x="86916" y="36040"/>
                  <a:pt x="86678" y="35802"/>
                  <a:pt x="86678" y="35504"/>
                </a:cubicBezTo>
                <a:cubicBezTo>
                  <a:pt x="86678" y="35207"/>
                  <a:pt x="86916" y="34969"/>
                  <a:pt x="87213" y="34969"/>
                </a:cubicBezTo>
                <a:close/>
                <a:moveTo>
                  <a:pt x="123099" y="34993"/>
                </a:moveTo>
                <a:cubicBezTo>
                  <a:pt x="123396" y="34993"/>
                  <a:pt x="123635" y="35231"/>
                  <a:pt x="123635" y="35528"/>
                </a:cubicBezTo>
                <a:cubicBezTo>
                  <a:pt x="123635" y="35826"/>
                  <a:pt x="123396" y="36064"/>
                  <a:pt x="123099" y="36064"/>
                </a:cubicBezTo>
                <a:cubicBezTo>
                  <a:pt x="122801" y="36064"/>
                  <a:pt x="122563" y="35826"/>
                  <a:pt x="122563" y="35528"/>
                </a:cubicBezTo>
                <a:cubicBezTo>
                  <a:pt x="122563" y="35231"/>
                  <a:pt x="122801" y="34993"/>
                  <a:pt x="123099" y="34993"/>
                </a:cubicBezTo>
                <a:close/>
                <a:moveTo>
                  <a:pt x="123111" y="34707"/>
                </a:moveTo>
                <a:cubicBezTo>
                  <a:pt x="122670" y="34707"/>
                  <a:pt x="122289" y="35076"/>
                  <a:pt x="122289" y="35528"/>
                </a:cubicBezTo>
                <a:cubicBezTo>
                  <a:pt x="122289" y="35969"/>
                  <a:pt x="122670" y="36338"/>
                  <a:pt x="123111" y="36338"/>
                </a:cubicBezTo>
                <a:cubicBezTo>
                  <a:pt x="123563" y="36338"/>
                  <a:pt x="123932" y="35969"/>
                  <a:pt x="123932" y="35528"/>
                </a:cubicBezTo>
                <a:cubicBezTo>
                  <a:pt x="123932" y="35076"/>
                  <a:pt x="123563" y="34707"/>
                  <a:pt x="123111" y="34707"/>
                </a:cubicBezTo>
                <a:close/>
                <a:moveTo>
                  <a:pt x="79117" y="37100"/>
                </a:moveTo>
                <a:cubicBezTo>
                  <a:pt x="79415" y="37100"/>
                  <a:pt x="79653" y="37338"/>
                  <a:pt x="79653" y="37636"/>
                </a:cubicBezTo>
                <a:cubicBezTo>
                  <a:pt x="79653" y="37933"/>
                  <a:pt x="79415" y="38171"/>
                  <a:pt x="79117" y="38171"/>
                </a:cubicBezTo>
                <a:cubicBezTo>
                  <a:pt x="78819" y="38171"/>
                  <a:pt x="78581" y="37933"/>
                  <a:pt x="78581" y="37636"/>
                </a:cubicBezTo>
                <a:cubicBezTo>
                  <a:pt x="78581" y="37338"/>
                  <a:pt x="78819" y="37100"/>
                  <a:pt x="79117" y="37100"/>
                </a:cubicBezTo>
                <a:close/>
                <a:moveTo>
                  <a:pt x="125361" y="36838"/>
                </a:moveTo>
                <a:cubicBezTo>
                  <a:pt x="124837" y="36838"/>
                  <a:pt x="124409" y="37255"/>
                  <a:pt x="124409" y="37779"/>
                </a:cubicBezTo>
                <a:cubicBezTo>
                  <a:pt x="124409" y="38302"/>
                  <a:pt x="124837" y="38731"/>
                  <a:pt x="125361" y="38731"/>
                </a:cubicBezTo>
                <a:cubicBezTo>
                  <a:pt x="125885" y="38731"/>
                  <a:pt x="126314" y="38302"/>
                  <a:pt x="126314" y="37779"/>
                </a:cubicBezTo>
                <a:cubicBezTo>
                  <a:pt x="126314" y="37267"/>
                  <a:pt x="125885" y="36838"/>
                  <a:pt x="125361" y="36838"/>
                </a:cubicBezTo>
                <a:close/>
                <a:moveTo>
                  <a:pt x="105204" y="39303"/>
                </a:moveTo>
                <a:cubicBezTo>
                  <a:pt x="105501" y="39303"/>
                  <a:pt x="105740" y="39541"/>
                  <a:pt x="105740" y="39838"/>
                </a:cubicBezTo>
                <a:cubicBezTo>
                  <a:pt x="105740" y="40136"/>
                  <a:pt x="105501" y="40374"/>
                  <a:pt x="105204" y="40374"/>
                </a:cubicBezTo>
                <a:cubicBezTo>
                  <a:pt x="104906" y="40374"/>
                  <a:pt x="104668" y="40136"/>
                  <a:pt x="104668" y="39838"/>
                </a:cubicBezTo>
                <a:cubicBezTo>
                  <a:pt x="104668" y="39541"/>
                  <a:pt x="104906" y="39303"/>
                  <a:pt x="105204" y="39303"/>
                </a:cubicBezTo>
                <a:close/>
                <a:moveTo>
                  <a:pt x="127611" y="39517"/>
                </a:moveTo>
                <a:cubicBezTo>
                  <a:pt x="127909" y="39517"/>
                  <a:pt x="128147" y="39767"/>
                  <a:pt x="128147" y="40053"/>
                </a:cubicBezTo>
                <a:cubicBezTo>
                  <a:pt x="128147" y="40350"/>
                  <a:pt x="127909" y="40588"/>
                  <a:pt x="127611" y="40588"/>
                </a:cubicBezTo>
                <a:cubicBezTo>
                  <a:pt x="127314" y="40588"/>
                  <a:pt x="127076" y="40350"/>
                  <a:pt x="127076" y="40053"/>
                </a:cubicBezTo>
                <a:cubicBezTo>
                  <a:pt x="127076" y="39755"/>
                  <a:pt x="127314" y="39517"/>
                  <a:pt x="127611" y="39517"/>
                </a:cubicBezTo>
                <a:close/>
                <a:moveTo>
                  <a:pt x="127623" y="39231"/>
                </a:moveTo>
                <a:cubicBezTo>
                  <a:pt x="127159" y="39231"/>
                  <a:pt x="126802" y="39600"/>
                  <a:pt x="126802" y="40053"/>
                </a:cubicBezTo>
                <a:cubicBezTo>
                  <a:pt x="126802" y="40493"/>
                  <a:pt x="127171" y="40862"/>
                  <a:pt x="127623" y="40862"/>
                </a:cubicBezTo>
                <a:cubicBezTo>
                  <a:pt x="128064" y="40862"/>
                  <a:pt x="128445" y="40493"/>
                  <a:pt x="128445" y="40053"/>
                </a:cubicBezTo>
                <a:cubicBezTo>
                  <a:pt x="128445" y="39600"/>
                  <a:pt x="128064" y="39231"/>
                  <a:pt x="127623" y="39231"/>
                </a:cubicBezTo>
                <a:close/>
                <a:moveTo>
                  <a:pt x="84427" y="41148"/>
                </a:moveTo>
                <a:cubicBezTo>
                  <a:pt x="84725" y="41148"/>
                  <a:pt x="84963" y="41386"/>
                  <a:pt x="84963" y="41684"/>
                </a:cubicBezTo>
                <a:cubicBezTo>
                  <a:pt x="84963" y="41981"/>
                  <a:pt x="84725" y="42220"/>
                  <a:pt x="84427" y="42220"/>
                </a:cubicBezTo>
                <a:cubicBezTo>
                  <a:pt x="84130" y="42220"/>
                  <a:pt x="83892" y="41970"/>
                  <a:pt x="83892" y="41684"/>
                </a:cubicBezTo>
                <a:cubicBezTo>
                  <a:pt x="83892" y="41386"/>
                  <a:pt x="84130" y="41148"/>
                  <a:pt x="84427" y="41148"/>
                </a:cubicBezTo>
                <a:close/>
                <a:moveTo>
                  <a:pt x="66735" y="42589"/>
                </a:moveTo>
                <a:cubicBezTo>
                  <a:pt x="67032" y="42589"/>
                  <a:pt x="67270" y="42827"/>
                  <a:pt x="67270" y="43124"/>
                </a:cubicBezTo>
                <a:cubicBezTo>
                  <a:pt x="67270" y="43422"/>
                  <a:pt x="67032" y="43660"/>
                  <a:pt x="66735" y="43660"/>
                </a:cubicBezTo>
                <a:cubicBezTo>
                  <a:pt x="66437" y="43660"/>
                  <a:pt x="66199" y="43422"/>
                  <a:pt x="66199" y="43124"/>
                </a:cubicBezTo>
                <a:cubicBezTo>
                  <a:pt x="66199" y="42827"/>
                  <a:pt x="66437" y="42589"/>
                  <a:pt x="66735" y="42589"/>
                </a:cubicBezTo>
                <a:close/>
                <a:moveTo>
                  <a:pt x="68675" y="14299"/>
                </a:moveTo>
                <a:cubicBezTo>
                  <a:pt x="68223" y="14299"/>
                  <a:pt x="67854" y="14669"/>
                  <a:pt x="67854" y="15121"/>
                </a:cubicBezTo>
                <a:cubicBezTo>
                  <a:pt x="67854" y="15526"/>
                  <a:pt x="68151" y="15847"/>
                  <a:pt x="68521" y="15919"/>
                </a:cubicBezTo>
                <a:lnTo>
                  <a:pt x="68521" y="35076"/>
                </a:lnTo>
                <a:lnTo>
                  <a:pt x="66604" y="37017"/>
                </a:lnTo>
                <a:lnTo>
                  <a:pt x="66604" y="42327"/>
                </a:lnTo>
                <a:cubicBezTo>
                  <a:pt x="66211" y="42398"/>
                  <a:pt x="65937" y="42720"/>
                  <a:pt x="65937" y="43124"/>
                </a:cubicBezTo>
                <a:cubicBezTo>
                  <a:pt x="65937" y="43577"/>
                  <a:pt x="66306" y="43946"/>
                  <a:pt x="66747" y="43946"/>
                </a:cubicBezTo>
                <a:cubicBezTo>
                  <a:pt x="67199" y="43946"/>
                  <a:pt x="67568" y="43577"/>
                  <a:pt x="67568" y="43124"/>
                </a:cubicBezTo>
                <a:cubicBezTo>
                  <a:pt x="67568" y="42720"/>
                  <a:pt x="67270" y="42398"/>
                  <a:pt x="66901" y="42327"/>
                </a:cubicBezTo>
                <a:lnTo>
                  <a:pt x="66901" y="37136"/>
                </a:lnTo>
                <a:lnTo>
                  <a:pt x="68818" y="35195"/>
                </a:lnTo>
                <a:lnTo>
                  <a:pt x="68818" y="15919"/>
                </a:lnTo>
                <a:cubicBezTo>
                  <a:pt x="69187" y="15847"/>
                  <a:pt x="69485" y="15526"/>
                  <a:pt x="69485" y="15121"/>
                </a:cubicBezTo>
                <a:cubicBezTo>
                  <a:pt x="69485" y="14669"/>
                  <a:pt x="69116" y="14299"/>
                  <a:pt x="68675" y="14299"/>
                </a:cubicBezTo>
                <a:close/>
                <a:moveTo>
                  <a:pt x="62377" y="43267"/>
                </a:moveTo>
                <a:cubicBezTo>
                  <a:pt x="62675" y="43267"/>
                  <a:pt x="62913" y="43505"/>
                  <a:pt x="62913" y="43803"/>
                </a:cubicBezTo>
                <a:cubicBezTo>
                  <a:pt x="62913" y="44101"/>
                  <a:pt x="62675" y="44339"/>
                  <a:pt x="62377" y="44339"/>
                </a:cubicBezTo>
                <a:cubicBezTo>
                  <a:pt x="62079" y="44327"/>
                  <a:pt x="61841" y="44101"/>
                  <a:pt x="61841" y="43803"/>
                </a:cubicBezTo>
                <a:cubicBezTo>
                  <a:pt x="61841" y="43505"/>
                  <a:pt x="62079" y="43267"/>
                  <a:pt x="62377" y="43267"/>
                </a:cubicBezTo>
                <a:close/>
                <a:moveTo>
                  <a:pt x="86678" y="43386"/>
                </a:moveTo>
                <a:cubicBezTo>
                  <a:pt x="86975" y="43386"/>
                  <a:pt x="87213" y="43625"/>
                  <a:pt x="87213" y="43922"/>
                </a:cubicBezTo>
                <a:cubicBezTo>
                  <a:pt x="87213" y="44220"/>
                  <a:pt x="86975" y="44458"/>
                  <a:pt x="86678" y="44458"/>
                </a:cubicBezTo>
                <a:cubicBezTo>
                  <a:pt x="86380" y="44458"/>
                  <a:pt x="86142" y="44220"/>
                  <a:pt x="86142" y="43922"/>
                </a:cubicBezTo>
                <a:cubicBezTo>
                  <a:pt x="86142" y="43625"/>
                  <a:pt x="86380" y="43386"/>
                  <a:pt x="86678" y="43386"/>
                </a:cubicBezTo>
                <a:close/>
                <a:moveTo>
                  <a:pt x="139184" y="44053"/>
                </a:moveTo>
                <a:cubicBezTo>
                  <a:pt x="139482" y="44053"/>
                  <a:pt x="139720" y="44291"/>
                  <a:pt x="139720" y="44589"/>
                </a:cubicBezTo>
                <a:cubicBezTo>
                  <a:pt x="139720" y="44887"/>
                  <a:pt x="139482" y="45125"/>
                  <a:pt x="139184" y="45125"/>
                </a:cubicBezTo>
                <a:cubicBezTo>
                  <a:pt x="138887" y="45125"/>
                  <a:pt x="138648" y="44887"/>
                  <a:pt x="138648" y="44589"/>
                </a:cubicBezTo>
                <a:cubicBezTo>
                  <a:pt x="138648" y="44291"/>
                  <a:pt x="138887" y="44053"/>
                  <a:pt x="139184" y="44053"/>
                </a:cubicBezTo>
                <a:close/>
                <a:moveTo>
                  <a:pt x="41660" y="27908"/>
                </a:moveTo>
                <a:cubicBezTo>
                  <a:pt x="41208" y="27908"/>
                  <a:pt x="40839" y="28277"/>
                  <a:pt x="40839" y="28718"/>
                </a:cubicBezTo>
                <a:cubicBezTo>
                  <a:pt x="40839" y="29123"/>
                  <a:pt x="41136" y="29456"/>
                  <a:pt x="41505" y="29528"/>
                </a:cubicBezTo>
                <a:lnTo>
                  <a:pt x="41505" y="36636"/>
                </a:lnTo>
                <a:lnTo>
                  <a:pt x="32159" y="46065"/>
                </a:lnTo>
                <a:lnTo>
                  <a:pt x="32373" y="46256"/>
                </a:lnTo>
                <a:lnTo>
                  <a:pt x="41767" y="36790"/>
                </a:lnTo>
                <a:lnTo>
                  <a:pt x="41803" y="36743"/>
                </a:lnTo>
                <a:lnTo>
                  <a:pt x="41803" y="29516"/>
                </a:lnTo>
                <a:cubicBezTo>
                  <a:pt x="42184" y="29456"/>
                  <a:pt x="42482" y="29123"/>
                  <a:pt x="42482" y="28718"/>
                </a:cubicBezTo>
                <a:cubicBezTo>
                  <a:pt x="42482" y="28277"/>
                  <a:pt x="42101" y="27908"/>
                  <a:pt x="41660" y="27908"/>
                </a:cubicBezTo>
                <a:close/>
                <a:moveTo>
                  <a:pt x="88940" y="45613"/>
                </a:moveTo>
                <a:cubicBezTo>
                  <a:pt x="89237" y="45613"/>
                  <a:pt x="89476" y="45851"/>
                  <a:pt x="89476" y="46149"/>
                </a:cubicBezTo>
                <a:cubicBezTo>
                  <a:pt x="89476" y="46446"/>
                  <a:pt x="89237" y="46684"/>
                  <a:pt x="88940" y="46684"/>
                </a:cubicBezTo>
                <a:cubicBezTo>
                  <a:pt x="88642" y="46684"/>
                  <a:pt x="88404" y="46446"/>
                  <a:pt x="88404" y="46149"/>
                </a:cubicBezTo>
                <a:cubicBezTo>
                  <a:pt x="88404" y="45851"/>
                  <a:pt x="88642" y="45613"/>
                  <a:pt x="88940" y="45613"/>
                </a:cubicBezTo>
                <a:close/>
                <a:moveTo>
                  <a:pt x="16847" y="48030"/>
                </a:moveTo>
                <a:cubicBezTo>
                  <a:pt x="17145" y="48030"/>
                  <a:pt x="17383" y="48268"/>
                  <a:pt x="17383" y="48566"/>
                </a:cubicBezTo>
                <a:cubicBezTo>
                  <a:pt x="17383" y="48863"/>
                  <a:pt x="17145" y="49101"/>
                  <a:pt x="16847" y="49101"/>
                </a:cubicBezTo>
                <a:cubicBezTo>
                  <a:pt x="16550" y="49101"/>
                  <a:pt x="16312" y="48863"/>
                  <a:pt x="16312" y="48566"/>
                </a:cubicBezTo>
                <a:cubicBezTo>
                  <a:pt x="16312" y="48268"/>
                  <a:pt x="16550" y="48030"/>
                  <a:pt x="16847" y="48030"/>
                </a:cubicBezTo>
                <a:close/>
                <a:moveTo>
                  <a:pt x="19776" y="48030"/>
                </a:moveTo>
                <a:cubicBezTo>
                  <a:pt x="20074" y="48030"/>
                  <a:pt x="20312" y="48268"/>
                  <a:pt x="20312" y="48566"/>
                </a:cubicBezTo>
                <a:cubicBezTo>
                  <a:pt x="20312" y="48863"/>
                  <a:pt x="20074" y="49101"/>
                  <a:pt x="19776" y="49101"/>
                </a:cubicBezTo>
                <a:cubicBezTo>
                  <a:pt x="19479" y="49101"/>
                  <a:pt x="19241" y="48863"/>
                  <a:pt x="19241" y="48566"/>
                </a:cubicBezTo>
                <a:cubicBezTo>
                  <a:pt x="19241" y="48268"/>
                  <a:pt x="19479" y="48030"/>
                  <a:pt x="19776" y="48030"/>
                </a:cubicBezTo>
                <a:close/>
                <a:moveTo>
                  <a:pt x="16859" y="47744"/>
                </a:moveTo>
                <a:cubicBezTo>
                  <a:pt x="16419" y="47744"/>
                  <a:pt x="16038" y="48113"/>
                  <a:pt x="16038" y="48566"/>
                </a:cubicBezTo>
                <a:cubicBezTo>
                  <a:pt x="16038" y="49006"/>
                  <a:pt x="16419" y="49375"/>
                  <a:pt x="16859" y="49375"/>
                </a:cubicBezTo>
                <a:cubicBezTo>
                  <a:pt x="17312" y="49375"/>
                  <a:pt x="17681" y="49006"/>
                  <a:pt x="17681" y="48566"/>
                </a:cubicBezTo>
                <a:cubicBezTo>
                  <a:pt x="17681" y="48113"/>
                  <a:pt x="17312" y="47744"/>
                  <a:pt x="16859" y="47744"/>
                </a:cubicBezTo>
                <a:close/>
                <a:moveTo>
                  <a:pt x="19776" y="47744"/>
                </a:moveTo>
                <a:cubicBezTo>
                  <a:pt x="19336" y="47744"/>
                  <a:pt x="18967" y="48113"/>
                  <a:pt x="18967" y="48566"/>
                </a:cubicBezTo>
                <a:cubicBezTo>
                  <a:pt x="18967" y="49006"/>
                  <a:pt x="19336" y="49375"/>
                  <a:pt x="19776" y="49375"/>
                </a:cubicBezTo>
                <a:cubicBezTo>
                  <a:pt x="20229" y="49375"/>
                  <a:pt x="20598" y="49006"/>
                  <a:pt x="20598" y="48566"/>
                </a:cubicBezTo>
                <a:cubicBezTo>
                  <a:pt x="20598" y="48113"/>
                  <a:pt x="20229" y="47744"/>
                  <a:pt x="19776" y="47744"/>
                </a:cubicBezTo>
                <a:close/>
                <a:moveTo>
                  <a:pt x="13942" y="47613"/>
                </a:moveTo>
                <a:cubicBezTo>
                  <a:pt x="13430" y="47613"/>
                  <a:pt x="12990" y="48042"/>
                  <a:pt x="12990" y="48566"/>
                </a:cubicBezTo>
                <a:cubicBezTo>
                  <a:pt x="12990" y="49078"/>
                  <a:pt x="13430" y="49518"/>
                  <a:pt x="13942" y="49518"/>
                </a:cubicBezTo>
                <a:cubicBezTo>
                  <a:pt x="14466" y="49518"/>
                  <a:pt x="14895" y="49078"/>
                  <a:pt x="14895" y="48566"/>
                </a:cubicBezTo>
                <a:cubicBezTo>
                  <a:pt x="14895" y="48042"/>
                  <a:pt x="14466" y="47613"/>
                  <a:pt x="13942" y="47613"/>
                </a:cubicBezTo>
                <a:close/>
                <a:moveTo>
                  <a:pt x="44315" y="32326"/>
                </a:moveTo>
                <a:cubicBezTo>
                  <a:pt x="43875" y="32326"/>
                  <a:pt x="43506" y="32695"/>
                  <a:pt x="43506" y="33147"/>
                </a:cubicBezTo>
                <a:cubicBezTo>
                  <a:pt x="43506" y="33564"/>
                  <a:pt x="43803" y="33897"/>
                  <a:pt x="44172" y="33957"/>
                </a:cubicBezTo>
                <a:lnTo>
                  <a:pt x="44172" y="37469"/>
                </a:lnTo>
                <a:lnTo>
                  <a:pt x="32159" y="49578"/>
                </a:lnTo>
                <a:lnTo>
                  <a:pt x="32373" y="49768"/>
                </a:lnTo>
                <a:lnTo>
                  <a:pt x="44422" y="37624"/>
                </a:lnTo>
                <a:lnTo>
                  <a:pt x="44470" y="37576"/>
                </a:lnTo>
                <a:lnTo>
                  <a:pt x="44470" y="33945"/>
                </a:lnTo>
                <a:cubicBezTo>
                  <a:pt x="44851" y="33873"/>
                  <a:pt x="45137" y="33540"/>
                  <a:pt x="45137" y="33147"/>
                </a:cubicBezTo>
                <a:cubicBezTo>
                  <a:pt x="45137" y="32695"/>
                  <a:pt x="44768" y="32326"/>
                  <a:pt x="44315" y="32326"/>
                </a:cubicBezTo>
                <a:close/>
                <a:moveTo>
                  <a:pt x="50221" y="48899"/>
                </a:moveTo>
                <a:cubicBezTo>
                  <a:pt x="50518" y="48899"/>
                  <a:pt x="50756" y="49137"/>
                  <a:pt x="50756" y="49435"/>
                </a:cubicBezTo>
                <a:cubicBezTo>
                  <a:pt x="50756" y="49732"/>
                  <a:pt x="50518" y="49971"/>
                  <a:pt x="50221" y="49971"/>
                </a:cubicBezTo>
                <a:cubicBezTo>
                  <a:pt x="49923" y="49971"/>
                  <a:pt x="49685" y="49732"/>
                  <a:pt x="49685" y="49435"/>
                </a:cubicBezTo>
                <a:cubicBezTo>
                  <a:pt x="49685" y="49137"/>
                  <a:pt x="49923" y="48899"/>
                  <a:pt x="50221" y="48899"/>
                </a:cubicBezTo>
                <a:close/>
                <a:moveTo>
                  <a:pt x="32385" y="23860"/>
                </a:moveTo>
                <a:cubicBezTo>
                  <a:pt x="31945" y="23860"/>
                  <a:pt x="31564" y="24229"/>
                  <a:pt x="31564" y="24670"/>
                </a:cubicBezTo>
                <a:cubicBezTo>
                  <a:pt x="31564" y="25075"/>
                  <a:pt x="31861" y="25408"/>
                  <a:pt x="32242" y="25479"/>
                </a:cubicBezTo>
                <a:lnTo>
                  <a:pt x="32242" y="32826"/>
                </a:lnTo>
                <a:lnTo>
                  <a:pt x="24217" y="40910"/>
                </a:lnTo>
                <a:lnTo>
                  <a:pt x="24217" y="51578"/>
                </a:lnTo>
                <a:lnTo>
                  <a:pt x="22717" y="53102"/>
                </a:lnTo>
                <a:lnTo>
                  <a:pt x="5775" y="53102"/>
                </a:lnTo>
                <a:lnTo>
                  <a:pt x="5775" y="53376"/>
                </a:lnTo>
                <a:lnTo>
                  <a:pt x="22836" y="53376"/>
                </a:lnTo>
                <a:lnTo>
                  <a:pt x="24503" y="51697"/>
                </a:lnTo>
                <a:lnTo>
                  <a:pt x="24503" y="41029"/>
                </a:lnTo>
                <a:lnTo>
                  <a:pt x="24515" y="41029"/>
                </a:lnTo>
                <a:lnTo>
                  <a:pt x="32492" y="32992"/>
                </a:lnTo>
                <a:lnTo>
                  <a:pt x="32540" y="32945"/>
                </a:lnTo>
                <a:lnTo>
                  <a:pt x="32540" y="25479"/>
                </a:lnTo>
                <a:cubicBezTo>
                  <a:pt x="32921" y="25408"/>
                  <a:pt x="33207" y="25075"/>
                  <a:pt x="33207" y="24670"/>
                </a:cubicBezTo>
                <a:cubicBezTo>
                  <a:pt x="33207" y="24229"/>
                  <a:pt x="32838" y="23860"/>
                  <a:pt x="32385" y="23860"/>
                </a:cubicBezTo>
                <a:close/>
                <a:moveTo>
                  <a:pt x="34647" y="23860"/>
                </a:moveTo>
                <a:cubicBezTo>
                  <a:pt x="34207" y="23860"/>
                  <a:pt x="33826" y="24229"/>
                  <a:pt x="33826" y="24670"/>
                </a:cubicBezTo>
                <a:cubicBezTo>
                  <a:pt x="33826" y="25075"/>
                  <a:pt x="34123" y="25408"/>
                  <a:pt x="34504" y="25479"/>
                </a:cubicBezTo>
                <a:lnTo>
                  <a:pt x="34504" y="33564"/>
                </a:lnTo>
                <a:lnTo>
                  <a:pt x="26492" y="41624"/>
                </a:lnTo>
                <a:lnTo>
                  <a:pt x="26492" y="52316"/>
                </a:lnTo>
                <a:lnTo>
                  <a:pt x="23455" y="55364"/>
                </a:lnTo>
                <a:lnTo>
                  <a:pt x="5775" y="55364"/>
                </a:lnTo>
                <a:lnTo>
                  <a:pt x="5775" y="55650"/>
                </a:lnTo>
                <a:lnTo>
                  <a:pt x="23574" y="55650"/>
                </a:lnTo>
                <a:lnTo>
                  <a:pt x="26777" y="52411"/>
                </a:lnTo>
                <a:lnTo>
                  <a:pt x="26777" y="41743"/>
                </a:lnTo>
                <a:lnTo>
                  <a:pt x="34754" y="33707"/>
                </a:lnTo>
                <a:lnTo>
                  <a:pt x="34802" y="33659"/>
                </a:lnTo>
                <a:lnTo>
                  <a:pt x="34802" y="25479"/>
                </a:lnTo>
                <a:cubicBezTo>
                  <a:pt x="35183" y="25408"/>
                  <a:pt x="35469" y="25075"/>
                  <a:pt x="35469" y="24670"/>
                </a:cubicBezTo>
                <a:cubicBezTo>
                  <a:pt x="35469" y="24229"/>
                  <a:pt x="35100" y="23860"/>
                  <a:pt x="34647" y="23860"/>
                </a:cubicBezTo>
                <a:close/>
                <a:moveTo>
                  <a:pt x="141434" y="40148"/>
                </a:moveTo>
                <a:cubicBezTo>
                  <a:pt x="140911" y="40148"/>
                  <a:pt x="140482" y="40553"/>
                  <a:pt x="140482" y="41089"/>
                </a:cubicBezTo>
                <a:cubicBezTo>
                  <a:pt x="140482" y="41398"/>
                  <a:pt x="140625" y="41672"/>
                  <a:pt x="140863" y="41851"/>
                </a:cubicBezTo>
                <a:lnTo>
                  <a:pt x="140863" y="48589"/>
                </a:lnTo>
                <a:lnTo>
                  <a:pt x="151329" y="58710"/>
                </a:lnTo>
                <a:lnTo>
                  <a:pt x="152114" y="57888"/>
                </a:lnTo>
                <a:lnTo>
                  <a:pt x="141994" y="48113"/>
                </a:lnTo>
                <a:lnTo>
                  <a:pt x="141994" y="41862"/>
                </a:lnTo>
                <a:cubicBezTo>
                  <a:pt x="142232" y="41684"/>
                  <a:pt x="142387" y="41422"/>
                  <a:pt x="142387" y="41100"/>
                </a:cubicBezTo>
                <a:cubicBezTo>
                  <a:pt x="142387" y="40588"/>
                  <a:pt x="141946" y="40148"/>
                  <a:pt x="141434" y="40148"/>
                </a:cubicBezTo>
                <a:close/>
                <a:moveTo>
                  <a:pt x="139172" y="43767"/>
                </a:moveTo>
                <a:cubicBezTo>
                  <a:pt x="138720" y="43767"/>
                  <a:pt x="138351" y="44136"/>
                  <a:pt x="138351" y="44589"/>
                </a:cubicBezTo>
                <a:cubicBezTo>
                  <a:pt x="138351" y="44994"/>
                  <a:pt x="138648" y="45315"/>
                  <a:pt x="139017" y="45387"/>
                </a:cubicBezTo>
                <a:lnTo>
                  <a:pt x="139017" y="49113"/>
                </a:lnTo>
                <a:lnTo>
                  <a:pt x="151364" y="61436"/>
                </a:lnTo>
                <a:lnTo>
                  <a:pt x="151555" y="61222"/>
                </a:lnTo>
                <a:lnTo>
                  <a:pt x="139291" y="48994"/>
                </a:lnTo>
                <a:lnTo>
                  <a:pt x="139291" y="45387"/>
                </a:lnTo>
                <a:lnTo>
                  <a:pt x="139315" y="45387"/>
                </a:lnTo>
                <a:cubicBezTo>
                  <a:pt x="139708" y="45315"/>
                  <a:pt x="139994" y="44994"/>
                  <a:pt x="139994" y="44589"/>
                </a:cubicBezTo>
                <a:cubicBezTo>
                  <a:pt x="139994" y="44136"/>
                  <a:pt x="139613" y="43767"/>
                  <a:pt x="139172" y="43767"/>
                </a:cubicBezTo>
                <a:close/>
                <a:moveTo>
                  <a:pt x="37445" y="61758"/>
                </a:moveTo>
                <a:cubicBezTo>
                  <a:pt x="37743" y="61758"/>
                  <a:pt x="37981" y="61996"/>
                  <a:pt x="37981" y="62293"/>
                </a:cubicBezTo>
                <a:cubicBezTo>
                  <a:pt x="37981" y="62591"/>
                  <a:pt x="37743" y="62829"/>
                  <a:pt x="37445" y="62829"/>
                </a:cubicBezTo>
                <a:cubicBezTo>
                  <a:pt x="37148" y="62829"/>
                  <a:pt x="36909" y="62591"/>
                  <a:pt x="36909" y="62293"/>
                </a:cubicBezTo>
                <a:cubicBezTo>
                  <a:pt x="36909" y="61996"/>
                  <a:pt x="37148" y="61758"/>
                  <a:pt x="37445" y="61758"/>
                </a:cubicBezTo>
                <a:close/>
                <a:moveTo>
                  <a:pt x="115907" y="33695"/>
                </a:moveTo>
                <a:cubicBezTo>
                  <a:pt x="115443" y="33695"/>
                  <a:pt x="115086" y="34052"/>
                  <a:pt x="115086" y="34516"/>
                </a:cubicBezTo>
                <a:cubicBezTo>
                  <a:pt x="115086" y="34957"/>
                  <a:pt x="115467" y="35326"/>
                  <a:pt x="115907" y="35326"/>
                </a:cubicBezTo>
                <a:cubicBezTo>
                  <a:pt x="116086" y="35326"/>
                  <a:pt x="116253" y="35266"/>
                  <a:pt x="116372" y="35183"/>
                </a:cubicBezTo>
                <a:lnTo>
                  <a:pt x="126742" y="45541"/>
                </a:lnTo>
                <a:lnTo>
                  <a:pt x="126790" y="45589"/>
                </a:lnTo>
                <a:lnTo>
                  <a:pt x="135053" y="45589"/>
                </a:lnTo>
                <a:lnTo>
                  <a:pt x="136791" y="47315"/>
                </a:lnTo>
                <a:lnTo>
                  <a:pt x="136791" y="49828"/>
                </a:lnTo>
                <a:lnTo>
                  <a:pt x="150412" y="63413"/>
                </a:lnTo>
                <a:lnTo>
                  <a:pt x="150602" y="63210"/>
                </a:lnTo>
                <a:lnTo>
                  <a:pt x="137065" y="49709"/>
                </a:lnTo>
                <a:lnTo>
                  <a:pt x="137065" y="47196"/>
                </a:lnTo>
                <a:lnTo>
                  <a:pt x="135160" y="45291"/>
                </a:lnTo>
                <a:lnTo>
                  <a:pt x="126909" y="45291"/>
                </a:lnTo>
                <a:lnTo>
                  <a:pt x="116574" y="34969"/>
                </a:lnTo>
                <a:cubicBezTo>
                  <a:pt x="116669" y="34838"/>
                  <a:pt x="116729" y="34671"/>
                  <a:pt x="116729" y="34516"/>
                </a:cubicBezTo>
                <a:cubicBezTo>
                  <a:pt x="116729" y="34064"/>
                  <a:pt x="116348" y="33695"/>
                  <a:pt x="115907" y="33695"/>
                </a:cubicBezTo>
                <a:close/>
                <a:moveTo>
                  <a:pt x="35231" y="64008"/>
                </a:moveTo>
                <a:cubicBezTo>
                  <a:pt x="35528" y="64008"/>
                  <a:pt x="35766" y="64246"/>
                  <a:pt x="35766" y="64544"/>
                </a:cubicBezTo>
                <a:cubicBezTo>
                  <a:pt x="35766" y="64841"/>
                  <a:pt x="35528" y="65080"/>
                  <a:pt x="35231" y="65080"/>
                </a:cubicBezTo>
                <a:cubicBezTo>
                  <a:pt x="34933" y="65068"/>
                  <a:pt x="34695" y="64830"/>
                  <a:pt x="34695" y="64544"/>
                </a:cubicBezTo>
                <a:cubicBezTo>
                  <a:pt x="34695" y="64246"/>
                  <a:pt x="34933" y="64008"/>
                  <a:pt x="35231" y="64008"/>
                </a:cubicBezTo>
                <a:close/>
                <a:moveTo>
                  <a:pt x="36898" y="23872"/>
                </a:moveTo>
                <a:cubicBezTo>
                  <a:pt x="36445" y="23872"/>
                  <a:pt x="36076" y="24241"/>
                  <a:pt x="36076" y="24694"/>
                </a:cubicBezTo>
                <a:cubicBezTo>
                  <a:pt x="36076" y="25087"/>
                  <a:pt x="36374" y="25420"/>
                  <a:pt x="36743" y="25491"/>
                </a:cubicBezTo>
                <a:lnTo>
                  <a:pt x="36731" y="34254"/>
                </a:lnTo>
                <a:lnTo>
                  <a:pt x="28730" y="42339"/>
                </a:lnTo>
                <a:lnTo>
                  <a:pt x="28730" y="53007"/>
                </a:lnTo>
                <a:lnTo>
                  <a:pt x="24158" y="57626"/>
                </a:lnTo>
                <a:lnTo>
                  <a:pt x="13061" y="57626"/>
                </a:lnTo>
                <a:lnTo>
                  <a:pt x="5834" y="64901"/>
                </a:lnTo>
                <a:lnTo>
                  <a:pt x="6037" y="65091"/>
                </a:lnTo>
                <a:lnTo>
                  <a:pt x="13180" y="57888"/>
                </a:lnTo>
                <a:lnTo>
                  <a:pt x="24277" y="57888"/>
                </a:lnTo>
                <a:lnTo>
                  <a:pt x="24277" y="57912"/>
                </a:lnTo>
                <a:lnTo>
                  <a:pt x="29004" y="53126"/>
                </a:lnTo>
                <a:lnTo>
                  <a:pt x="29004" y="42458"/>
                </a:lnTo>
                <a:lnTo>
                  <a:pt x="37029" y="34373"/>
                </a:lnTo>
                <a:lnTo>
                  <a:pt x="37040" y="25491"/>
                </a:lnTo>
                <a:cubicBezTo>
                  <a:pt x="37433" y="25420"/>
                  <a:pt x="37719" y="25087"/>
                  <a:pt x="37719" y="24694"/>
                </a:cubicBezTo>
                <a:cubicBezTo>
                  <a:pt x="37719" y="24241"/>
                  <a:pt x="37338" y="23872"/>
                  <a:pt x="36898" y="23872"/>
                </a:cubicBezTo>
                <a:close/>
                <a:moveTo>
                  <a:pt x="68997" y="64734"/>
                </a:moveTo>
                <a:cubicBezTo>
                  <a:pt x="69294" y="64734"/>
                  <a:pt x="69533" y="64972"/>
                  <a:pt x="69533" y="65270"/>
                </a:cubicBezTo>
                <a:cubicBezTo>
                  <a:pt x="69533" y="65568"/>
                  <a:pt x="69294" y="65806"/>
                  <a:pt x="68997" y="65806"/>
                </a:cubicBezTo>
                <a:cubicBezTo>
                  <a:pt x="68699" y="65806"/>
                  <a:pt x="68461" y="65568"/>
                  <a:pt x="68461" y="65270"/>
                </a:cubicBezTo>
                <a:cubicBezTo>
                  <a:pt x="68461" y="64972"/>
                  <a:pt x="68699" y="64734"/>
                  <a:pt x="68997" y="64734"/>
                </a:cubicBezTo>
                <a:close/>
                <a:moveTo>
                  <a:pt x="115134" y="65246"/>
                </a:moveTo>
                <a:cubicBezTo>
                  <a:pt x="115431" y="65246"/>
                  <a:pt x="115669" y="65484"/>
                  <a:pt x="115669" y="65782"/>
                </a:cubicBezTo>
                <a:cubicBezTo>
                  <a:pt x="115669" y="66080"/>
                  <a:pt x="115431" y="66318"/>
                  <a:pt x="115134" y="66318"/>
                </a:cubicBezTo>
                <a:cubicBezTo>
                  <a:pt x="114836" y="66318"/>
                  <a:pt x="114598" y="66080"/>
                  <a:pt x="114598" y="65782"/>
                </a:cubicBezTo>
                <a:cubicBezTo>
                  <a:pt x="114598" y="65484"/>
                  <a:pt x="114836" y="65246"/>
                  <a:pt x="115134" y="65246"/>
                </a:cubicBezTo>
                <a:close/>
                <a:moveTo>
                  <a:pt x="115134" y="64960"/>
                </a:moveTo>
                <a:cubicBezTo>
                  <a:pt x="114681" y="64960"/>
                  <a:pt x="114312" y="65330"/>
                  <a:pt x="114312" y="65782"/>
                </a:cubicBezTo>
                <a:cubicBezTo>
                  <a:pt x="114312" y="66223"/>
                  <a:pt x="114681" y="66604"/>
                  <a:pt x="115134" y="66604"/>
                </a:cubicBezTo>
                <a:cubicBezTo>
                  <a:pt x="115574" y="66604"/>
                  <a:pt x="115955" y="66246"/>
                  <a:pt x="115955" y="65782"/>
                </a:cubicBezTo>
                <a:cubicBezTo>
                  <a:pt x="115955" y="65330"/>
                  <a:pt x="115574" y="64960"/>
                  <a:pt x="115134" y="64960"/>
                </a:cubicBezTo>
                <a:close/>
                <a:moveTo>
                  <a:pt x="102525" y="65901"/>
                </a:moveTo>
                <a:cubicBezTo>
                  <a:pt x="102822" y="65901"/>
                  <a:pt x="103061" y="66139"/>
                  <a:pt x="103061" y="66437"/>
                </a:cubicBezTo>
                <a:cubicBezTo>
                  <a:pt x="103061" y="66735"/>
                  <a:pt x="102822" y="66973"/>
                  <a:pt x="102525" y="66973"/>
                </a:cubicBezTo>
                <a:cubicBezTo>
                  <a:pt x="102227" y="66973"/>
                  <a:pt x="101989" y="66735"/>
                  <a:pt x="101989" y="66437"/>
                </a:cubicBezTo>
                <a:cubicBezTo>
                  <a:pt x="101989" y="66139"/>
                  <a:pt x="102227" y="65901"/>
                  <a:pt x="102525" y="65901"/>
                </a:cubicBezTo>
                <a:close/>
                <a:moveTo>
                  <a:pt x="105442" y="65901"/>
                </a:moveTo>
                <a:cubicBezTo>
                  <a:pt x="105740" y="65901"/>
                  <a:pt x="105978" y="66139"/>
                  <a:pt x="105978" y="66437"/>
                </a:cubicBezTo>
                <a:cubicBezTo>
                  <a:pt x="105966" y="66735"/>
                  <a:pt x="105728" y="66973"/>
                  <a:pt x="105442" y="66973"/>
                </a:cubicBezTo>
                <a:cubicBezTo>
                  <a:pt x="105144" y="66973"/>
                  <a:pt x="104906" y="66735"/>
                  <a:pt x="104906" y="66437"/>
                </a:cubicBezTo>
                <a:cubicBezTo>
                  <a:pt x="104906" y="66139"/>
                  <a:pt x="105144" y="65901"/>
                  <a:pt x="105442" y="65901"/>
                </a:cubicBezTo>
                <a:close/>
                <a:moveTo>
                  <a:pt x="32957" y="66306"/>
                </a:moveTo>
                <a:cubicBezTo>
                  <a:pt x="33254" y="66306"/>
                  <a:pt x="33492" y="66544"/>
                  <a:pt x="33492" y="66842"/>
                </a:cubicBezTo>
                <a:cubicBezTo>
                  <a:pt x="33492" y="67139"/>
                  <a:pt x="33254" y="67377"/>
                  <a:pt x="32957" y="67377"/>
                </a:cubicBezTo>
                <a:cubicBezTo>
                  <a:pt x="32659" y="67377"/>
                  <a:pt x="32409" y="67139"/>
                  <a:pt x="32409" y="66842"/>
                </a:cubicBezTo>
                <a:cubicBezTo>
                  <a:pt x="32409" y="66544"/>
                  <a:pt x="32659" y="66306"/>
                  <a:pt x="32957" y="66306"/>
                </a:cubicBezTo>
                <a:close/>
                <a:moveTo>
                  <a:pt x="68997" y="67449"/>
                </a:moveTo>
                <a:cubicBezTo>
                  <a:pt x="69294" y="67449"/>
                  <a:pt x="69533" y="67687"/>
                  <a:pt x="69533" y="67985"/>
                </a:cubicBezTo>
                <a:cubicBezTo>
                  <a:pt x="69533" y="68282"/>
                  <a:pt x="69294" y="68520"/>
                  <a:pt x="68997" y="68520"/>
                </a:cubicBezTo>
                <a:cubicBezTo>
                  <a:pt x="68699" y="68520"/>
                  <a:pt x="68461" y="68282"/>
                  <a:pt x="68461" y="67985"/>
                </a:cubicBezTo>
                <a:cubicBezTo>
                  <a:pt x="68461" y="67687"/>
                  <a:pt x="68699" y="67449"/>
                  <a:pt x="68997" y="67449"/>
                </a:cubicBezTo>
                <a:close/>
                <a:moveTo>
                  <a:pt x="117392" y="67519"/>
                </a:moveTo>
                <a:cubicBezTo>
                  <a:pt x="117530" y="67519"/>
                  <a:pt x="117665" y="67566"/>
                  <a:pt x="117765" y="67675"/>
                </a:cubicBezTo>
                <a:cubicBezTo>
                  <a:pt x="117872" y="67770"/>
                  <a:pt x="117920" y="67913"/>
                  <a:pt x="117920" y="68044"/>
                </a:cubicBezTo>
                <a:cubicBezTo>
                  <a:pt x="117920" y="68092"/>
                  <a:pt x="117920" y="68128"/>
                  <a:pt x="117908" y="68175"/>
                </a:cubicBezTo>
                <a:cubicBezTo>
                  <a:pt x="117860" y="68354"/>
                  <a:pt x="117705" y="68520"/>
                  <a:pt x="117515" y="68568"/>
                </a:cubicBezTo>
                <a:cubicBezTo>
                  <a:pt x="117470" y="68577"/>
                  <a:pt x="117426" y="68581"/>
                  <a:pt x="117382" y="68581"/>
                </a:cubicBezTo>
                <a:cubicBezTo>
                  <a:pt x="117243" y="68581"/>
                  <a:pt x="117115" y="68534"/>
                  <a:pt x="117015" y="68425"/>
                </a:cubicBezTo>
                <a:cubicBezTo>
                  <a:pt x="116872" y="68294"/>
                  <a:pt x="116836" y="68104"/>
                  <a:pt x="116872" y="67925"/>
                </a:cubicBezTo>
                <a:cubicBezTo>
                  <a:pt x="116919" y="67747"/>
                  <a:pt x="117062" y="67580"/>
                  <a:pt x="117265" y="67532"/>
                </a:cubicBezTo>
                <a:cubicBezTo>
                  <a:pt x="117307" y="67524"/>
                  <a:pt x="117350" y="67519"/>
                  <a:pt x="117392" y="67519"/>
                </a:cubicBezTo>
                <a:close/>
                <a:moveTo>
                  <a:pt x="117403" y="67226"/>
                </a:moveTo>
                <a:cubicBezTo>
                  <a:pt x="117330" y="67226"/>
                  <a:pt x="117256" y="67237"/>
                  <a:pt x="117181" y="67258"/>
                </a:cubicBezTo>
                <a:cubicBezTo>
                  <a:pt x="116908" y="67330"/>
                  <a:pt x="116669" y="67556"/>
                  <a:pt x="116598" y="67854"/>
                </a:cubicBezTo>
                <a:cubicBezTo>
                  <a:pt x="116574" y="67901"/>
                  <a:pt x="116562" y="67985"/>
                  <a:pt x="116562" y="68044"/>
                </a:cubicBezTo>
                <a:cubicBezTo>
                  <a:pt x="116562" y="68270"/>
                  <a:pt x="116658" y="68461"/>
                  <a:pt x="116800" y="68628"/>
                </a:cubicBezTo>
                <a:cubicBezTo>
                  <a:pt x="116961" y="68779"/>
                  <a:pt x="117154" y="68857"/>
                  <a:pt x="117361" y="68857"/>
                </a:cubicBezTo>
                <a:cubicBezTo>
                  <a:pt x="117431" y="68857"/>
                  <a:pt x="117502" y="68848"/>
                  <a:pt x="117574" y="68830"/>
                </a:cubicBezTo>
                <a:cubicBezTo>
                  <a:pt x="117860" y="68759"/>
                  <a:pt x="118098" y="68532"/>
                  <a:pt x="118170" y="68235"/>
                </a:cubicBezTo>
                <a:cubicBezTo>
                  <a:pt x="118241" y="67949"/>
                  <a:pt x="118158" y="67651"/>
                  <a:pt x="117955" y="67461"/>
                </a:cubicBezTo>
                <a:cubicBezTo>
                  <a:pt x="117805" y="67311"/>
                  <a:pt x="117610" y="67226"/>
                  <a:pt x="117403" y="67226"/>
                </a:cubicBezTo>
                <a:close/>
                <a:moveTo>
                  <a:pt x="104668" y="29420"/>
                </a:moveTo>
                <a:cubicBezTo>
                  <a:pt x="104156" y="29420"/>
                  <a:pt x="103704" y="29849"/>
                  <a:pt x="103704" y="30373"/>
                </a:cubicBezTo>
                <a:cubicBezTo>
                  <a:pt x="103704" y="30897"/>
                  <a:pt x="104132" y="31325"/>
                  <a:pt x="104656" y="31325"/>
                </a:cubicBezTo>
                <a:cubicBezTo>
                  <a:pt x="104704" y="31325"/>
                  <a:pt x="104751" y="31325"/>
                  <a:pt x="104787" y="31313"/>
                </a:cubicBezTo>
                <a:lnTo>
                  <a:pt x="123682" y="50054"/>
                </a:lnTo>
                <a:lnTo>
                  <a:pt x="130135" y="50054"/>
                </a:lnTo>
                <a:lnTo>
                  <a:pt x="150781" y="70533"/>
                </a:lnTo>
                <a:lnTo>
                  <a:pt x="151579" y="69723"/>
                </a:lnTo>
                <a:lnTo>
                  <a:pt x="130612" y="48923"/>
                </a:lnTo>
                <a:lnTo>
                  <a:pt x="124158" y="48923"/>
                </a:lnTo>
                <a:lnTo>
                  <a:pt x="105609" y="30504"/>
                </a:lnTo>
                <a:cubicBezTo>
                  <a:pt x="105609" y="30468"/>
                  <a:pt x="105620" y="30421"/>
                  <a:pt x="105620" y="30373"/>
                </a:cubicBezTo>
                <a:cubicBezTo>
                  <a:pt x="105620" y="29849"/>
                  <a:pt x="105192" y="29420"/>
                  <a:pt x="104668" y="29420"/>
                </a:cubicBezTo>
                <a:close/>
                <a:moveTo>
                  <a:pt x="76950" y="69854"/>
                </a:moveTo>
                <a:cubicBezTo>
                  <a:pt x="77248" y="69854"/>
                  <a:pt x="77486" y="70092"/>
                  <a:pt x="77486" y="70390"/>
                </a:cubicBezTo>
                <a:cubicBezTo>
                  <a:pt x="77486" y="70687"/>
                  <a:pt x="77248" y="70926"/>
                  <a:pt x="76950" y="70926"/>
                </a:cubicBezTo>
                <a:cubicBezTo>
                  <a:pt x="76653" y="70914"/>
                  <a:pt x="76414" y="70675"/>
                  <a:pt x="76414" y="70390"/>
                </a:cubicBezTo>
                <a:cubicBezTo>
                  <a:pt x="76414" y="70092"/>
                  <a:pt x="76653" y="69854"/>
                  <a:pt x="76950" y="69854"/>
                </a:cubicBezTo>
                <a:close/>
                <a:moveTo>
                  <a:pt x="119646" y="69366"/>
                </a:moveTo>
                <a:cubicBezTo>
                  <a:pt x="119122" y="69366"/>
                  <a:pt x="118694" y="69794"/>
                  <a:pt x="118694" y="70318"/>
                </a:cubicBezTo>
                <a:cubicBezTo>
                  <a:pt x="118694" y="70842"/>
                  <a:pt x="119122" y="71271"/>
                  <a:pt x="119646" y="71271"/>
                </a:cubicBezTo>
                <a:cubicBezTo>
                  <a:pt x="120170" y="71271"/>
                  <a:pt x="120599" y="70842"/>
                  <a:pt x="120599" y="70318"/>
                </a:cubicBezTo>
                <a:cubicBezTo>
                  <a:pt x="120599" y="69794"/>
                  <a:pt x="120170" y="69366"/>
                  <a:pt x="119646" y="69366"/>
                </a:cubicBezTo>
                <a:close/>
                <a:moveTo>
                  <a:pt x="50578" y="11811"/>
                </a:moveTo>
                <a:cubicBezTo>
                  <a:pt x="50054" y="11811"/>
                  <a:pt x="49625" y="12252"/>
                  <a:pt x="49625" y="12764"/>
                </a:cubicBezTo>
                <a:cubicBezTo>
                  <a:pt x="49625" y="13085"/>
                  <a:pt x="49768" y="13347"/>
                  <a:pt x="50006" y="13526"/>
                </a:cubicBezTo>
                <a:lnTo>
                  <a:pt x="50006" y="41505"/>
                </a:lnTo>
                <a:lnTo>
                  <a:pt x="30694" y="60984"/>
                </a:lnTo>
                <a:lnTo>
                  <a:pt x="14109" y="60984"/>
                </a:lnTo>
                <a:lnTo>
                  <a:pt x="3572" y="71616"/>
                </a:lnTo>
                <a:lnTo>
                  <a:pt x="4370" y="72414"/>
                </a:lnTo>
                <a:lnTo>
                  <a:pt x="14585" y="62139"/>
                </a:lnTo>
                <a:lnTo>
                  <a:pt x="31147" y="62139"/>
                </a:lnTo>
                <a:lnTo>
                  <a:pt x="31147" y="62115"/>
                </a:lnTo>
                <a:lnTo>
                  <a:pt x="51137" y="41981"/>
                </a:lnTo>
                <a:lnTo>
                  <a:pt x="51137" y="13526"/>
                </a:lnTo>
                <a:cubicBezTo>
                  <a:pt x="51376" y="13347"/>
                  <a:pt x="51530" y="13085"/>
                  <a:pt x="51530" y="12764"/>
                </a:cubicBezTo>
                <a:cubicBezTo>
                  <a:pt x="51530" y="12252"/>
                  <a:pt x="51090" y="11811"/>
                  <a:pt x="50578" y="11811"/>
                </a:cubicBezTo>
                <a:close/>
                <a:moveTo>
                  <a:pt x="29004" y="72259"/>
                </a:moveTo>
                <a:cubicBezTo>
                  <a:pt x="29301" y="72259"/>
                  <a:pt x="29540" y="72497"/>
                  <a:pt x="29540" y="72795"/>
                </a:cubicBezTo>
                <a:cubicBezTo>
                  <a:pt x="29540" y="73092"/>
                  <a:pt x="29301" y="73331"/>
                  <a:pt x="29004" y="73331"/>
                </a:cubicBezTo>
                <a:cubicBezTo>
                  <a:pt x="28706" y="73331"/>
                  <a:pt x="28468" y="73092"/>
                  <a:pt x="28468" y="72795"/>
                </a:cubicBezTo>
                <a:cubicBezTo>
                  <a:pt x="28492" y="72497"/>
                  <a:pt x="28730" y="72259"/>
                  <a:pt x="29004" y="72259"/>
                </a:cubicBezTo>
                <a:close/>
                <a:moveTo>
                  <a:pt x="29004" y="75771"/>
                </a:moveTo>
                <a:cubicBezTo>
                  <a:pt x="29301" y="75771"/>
                  <a:pt x="29540" y="76009"/>
                  <a:pt x="29540" y="76307"/>
                </a:cubicBezTo>
                <a:cubicBezTo>
                  <a:pt x="29540" y="76605"/>
                  <a:pt x="29301" y="76843"/>
                  <a:pt x="29004" y="76843"/>
                </a:cubicBezTo>
                <a:cubicBezTo>
                  <a:pt x="28706" y="76843"/>
                  <a:pt x="28468" y="76605"/>
                  <a:pt x="28468" y="76307"/>
                </a:cubicBezTo>
                <a:cubicBezTo>
                  <a:pt x="28492" y="76009"/>
                  <a:pt x="28730" y="75771"/>
                  <a:pt x="29004" y="75771"/>
                </a:cubicBezTo>
                <a:close/>
                <a:moveTo>
                  <a:pt x="123730" y="55185"/>
                </a:moveTo>
                <a:lnTo>
                  <a:pt x="123539" y="55388"/>
                </a:lnTo>
                <a:lnTo>
                  <a:pt x="140291" y="72104"/>
                </a:lnTo>
                <a:lnTo>
                  <a:pt x="140327" y="72152"/>
                </a:lnTo>
                <a:lnTo>
                  <a:pt x="144590" y="72152"/>
                </a:lnTo>
                <a:lnTo>
                  <a:pt x="149900" y="77462"/>
                </a:lnTo>
                <a:lnTo>
                  <a:pt x="150090" y="77260"/>
                </a:lnTo>
                <a:lnTo>
                  <a:pt x="144732" y="71902"/>
                </a:lnTo>
                <a:lnTo>
                  <a:pt x="144685" y="71854"/>
                </a:lnTo>
                <a:lnTo>
                  <a:pt x="140434" y="71854"/>
                </a:lnTo>
                <a:lnTo>
                  <a:pt x="123730" y="55185"/>
                </a:lnTo>
                <a:close/>
                <a:moveTo>
                  <a:pt x="124325" y="77486"/>
                </a:moveTo>
                <a:cubicBezTo>
                  <a:pt x="124623" y="77486"/>
                  <a:pt x="124861" y="77724"/>
                  <a:pt x="124861" y="78022"/>
                </a:cubicBezTo>
                <a:cubicBezTo>
                  <a:pt x="124861" y="78319"/>
                  <a:pt x="124623" y="78569"/>
                  <a:pt x="124325" y="78569"/>
                </a:cubicBezTo>
                <a:cubicBezTo>
                  <a:pt x="124039" y="78569"/>
                  <a:pt x="123801" y="78319"/>
                  <a:pt x="123801" y="78022"/>
                </a:cubicBezTo>
                <a:cubicBezTo>
                  <a:pt x="123801" y="77724"/>
                  <a:pt x="124028" y="77486"/>
                  <a:pt x="124325" y="77486"/>
                </a:cubicBezTo>
                <a:close/>
                <a:moveTo>
                  <a:pt x="82725" y="79141"/>
                </a:moveTo>
                <a:cubicBezTo>
                  <a:pt x="83022" y="79141"/>
                  <a:pt x="83261" y="79379"/>
                  <a:pt x="83261" y="79677"/>
                </a:cubicBezTo>
                <a:cubicBezTo>
                  <a:pt x="83261" y="79974"/>
                  <a:pt x="83022" y="80212"/>
                  <a:pt x="82725" y="80212"/>
                </a:cubicBezTo>
                <a:cubicBezTo>
                  <a:pt x="82427" y="80212"/>
                  <a:pt x="82189" y="79974"/>
                  <a:pt x="82189" y="79677"/>
                </a:cubicBezTo>
                <a:cubicBezTo>
                  <a:pt x="82189" y="79379"/>
                  <a:pt x="82427" y="79141"/>
                  <a:pt x="82725" y="79141"/>
                </a:cubicBezTo>
                <a:close/>
                <a:moveTo>
                  <a:pt x="68997" y="67163"/>
                </a:moveTo>
                <a:cubicBezTo>
                  <a:pt x="68556" y="67163"/>
                  <a:pt x="68175" y="67532"/>
                  <a:pt x="68175" y="67985"/>
                </a:cubicBezTo>
                <a:cubicBezTo>
                  <a:pt x="68175" y="68163"/>
                  <a:pt x="68235" y="68342"/>
                  <a:pt x="68342" y="68473"/>
                </a:cubicBezTo>
                <a:lnTo>
                  <a:pt x="65354" y="71699"/>
                </a:lnTo>
                <a:lnTo>
                  <a:pt x="65354" y="85094"/>
                </a:lnTo>
                <a:lnTo>
                  <a:pt x="65639" y="85094"/>
                </a:lnTo>
                <a:lnTo>
                  <a:pt x="65639" y="71807"/>
                </a:lnTo>
                <a:lnTo>
                  <a:pt x="68556" y="68663"/>
                </a:lnTo>
                <a:cubicBezTo>
                  <a:pt x="68687" y="68759"/>
                  <a:pt x="68830" y="68794"/>
                  <a:pt x="68997" y="68794"/>
                </a:cubicBezTo>
                <a:cubicBezTo>
                  <a:pt x="69004" y="68794"/>
                  <a:pt x="69011" y="68795"/>
                  <a:pt x="69019" y="68795"/>
                </a:cubicBezTo>
                <a:cubicBezTo>
                  <a:pt x="69461" y="68795"/>
                  <a:pt x="69818" y="68441"/>
                  <a:pt x="69818" y="67985"/>
                </a:cubicBezTo>
                <a:cubicBezTo>
                  <a:pt x="69818" y="67532"/>
                  <a:pt x="69449" y="67163"/>
                  <a:pt x="68997" y="67163"/>
                </a:cubicBezTo>
                <a:close/>
                <a:moveTo>
                  <a:pt x="70914" y="18931"/>
                </a:moveTo>
                <a:cubicBezTo>
                  <a:pt x="70473" y="18931"/>
                  <a:pt x="70104" y="19300"/>
                  <a:pt x="70104" y="19741"/>
                </a:cubicBezTo>
                <a:cubicBezTo>
                  <a:pt x="70104" y="20145"/>
                  <a:pt x="70402" y="20479"/>
                  <a:pt x="70771" y="20550"/>
                </a:cubicBezTo>
                <a:lnTo>
                  <a:pt x="70771" y="35790"/>
                </a:lnTo>
                <a:lnTo>
                  <a:pt x="68854" y="37731"/>
                </a:lnTo>
                <a:lnTo>
                  <a:pt x="68854" y="62258"/>
                </a:lnTo>
                <a:lnTo>
                  <a:pt x="60877" y="70247"/>
                </a:lnTo>
                <a:lnTo>
                  <a:pt x="60829" y="70294"/>
                </a:lnTo>
                <a:lnTo>
                  <a:pt x="60829" y="85118"/>
                </a:lnTo>
                <a:lnTo>
                  <a:pt x="61115" y="85118"/>
                </a:lnTo>
                <a:lnTo>
                  <a:pt x="61115" y="70414"/>
                </a:lnTo>
                <a:lnTo>
                  <a:pt x="69092" y="62413"/>
                </a:lnTo>
                <a:lnTo>
                  <a:pt x="69152" y="62353"/>
                </a:lnTo>
                <a:lnTo>
                  <a:pt x="69152" y="37850"/>
                </a:lnTo>
                <a:lnTo>
                  <a:pt x="71069" y="35909"/>
                </a:lnTo>
                <a:lnTo>
                  <a:pt x="71069" y="20550"/>
                </a:lnTo>
                <a:cubicBezTo>
                  <a:pt x="71450" y="20479"/>
                  <a:pt x="71735" y="20145"/>
                  <a:pt x="71735" y="19741"/>
                </a:cubicBezTo>
                <a:cubicBezTo>
                  <a:pt x="71735" y="19300"/>
                  <a:pt x="71366" y="18931"/>
                  <a:pt x="70914" y="18931"/>
                </a:cubicBezTo>
                <a:close/>
                <a:moveTo>
                  <a:pt x="68997" y="64460"/>
                </a:moveTo>
                <a:cubicBezTo>
                  <a:pt x="68556" y="64460"/>
                  <a:pt x="68175" y="64830"/>
                  <a:pt x="68175" y="65270"/>
                </a:cubicBezTo>
                <a:cubicBezTo>
                  <a:pt x="68175" y="65449"/>
                  <a:pt x="68235" y="65615"/>
                  <a:pt x="68330" y="65734"/>
                </a:cubicBezTo>
                <a:lnTo>
                  <a:pt x="63103" y="71009"/>
                </a:lnTo>
                <a:lnTo>
                  <a:pt x="63103" y="85118"/>
                </a:lnTo>
                <a:lnTo>
                  <a:pt x="63389" y="85118"/>
                </a:lnTo>
                <a:lnTo>
                  <a:pt x="63389" y="71128"/>
                </a:lnTo>
                <a:lnTo>
                  <a:pt x="68532" y="65961"/>
                </a:lnTo>
                <a:cubicBezTo>
                  <a:pt x="68675" y="66044"/>
                  <a:pt x="68830" y="66103"/>
                  <a:pt x="68997" y="66103"/>
                </a:cubicBezTo>
                <a:cubicBezTo>
                  <a:pt x="69449" y="66092"/>
                  <a:pt x="69818" y="65734"/>
                  <a:pt x="69818" y="65270"/>
                </a:cubicBezTo>
                <a:cubicBezTo>
                  <a:pt x="69818" y="64830"/>
                  <a:pt x="69449" y="64460"/>
                  <a:pt x="68997" y="64460"/>
                </a:cubicBezTo>
                <a:close/>
                <a:moveTo>
                  <a:pt x="29004" y="68306"/>
                </a:moveTo>
                <a:cubicBezTo>
                  <a:pt x="28694" y="68306"/>
                  <a:pt x="28432" y="68461"/>
                  <a:pt x="28242" y="68699"/>
                </a:cubicBezTo>
                <a:lnTo>
                  <a:pt x="17336" y="68699"/>
                </a:lnTo>
                <a:lnTo>
                  <a:pt x="0" y="86154"/>
                </a:lnTo>
                <a:lnTo>
                  <a:pt x="810" y="86951"/>
                </a:lnTo>
                <a:lnTo>
                  <a:pt x="17812" y="69830"/>
                </a:lnTo>
                <a:lnTo>
                  <a:pt x="28242" y="69830"/>
                </a:lnTo>
                <a:cubicBezTo>
                  <a:pt x="28432" y="70068"/>
                  <a:pt x="28694" y="70211"/>
                  <a:pt x="29004" y="70211"/>
                </a:cubicBezTo>
                <a:cubicBezTo>
                  <a:pt x="29528" y="70211"/>
                  <a:pt x="29956" y="69783"/>
                  <a:pt x="29956" y="69259"/>
                </a:cubicBezTo>
                <a:cubicBezTo>
                  <a:pt x="29956" y="68747"/>
                  <a:pt x="29528" y="68306"/>
                  <a:pt x="29004" y="68306"/>
                </a:cubicBezTo>
                <a:close/>
                <a:moveTo>
                  <a:pt x="16538" y="86642"/>
                </a:moveTo>
                <a:cubicBezTo>
                  <a:pt x="16836" y="86642"/>
                  <a:pt x="17074" y="86880"/>
                  <a:pt x="17074" y="87177"/>
                </a:cubicBezTo>
                <a:cubicBezTo>
                  <a:pt x="17074" y="87475"/>
                  <a:pt x="16836" y="87713"/>
                  <a:pt x="16538" y="87713"/>
                </a:cubicBezTo>
                <a:cubicBezTo>
                  <a:pt x="16240" y="87713"/>
                  <a:pt x="16002" y="87475"/>
                  <a:pt x="16002" y="87177"/>
                </a:cubicBezTo>
                <a:cubicBezTo>
                  <a:pt x="16002" y="86880"/>
                  <a:pt x="16240" y="86642"/>
                  <a:pt x="16538" y="86642"/>
                </a:cubicBezTo>
                <a:close/>
                <a:moveTo>
                  <a:pt x="71128" y="86927"/>
                </a:moveTo>
                <a:cubicBezTo>
                  <a:pt x="71426" y="86927"/>
                  <a:pt x="71664" y="87166"/>
                  <a:pt x="71664" y="87463"/>
                </a:cubicBezTo>
                <a:cubicBezTo>
                  <a:pt x="71664" y="87761"/>
                  <a:pt x="71426" y="87999"/>
                  <a:pt x="71128" y="87999"/>
                </a:cubicBezTo>
                <a:cubicBezTo>
                  <a:pt x="70830" y="87999"/>
                  <a:pt x="70592" y="87761"/>
                  <a:pt x="70592" y="87463"/>
                </a:cubicBezTo>
                <a:cubicBezTo>
                  <a:pt x="70592" y="87166"/>
                  <a:pt x="70830" y="86927"/>
                  <a:pt x="71128" y="86927"/>
                </a:cubicBezTo>
                <a:close/>
                <a:moveTo>
                  <a:pt x="71128" y="86630"/>
                </a:moveTo>
                <a:cubicBezTo>
                  <a:pt x="70676" y="86630"/>
                  <a:pt x="70307" y="86999"/>
                  <a:pt x="70307" y="87451"/>
                </a:cubicBezTo>
                <a:cubicBezTo>
                  <a:pt x="70307" y="87916"/>
                  <a:pt x="70664" y="88273"/>
                  <a:pt x="71128" y="88273"/>
                </a:cubicBezTo>
                <a:cubicBezTo>
                  <a:pt x="71569" y="88273"/>
                  <a:pt x="71950" y="87892"/>
                  <a:pt x="71950" y="87451"/>
                </a:cubicBezTo>
                <a:cubicBezTo>
                  <a:pt x="71950" y="86999"/>
                  <a:pt x="71569" y="86630"/>
                  <a:pt x="71128" y="86630"/>
                </a:cubicBezTo>
                <a:close/>
                <a:moveTo>
                  <a:pt x="14276" y="88928"/>
                </a:moveTo>
                <a:cubicBezTo>
                  <a:pt x="14573" y="88928"/>
                  <a:pt x="14811" y="89166"/>
                  <a:pt x="14811" y="89463"/>
                </a:cubicBezTo>
                <a:cubicBezTo>
                  <a:pt x="14811" y="89761"/>
                  <a:pt x="14573" y="89999"/>
                  <a:pt x="14276" y="89999"/>
                </a:cubicBezTo>
                <a:cubicBezTo>
                  <a:pt x="13978" y="89975"/>
                  <a:pt x="13740" y="89737"/>
                  <a:pt x="13740" y="89463"/>
                </a:cubicBezTo>
                <a:cubicBezTo>
                  <a:pt x="13740" y="89166"/>
                  <a:pt x="13978" y="88928"/>
                  <a:pt x="14276" y="88928"/>
                </a:cubicBezTo>
                <a:close/>
                <a:moveTo>
                  <a:pt x="29004" y="71961"/>
                </a:moveTo>
                <a:cubicBezTo>
                  <a:pt x="28599" y="71961"/>
                  <a:pt x="28277" y="72259"/>
                  <a:pt x="28206" y="72628"/>
                </a:cubicBezTo>
                <a:lnTo>
                  <a:pt x="18991" y="72628"/>
                </a:lnTo>
                <a:lnTo>
                  <a:pt x="1786" y="89975"/>
                </a:lnTo>
                <a:lnTo>
                  <a:pt x="2000" y="90178"/>
                </a:lnTo>
                <a:lnTo>
                  <a:pt x="19122" y="72914"/>
                </a:lnTo>
                <a:lnTo>
                  <a:pt x="28206" y="72914"/>
                </a:lnTo>
                <a:lnTo>
                  <a:pt x="28206" y="72926"/>
                </a:lnTo>
                <a:cubicBezTo>
                  <a:pt x="28277" y="73307"/>
                  <a:pt x="28611" y="73592"/>
                  <a:pt x="29004" y="73592"/>
                </a:cubicBezTo>
                <a:cubicBezTo>
                  <a:pt x="29456" y="73592"/>
                  <a:pt x="29825" y="73223"/>
                  <a:pt x="29825" y="72771"/>
                </a:cubicBezTo>
                <a:cubicBezTo>
                  <a:pt x="29825" y="72330"/>
                  <a:pt x="29456" y="71961"/>
                  <a:pt x="29004" y="71961"/>
                </a:cubicBezTo>
                <a:close/>
                <a:moveTo>
                  <a:pt x="71128" y="89880"/>
                </a:moveTo>
                <a:cubicBezTo>
                  <a:pt x="71426" y="89880"/>
                  <a:pt x="71664" y="90118"/>
                  <a:pt x="71664" y="90416"/>
                </a:cubicBezTo>
                <a:cubicBezTo>
                  <a:pt x="71664" y="90714"/>
                  <a:pt x="71426" y="90952"/>
                  <a:pt x="71128" y="90952"/>
                </a:cubicBezTo>
                <a:cubicBezTo>
                  <a:pt x="70830" y="90952"/>
                  <a:pt x="70592" y="90714"/>
                  <a:pt x="70592" y="90416"/>
                </a:cubicBezTo>
                <a:cubicBezTo>
                  <a:pt x="70592" y="90118"/>
                  <a:pt x="70830" y="89880"/>
                  <a:pt x="71128" y="89880"/>
                </a:cubicBezTo>
                <a:close/>
                <a:moveTo>
                  <a:pt x="71128" y="89583"/>
                </a:moveTo>
                <a:cubicBezTo>
                  <a:pt x="70676" y="89583"/>
                  <a:pt x="70307" y="89952"/>
                  <a:pt x="70307" y="90392"/>
                </a:cubicBezTo>
                <a:cubicBezTo>
                  <a:pt x="70307" y="90857"/>
                  <a:pt x="70664" y="91214"/>
                  <a:pt x="71128" y="91214"/>
                </a:cubicBezTo>
                <a:cubicBezTo>
                  <a:pt x="71569" y="91214"/>
                  <a:pt x="71950" y="90845"/>
                  <a:pt x="71950" y="90392"/>
                </a:cubicBezTo>
                <a:cubicBezTo>
                  <a:pt x="71950" y="89952"/>
                  <a:pt x="71569" y="89583"/>
                  <a:pt x="71128" y="89583"/>
                </a:cubicBezTo>
                <a:close/>
                <a:moveTo>
                  <a:pt x="12025" y="91178"/>
                </a:moveTo>
                <a:cubicBezTo>
                  <a:pt x="12323" y="91178"/>
                  <a:pt x="12561" y="91416"/>
                  <a:pt x="12561" y="91714"/>
                </a:cubicBezTo>
                <a:cubicBezTo>
                  <a:pt x="12561" y="92011"/>
                  <a:pt x="12323" y="92261"/>
                  <a:pt x="12025" y="92261"/>
                </a:cubicBezTo>
                <a:cubicBezTo>
                  <a:pt x="11728" y="92261"/>
                  <a:pt x="11490" y="92011"/>
                  <a:pt x="11490" y="91714"/>
                </a:cubicBezTo>
                <a:cubicBezTo>
                  <a:pt x="11490" y="91416"/>
                  <a:pt x="11728" y="91178"/>
                  <a:pt x="12025" y="91178"/>
                </a:cubicBezTo>
                <a:close/>
                <a:moveTo>
                  <a:pt x="29004" y="75474"/>
                </a:moveTo>
                <a:cubicBezTo>
                  <a:pt x="28599" y="75474"/>
                  <a:pt x="28277" y="75771"/>
                  <a:pt x="28206" y="76140"/>
                </a:cubicBezTo>
                <a:lnTo>
                  <a:pt x="20479" y="76140"/>
                </a:lnTo>
                <a:lnTo>
                  <a:pt x="3274" y="93500"/>
                </a:lnTo>
                <a:lnTo>
                  <a:pt x="3489" y="93702"/>
                </a:lnTo>
                <a:lnTo>
                  <a:pt x="20610" y="76438"/>
                </a:lnTo>
                <a:lnTo>
                  <a:pt x="28206" y="76438"/>
                </a:lnTo>
                <a:cubicBezTo>
                  <a:pt x="28277" y="76819"/>
                  <a:pt x="28611" y="77105"/>
                  <a:pt x="29004" y="77105"/>
                </a:cubicBezTo>
                <a:cubicBezTo>
                  <a:pt x="29456" y="77105"/>
                  <a:pt x="29825" y="76736"/>
                  <a:pt x="29825" y="76283"/>
                </a:cubicBezTo>
                <a:cubicBezTo>
                  <a:pt x="29825" y="75843"/>
                  <a:pt x="29456" y="75474"/>
                  <a:pt x="29004" y="75474"/>
                </a:cubicBezTo>
                <a:close/>
                <a:moveTo>
                  <a:pt x="50197" y="48625"/>
                </a:moveTo>
                <a:cubicBezTo>
                  <a:pt x="49756" y="48625"/>
                  <a:pt x="49387" y="48994"/>
                  <a:pt x="49387" y="49435"/>
                </a:cubicBezTo>
                <a:cubicBezTo>
                  <a:pt x="49387" y="49613"/>
                  <a:pt x="49447" y="49780"/>
                  <a:pt x="49530" y="49911"/>
                </a:cubicBezTo>
                <a:lnTo>
                  <a:pt x="40660" y="58841"/>
                </a:lnTo>
                <a:lnTo>
                  <a:pt x="40660" y="82629"/>
                </a:lnTo>
                <a:lnTo>
                  <a:pt x="28897" y="94476"/>
                </a:lnTo>
                <a:lnTo>
                  <a:pt x="29111" y="94667"/>
                </a:lnTo>
                <a:lnTo>
                  <a:pt x="40958" y="82736"/>
                </a:lnTo>
                <a:lnTo>
                  <a:pt x="40958" y="58960"/>
                </a:lnTo>
                <a:lnTo>
                  <a:pt x="49744" y="50113"/>
                </a:lnTo>
                <a:cubicBezTo>
                  <a:pt x="49875" y="50197"/>
                  <a:pt x="50042" y="50256"/>
                  <a:pt x="50197" y="50256"/>
                </a:cubicBezTo>
                <a:cubicBezTo>
                  <a:pt x="50661" y="50256"/>
                  <a:pt x="51018" y="49899"/>
                  <a:pt x="51018" y="49435"/>
                </a:cubicBezTo>
                <a:cubicBezTo>
                  <a:pt x="51018" y="48994"/>
                  <a:pt x="50649" y="48625"/>
                  <a:pt x="50197" y="48625"/>
                </a:cubicBezTo>
                <a:close/>
                <a:moveTo>
                  <a:pt x="51542" y="99108"/>
                </a:moveTo>
                <a:cubicBezTo>
                  <a:pt x="51840" y="99108"/>
                  <a:pt x="52078" y="99346"/>
                  <a:pt x="52078" y="99643"/>
                </a:cubicBezTo>
                <a:cubicBezTo>
                  <a:pt x="52078" y="99941"/>
                  <a:pt x="51840" y="100179"/>
                  <a:pt x="51542" y="100179"/>
                </a:cubicBezTo>
                <a:cubicBezTo>
                  <a:pt x="51245" y="100179"/>
                  <a:pt x="51006" y="99941"/>
                  <a:pt x="51006" y="99643"/>
                </a:cubicBezTo>
                <a:cubicBezTo>
                  <a:pt x="51006" y="99346"/>
                  <a:pt x="51245" y="99108"/>
                  <a:pt x="51542" y="99108"/>
                </a:cubicBezTo>
                <a:close/>
                <a:moveTo>
                  <a:pt x="105204" y="39029"/>
                </a:moveTo>
                <a:cubicBezTo>
                  <a:pt x="104763" y="39029"/>
                  <a:pt x="104394" y="39410"/>
                  <a:pt x="104394" y="39850"/>
                </a:cubicBezTo>
                <a:cubicBezTo>
                  <a:pt x="104394" y="40303"/>
                  <a:pt x="104763" y="40672"/>
                  <a:pt x="105204" y="40672"/>
                </a:cubicBezTo>
                <a:cubicBezTo>
                  <a:pt x="105382" y="40672"/>
                  <a:pt x="105549" y="40612"/>
                  <a:pt x="105668" y="40517"/>
                </a:cubicBezTo>
                <a:lnTo>
                  <a:pt x="142054" y="76831"/>
                </a:lnTo>
                <a:lnTo>
                  <a:pt x="142054" y="99108"/>
                </a:lnTo>
                <a:lnTo>
                  <a:pt x="143899" y="100965"/>
                </a:lnTo>
                <a:lnTo>
                  <a:pt x="150507" y="100965"/>
                </a:lnTo>
                <a:lnTo>
                  <a:pt x="150507" y="100679"/>
                </a:lnTo>
                <a:lnTo>
                  <a:pt x="144018" y="100679"/>
                </a:lnTo>
                <a:lnTo>
                  <a:pt x="142339" y="98988"/>
                </a:lnTo>
                <a:lnTo>
                  <a:pt x="142339" y="76724"/>
                </a:lnTo>
                <a:lnTo>
                  <a:pt x="105882" y="40315"/>
                </a:lnTo>
                <a:cubicBezTo>
                  <a:pt x="105966" y="40184"/>
                  <a:pt x="106025" y="40017"/>
                  <a:pt x="106025" y="39850"/>
                </a:cubicBezTo>
                <a:cubicBezTo>
                  <a:pt x="106025" y="39410"/>
                  <a:pt x="105656" y="39029"/>
                  <a:pt x="105204" y="39029"/>
                </a:cubicBezTo>
                <a:close/>
                <a:moveTo>
                  <a:pt x="59400" y="26003"/>
                </a:moveTo>
                <a:cubicBezTo>
                  <a:pt x="58948" y="26003"/>
                  <a:pt x="58579" y="26372"/>
                  <a:pt x="58579" y="26813"/>
                </a:cubicBezTo>
                <a:cubicBezTo>
                  <a:pt x="58579" y="27218"/>
                  <a:pt x="58877" y="27551"/>
                  <a:pt x="59246" y="27623"/>
                </a:cubicBezTo>
                <a:lnTo>
                  <a:pt x="59246" y="40505"/>
                </a:lnTo>
                <a:lnTo>
                  <a:pt x="57626" y="42148"/>
                </a:lnTo>
                <a:lnTo>
                  <a:pt x="57626" y="55138"/>
                </a:lnTo>
                <a:lnTo>
                  <a:pt x="48304" y="64496"/>
                </a:lnTo>
                <a:lnTo>
                  <a:pt x="48304" y="81332"/>
                </a:lnTo>
                <a:lnTo>
                  <a:pt x="28920" y="100834"/>
                </a:lnTo>
                <a:lnTo>
                  <a:pt x="29111" y="101024"/>
                </a:lnTo>
                <a:lnTo>
                  <a:pt x="48566" y="81486"/>
                </a:lnTo>
                <a:lnTo>
                  <a:pt x="48601" y="81439"/>
                </a:lnTo>
                <a:lnTo>
                  <a:pt x="48601" y="64603"/>
                </a:lnTo>
                <a:lnTo>
                  <a:pt x="57924" y="55245"/>
                </a:lnTo>
                <a:lnTo>
                  <a:pt x="57924" y="42255"/>
                </a:lnTo>
                <a:lnTo>
                  <a:pt x="59543" y="40612"/>
                </a:lnTo>
                <a:lnTo>
                  <a:pt x="59543" y="27623"/>
                </a:lnTo>
                <a:cubicBezTo>
                  <a:pt x="59936" y="27551"/>
                  <a:pt x="60210" y="27218"/>
                  <a:pt x="60210" y="26813"/>
                </a:cubicBezTo>
                <a:cubicBezTo>
                  <a:pt x="60210" y="26372"/>
                  <a:pt x="59841" y="26003"/>
                  <a:pt x="59400" y="26003"/>
                </a:cubicBezTo>
                <a:close/>
                <a:moveTo>
                  <a:pt x="12014" y="90904"/>
                </a:moveTo>
                <a:cubicBezTo>
                  <a:pt x="11561" y="90904"/>
                  <a:pt x="11192" y="91273"/>
                  <a:pt x="11192" y="91726"/>
                </a:cubicBezTo>
                <a:cubicBezTo>
                  <a:pt x="11192" y="92119"/>
                  <a:pt x="11490" y="92452"/>
                  <a:pt x="11859" y="92523"/>
                </a:cubicBezTo>
                <a:lnTo>
                  <a:pt x="11859" y="102465"/>
                </a:lnTo>
                <a:lnTo>
                  <a:pt x="11478" y="102858"/>
                </a:lnTo>
                <a:lnTo>
                  <a:pt x="5763" y="102858"/>
                </a:lnTo>
                <a:lnTo>
                  <a:pt x="5763" y="103132"/>
                </a:lnTo>
                <a:lnTo>
                  <a:pt x="11609" y="103132"/>
                </a:lnTo>
                <a:lnTo>
                  <a:pt x="12156" y="102572"/>
                </a:lnTo>
                <a:lnTo>
                  <a:pt x="12156" y="92523"/>
                </a:lnTo>
                <a:cubicBezTo>
                  <a:pt x="12549" y="92452"/>
                  <a:pt x="12835" y="92119"/>
                  <a:pt x="12835" y="91726"/>
                </a:cubicBezTo>
                <a:cubicBezTo>
                  <a:pt x="12835" y="91273"/>
                  <a:pt x="12454" y="90904"/>
                  <a:pt x="12014" y="90904"/>
                </a:cubicBezTo>
                <a:close/>
                <a:moveTo>
                  <a:pt x="88690" y="33218"/>
                </a:moveTo>
                <a:cubicBezTo>
                  <a:pt x="88237" y="33218"/>
                  <a:pt x="87868" y="33588"/>
                  <a:pt x="87868" y="34040"/>
                </a:cubicBezTo>
                <a:cubicBezTo>
                  <a:pt x="87868" y="34481"/>
                  <a:pt x="88237" y="34850"/>
                  <a:pt x="88690" y="34850"/>
                </a:cubicBezTo>
                <a:cubicBezTo>
                  <a:pt x="88868" y="34850"/>
                  <a:pt x="89023" y="34790"/>
                  <a:pt x="89142" y="34707"/>
                </a:cubicBezTo>
                <a:lnTo>
                  <a:pt x="105097" y="50625"/>
                </a:lnTo>
                <a:lnTo>
                  <a:pt x="105144" y="50673"/>
                </a:lnTo>
                <a:lnTo>
                  <a:pt x="112871" y="50673"/>
                </a:lnTo>
                <a:lnTo>
                  <a:pt x="139791" y="77557"/>
                </a:lnTo>
                <a:lnTo>
                  <a:pt x="139791" y="99822"/>
                </a:lnTo>
                <a:lnTo>
                  <a:pt x="143185" y="103191"/>
                </a:lnTo>
                <a:lnTo>
                  <a:pt x="150709" y="103191"/>
                </a:lnTo>
                <a:lnTo>
                  <a:pt x="150709" y="102918"/>
                </a:lnTo>
                <a:lnTo>
                  <a:pt x="143292" y="102918"/>
                </a:lnTo>
                <a:lnTo>
                  <a:pt x="140077" y="99703"/>
                </a:lnTo>
                <a:lnTo>
                  <a:pt x="140077" y="77414"/>
                </a:lnTo>
                <a:lnTo>
                  <a:pt x="113038" y="50423"/>
                </a:lnTo>
                <a:lnTo>
                  <a:pt x="112990" y="50375"/>
                </a:lnTo>
                <a:lnTo>
                  <a:pt x="105263" y="50375"/>
                </a:lnTo>
                <a:lnTo>
                  <a:pt x="89357" y="34492"/>
                </a:lnTo>
                <a:cubicBezTo>
                  <a:pt x="89440" y="34361"/>
                  <a:pt x="89499" y="34195"/>
                  <a:pt x="89499" y="34040"/>
                </a:cubicBezTo>
                <a:cubicBezTo>
                  <a:pt x="89499" y="33588"/>
                  <a:pt x="89130" y="33218"/>
                  <a:pt x="88690" y="33218"/>
                </a:cubicBezTo>
                <a:close/>
                <a:moveTo>
                  <a:pt x="62365" y="42982"/>
                </a:moveTo>
                <a:cubicBezTo>
                  <a:pt x="61913" y="42982"/>
                  <a:pt x="61544" y="43351"/>
                  <a:pt x="61544" y="43803"/>
                </a:cubicBezTo>
                <a:cubicBezTo>
                  <a:pt x="61544" y="44196"/>
                  <a:pt x="61841" y="44529"/>
                  <a:pt x="62210" y="44601"/>
                </a:cubicBezTo>
                <a:lnTo>
                  <a:pt x="62210" y="50268"/>
                </a:lnTo>
                <a:lnTo>
                  <a:pt x="59900" y="52590"/>
                </a:lnTo>
                <a:lnTo>
                  <a:pt x="59900" y="55852"/>
                </a:lnTo>
                <a:lnTo>
                  <a:pt x="50602" y="65199"/>
                </a:lnTo>
                <a:lnTo>
                  <a:pt x="50602" y="82046"/>
                </a:lnTo>
                <a:lnTo>
                  <a:pt x="28920" y="103834"/>
                </a:lnTo>
                <a:lnTo>
                  <a:pt x="29111" y="104025"/>
                </a:lnTo>
                <a:lnTo>
                  <a:pt x="50840" y="82213"/>
                </a:lnTo>
                <a:lnTo>
                  <a:pt x="50887" y="82165"/>
                </a:lnTo>
                <a:lnTo>
                  <a:pt x="50887" y="65318"/>
                </a:lnTo>
                <a:lnTo>
                  <a:pt x="60198" y="55959"/>
                </a:lnTo>
                <a:lnTo>
                  <a:pt x="60198" y="52697"/>
                </a:lnTo>
                <a:lnTo>
                  <a:pt x="62508" y="50375"/>
                </a:lnTo>
                <a:lnTo>
                  <a:pt x="62508" y="44601"/>
                </a:lnTo>
                <a:cubicBezTo>
                  <a:pt x="62901" y="44529"/>
                  <a:pt x="63175" y="44196"/>
                  <a:pt x="63175" y="43803"/>
                </a:cubicBezTo>
                <a:cubicBezTo>
                  <a:pt x="63175" y="43351"/>
                  <a:pt x="62806" y="42982"/>
                  <a:pt x="62365" y="42982"/>
                </a:cubicBezTo>
                <a:close/>
                <a:moveTo>
                  <a:pt x="14276" y="88630"/>
                </a:moveTo>
                <a:cubicBezTo>
                  <a:pt x="13823" y="88630"/>
                  <a:pt x="13454" y="88999"/>
                  <a:pt x="13454" y="89440"/>
                </a:cubicBezTo>
                <a:cubicBezTo>
                  <a:pt x="13454" y="89844"/>
                  <a:pt x="13752" y="90178"/>
                  <a:pt x="14121" y="90249"/>
                </a:cubicBezTo>
                <a:lnTo>
                  <a:pt x="14121" y="103168"/>
                </a:lnTo>
                <a:lnTo>
                  <a:pt x="12204" y="105096"/>
                </a:lnTo>
                <a:lnTo>
                  <a:pt x="5656" y="105096"/>
                </a:lnTo>
                <a:lnTo>
                  <a:pt x="5656" y="105382"/>
                </a:lnTo>
                <a:lnTo>
                  <a:pt x="12323" y="105382"/>
                </a:lnTo>
                <a:lnTo>
                  <a:pt x="14407" y="103287"/>
                </a:lnTo>
                <a:lnTo>
                  <a:pt x="14407" y="90249"/>
                </a:lnTo>
                <a:lnTo>
                  <a:pt x="14419" y="90249"/>
                </a:lnTo>
                <a:cubicBezTo>
                  <a:pt x="14811" y="90178"/>
                  <a:pt x="15097" y="89844"/>
                  <a:pt x="15097" y="89440"/>
                </a:cubicBezTo>
                <a:cubicBezTo>
                  <a:pt x="15097" y="88999"/>
                  <a:pt x="14716" y="88630"/>
                  <a:pt x="14276" y="88630"/>
                </a:cubicBezTo>
                <a:close/>
                <a:moveTo>
                  <a:pt x="65949" y="104680"/>
                </a:moveTo>
                <a:cubicBezTo>
                  <a:pt x="66246" y="104680"/>
                  <a:pt x="66485" y="104918"/>
                  <a:pt x="66485" y="105215"/>
                </a:cubicBezTo>
                <a:cubicBezTo>
                  <a:pt x="66485" y="105513"/>
                  <a:pt x="66246" y="105751"/>
                  <a:pt x="65949" y="105751"/>
                </a:cubicBezTo>
                <a:cubicBezTo>
                  <a:pt x="65651" y="105751"/>
                  <a:pt x="65413" y="105513"/>
                  <a:pt x="65413" y="105215"/>
                </a:cubicBezTo>
                <a:cubicBezTo>
                  <a:pt x="65413" y="104918"/>
                  <a:pt x="65651" y="104680"/>
                  <a:pt x="65949" y="104680"/>
                </a:cubicBezTo>
                <a:close/>
                <a:moveTo>
                  <a:pt x="50899" y="104918"/>
                </a:moveTo>
                <a:cubicBezTo>
                  <a:pt x="51197" y="104918"/>
                  <a:pt x="51435" y="105156"/>
                  <a:pt x="51435" y="105454"/>
                </a:cubicBezTo>
                <a:cubicBezTo>
                  <a:pt x="51435" y="105751"/>
                  <a:pt x="51197" y="105989"/>
                  <a:pt x="50899" y="105989"/>
                </a:cubicBezTo>
                <a:cubicBezTo>
                  <a:pt x="50602" y="105989"/>
                  <a:pt x="50364" y="105751"/>
                  <a:pt x="50364" y="105454"/>
                </a:cubicBezTo>
                <a:cubicBezTo>
                  <a:pt x="50364" y="105156"/>
                  <a:pt x="50602" y="104918"/>
                  <a:pt x="50899" y="104918"/>
                </a:cubicBezTo>
                <a:close/>
                <a:moveTo>
                  <a:pt x="66616" y="46149"/>
                </a:moveTo>
                <a:lnTo>
                  <a:pt x="66616" y="52042"/>
                </a:lnTo>
                <a:lnTo>
                  <a:pt x="52864" y="65853"/>
                </a:lnTo>
                <a:lnTo>
                  <a:pt x="52816" y="65901"/>
                </a:lnTo>
                <a:lnTo>
                  <a:pt x="52816" y="82748"/>
                </a:lnTo>
                <a:lnTo>
                  <a:pt x="28920" y="106751"/>
                </a:lnTo>
                <a:lnTo>
                  <a:pt x="29111" y="106942"/>
                </a:lnTo>
                <a:lnTo>
                  <a:pt x="53054" y="82915"/>
                </a:lnTo>
                <a:lnTo>
                  <a:pt x="53102" y="82867"/>
                </a:lnTo>
                <a:lnTo>
                  <a:pt x="53102" y="66020"/>
                </a:lnTo>
                <a:lnTo>
                  <a:pt x="66854" y="52209"/>
                </a:lnTo>
                <a:lnTo>
                  <a:pt x="66901" y="52161"/>
                </a:lnTo>
                <a:lnTo>
                  <a:pt x="66901" y="46149"/>
                </a:lnTo>
                <a:close/>
                <a:moveTo>
                  <a:pt x="16538" y="86368"/>
                </a:moveTo>
                <a:cubicBezTo>
                  <a:pt x="16085" y="86368"/>
                  <a:pt x="15716" y="86737"/>
                  <a:pt x="15716" y="87177"/>
                </a:cubicBezTo>
                <a:cubicBezTo>
                  <a:pt x="15716" y="87558"/>
                  <a:pt x="15966" y="87868"/>
                  <a:pt x="16312" y="87975"/>
                </a:cubicBezTo>
                <a:lnTo>
                  <a:pt x="16383" y="103894"/>
                </a:lnTo>
                <a:lnTo>
                  <a:pt x="12930" y="107382"/>
                </a:lnTo>
                <a:lnTo>
                  <a:pt x="5775" y="107382"/>
                </a:lnTo>
                <a:lnTo>
                  <a:pt x="5775" y="107656"/>
                </a:lnTo>
                <a:lnTo>
                  <a:pt x="13049" y="107656"/>
                </a:lnTo>
                <a:lnTo>
                  <a:pt x="16669" y="104013"/>
                </a:lnTo>
                <a:lnTo>
                  <a:pt x="16597" y="87987"/>
                </a:lnTo>
                <a:cubicBezTo>
                  <a:pt x="17014" y="87951"/>
                  <a:pt x="17359" y="87594"/>
                  <a:pt x="17359" y="87177"/>
                </a:cubicBezTo>
                <a:cubicBezTo>
                  <a:pt x="17359" y="86737"/>
                  <a:pt x="16978" y="86368"/>
                  <a:pt x="16538" y="86368"/>
                </a:cubicBezTo>
                <a:close/>
                <a:moveTo>
                  <a:pt x="68199" y="106942"/>
                </a:moveTo>
                <a:cubicBezTo>
                  <a:pt x="68497" y="106942"/>
                  <a:pt x="68735" y="107180"/>
                  <a:pt x="68735" y="107478"/>
                </a:cubicBezTo>
                <a:cubicBezTo>
                  <a:pt x="68735" y="107775"/>
                  <a:pt x="68497" y="108013"/>
                  <a:pt x="68199" y="108013"/>
                </a:cubicBezTo>
                <a:cubicBezTo>
                  <a:pt x="67901" y="108013"/>
                  <a:pt x="67663" y="107775"/>
                  <a:pt x="67663" y="107478"/>
                </a:cubicBezTo>
                <a:cubicBezTo>
                  <a:pt x="67663" y="107180"/>
                  <a:pt x="67901" y="106942"/>
                  <a:pt x="68199" y="106942"/>
                </a:cubicBezTo>
                <a:close/>
                <a:moveTo>
                  <a:pt x="60734" y="107049"/>
                </a:moveTo>
                <a:cubicBezTo>
                  <a:pt x="60222" y="107049"/>
                  <a:pt x="59781" y="107478"/>
                  <a:pt x="59781" y="108001"/>
                </a:cubicBezTo>
                <a:cubicBezTo>
                  <a:pt x="59781" y="108525"/>
                  <a:pt x="60222" y="108954"/>
                  <a:pt x="60734" y="108954"/>
                </a:cubicBezTo>
                <a:cubicBezTo>
                  <a:pt x="61258" y="108954"/>
                  <a:pt x="61686" y="108525"/>
                  <a:pt x="61686" y="108001"/>
                </a:cubicBezTo>
                <a:cubicBezTo>
                  <a:pt x="61710" y="107466"/>
                  <a:pt x="61270" y="107049"/>
                  <a:pt x="60734" y="107049"/>
                </a:cubicBezTo>
                <a:close/>
                <a:moveTo>
                  <a:pt x="70461" y="109228"/>
                </a:moveTo>
                <a:cubicBezTo>
                  <a:pt x="70759" y="109228"/>
                  <a:pt x="70997" y="109466"/>
                  <a:pt x="70997" y="109764"/>
                </a:cubicBezTo>
                <a:cubicBezTo>
                  <a:pt x="70997" y="110061"/>
                  <a:pt x="70759" y="110299"/>
                  <a:pt x="70461" y="110299"/>
                </a:cubicBezTo>
                <a:cubicBezTo>
                  <a:pt x="70164" y="110299"/>
                  <a:pt x="69926" y="110061"/>
                  <a:pt x="69926" y="109764"/>
                </a:cubicBezTo>
                <a:cubicBezTo>
                  <a:pt x="69926" y="109466"/>
                  <a:pt x="70164" y="109228"/>
                  <a:pt x="70461" y="109228"/>
                </a:cubicBezTo>
                <a:close/>
                <a:moveTo>
                  <a:pt x="60734" y="110442"/>
                </a:moveTo>
                <a:cubicBezTo>
                  <a:pt x="61032" y="110442"/>
                  <a:pt x="61270" y="110680"/>
                  <a:pt x="61270" y="110978"/>
                </a:cubicBezTo>
                <a:cubicBezTo>
                  <a:pt x="61270" y="111276"/>
                  <a:pt x="61032" y="111514"/>
                  <a:pt x="60734" y="111514"/>
                </a:cubicBezTo>
                <a:cubicBezTo>
                  <a:pt x="60436" y="111514"/>
                  <a:pt x="60198" y="111276"/>
                  <a:pt x="60198" y="110978"/>
                </a:cubicBezTo>
                <a:cubicBezTo>
                  <a:pt x="60198" y="110680"/>
                  <a:pt x="60436" y="110442"/>
                  <a:pt x="60734" y="110442"/>
                </a:cubicBezTo>
                <a:close/>
                <a:moveTo>
                  <a:pt x="32933" y="66020"/>
                </a:moveTo>
                <a:cubicBezTo>
                  <a:pt x="32492" y="66020"/>
                  <a:pt x="32111" y="66389"/>
                  <a:pt x="32111" y="66842"/>
                </a:cubicBezTo>
                <a:cubicBezTo>
                  <a:pt x="32111" y="67235"/>
                  <a:pt x="32409" y="67568"/>
                  <a:pt x="32790" y="67639"/>
                </a:cubicBezTo>
                <a:lnTo>
                  <a:pt x="32790" y="79772"/>
                </a:lnTo>
                <a:lnTo>
                  <a:pt x="20907" y="91738"/>
                </a:lnTo>
                <a:lnTo>
                  <a:pt x="20907" y="107001"/>
                </a:lnTo>
                <a:lnTo>
                  <a:pt x="16609" y="111335"/>
                </a:lnTo>
                <a:lnTo>
                  <a:pt x="5060" y="111335"/>
                </a:lnTo>
                <a:lnTo>
                  <a:pt x="5060" y="111621"/>
                </a:lnTo>
                <a:lnTo>
                  <a:pt x="16740" y="111621"/>
                </a:lnTo>
                <a:lnTo>
                  <a:pt x="21205" y="107120"/>
                </a:lnTo>
                <a:lnTo>
                  <a:pt x="21205" y="91857"/>
                </a:lnTo>
                <a:lnTo>
                  <a:pt x="33088" y="79891"/>
                </a:lnTo>
                <a:lnTo>
                  <a:pt x="33088" y="67639"/>
                </a:lnTo>
                <a:cubicBezTo>
                  <a:pt x="33469" y="67568"/>
                  <a:pt x="33754" y="67235"/>
                  <a:pt x="33754" y="66842"/>
                </a:cubicBezTo>
                <a:cubicBezTo>
                  <a:pt x="33754" y="66389"/>
                  <a:pt x="33385" y="66020"/>
                  <a:pt x="32933" y="66020"/>
                </a:cubicBezTo>
                <a:close/>
                <a:moveTo>
                  <a:pt x="60734" y="110180"/>
                </a:moveTo>
                <a:cubicBezTo>
                  <a:pt x="60293" y="110180"/>
                  <a:pt x="59924" y="110549"/>
                  <a:pt x="59924" y="110990"/>
                </a:cubicBezTo>
                <a:cubicBezTo>
                  <a:pt x="59924" y="111442"/>
                  <a:pt x="60293" y="111811"/>
                  <a:pt x="60734" y="111811"/>
                </a:cubicBezTo>
                <a:cubicBezTo>
                  <a:pt x="61186" y="111811"/>
                  <a:pt x="61555" y="111442"/>
                  <a:pt x="61555" y="110990"/>
                </a:cubicBezTo>
                <a:cubicBezTo>
                  <a:pt x="61555" y="110538"/>
                  <a:pt x="61198" y="110180"/>
                  <a:pt x="60734" y="110180"/>
                </a:cubicBezTo>
                <a:close/>
                <a:moveTo>
                  <a:pt x="50899" y="111942"/>
                </a:moveTo>
                <a:cubicBezTo>
                  <a:pt x="51197" y="111942"/>
                  <a:pt x="51435" y="112181"/>
                  <a:pt x="51435" y="112478"/>
                </a:cubicBezTo>
                <a:cubicBezTo>
                  <a:pt x="51435" y="112776"/>
                  <a:pt x="51197" y="113014"/>
                  <a:pt x="50899" y="113014"/>
                </a:cubicBezTo>
                <a:cubicBezTo>
                  <a:pt x="50602" y="113014"/>
                  <a:pt x="50364" y="112776"/>
                  <a:pt x="50364" y="112478"/>
                </a:cubicBezTo>
                <a:cubicBezTo>
                  <a:pt x="50364" y="112181"/>
                  <a:pt x="50602" y="111942"/>
                  <a:pt x="50899" y="111942"/>
                </a:cubicBezTo>
                <a:close/>
                <a:moveTo>
                  <a:pt x="35207" y="63722"/>
                </a:moveTo>
                <a:cubicBezTo>
                  <a:pt x="34766" y="63722"/>
                  <a:pt x="34397" y="64103"/>
                  <a:pt x="34397" y="64544"/>
                </a:cubicBezTo>
                <a:cubicBezTo>
                  <a:pt x="34397" y="64949"/>
                  <a:pt x="34695" y="65270"/>
                  <a:pt x="35064" y="65353"/>
                </a:cubicBezTo>
                <a:lnTo>
                  <a:pt x="35064" y="80498"/>
                </a:lnTo>
                <a:lnTo>
                  <a:pt x="23182" y="92464"/>
                </a:lnTo>
                <a:lnTo>
                  <a:pt x="23182" y="107740"/>
                </a:lnTo>
                <a:lnTo>
                  <a:pt x="17371" y="113597"/>
                </a:lnTo>
                <a:lnTo>
                  <a:pt x="5060" y="113597"/>
                </a:lnTo>
                <a:lnTo>
                  <a:pt x="5060" y="113883"/>
                </a:lnTo>
                <a:lnTo>
                  <a:pt x="17502" y="113883"/>
                </a:lnTo>
                <a:lnTo>
                  <a:pt x="23503" y="107835"/>
                </a:lnTo>
                <a:lnTo>
                  <a:pt x="23503" y="92571"/>
                </a:lnTo>
                <a:lnTo>
                  <a:pt x="23479" y="92571"/>
                </a:lnTo>
                <a:lnTo>
                  <a:pt x="35362" y="80605"/>
                </a:lnTo>
                <a:lnTo>
                  <a:pt x="35362" y="65353"/>
                </a:lnTo>
                <a:cubicBezTo>
                  <a:pt x="35755" y="65270"/>
                  <a:pt x="36028" y="64949"/>
                  <a:pt x="36028" y="64544"/>
                </a:cubicBezTo>
                <a:cubicBezTo>
                  <a:pt x="36028" y="64103"/>
                  <a:pt x="35659" y="63722"/>
                  <a:pt x="35207" y="63722"/>
                </a:cubicBezTo>
                <a:close/>
                <a:moveTo>
                  <a:pt x="60734" y="113395"/>
                </a:moveTo>
                <a:cubicBezTo>
                  <a:pt x="61032" y="113395"/>
                  <a:pt x="61270" y="113633"/>
                  <a:pt x="61270" y="113931"/>
                </a:cubicBezTo>
                <a:cubicBezTo>
                  <a:pt x="61270" y="114228"/>
                  <a:pt x="61032" y="114467"/>
                  <a:pt x="60734" y="114467"/>
                </a:cubicBezTo>
                <a:cubicBezTo>
                  <a:pt x="60436" y="114467"/>
                  <a:pt x="60198" y="114228"/>
                  <a:pt x="60198" y="113931"/>
                </a:cubicBezTo>
                <a:cubicBezTo>
                  <a:pt x="60198" y="113633"/>
                  <a:pt x="60436" y="113395"/>
                  <a:pt x="60734" y="113395"/>
                </a:cubicBezTo>
                <a:close/>
                <a:moveTo>
                  <a:pt x="60734" y="113121"/>
                </a:moveTo>
                <a:cubicBezTo>
                  <a:pt x="60293" y="113121"/>
                  <a:pt x="59924" y="113490"/>
                  <a:pt x="59924" y="113943"/>
                </a:cubicBezTo>
                <a:cubicBezTo>
                  <a:pt x="59924" y="114383"/>
                  <a:pt x="60293" y="114764"/>
                  <a:pt x="60734" y="114764"/>
                </a:cubicBezTo>
                <a:cubicBezTo>
                  <a:pt x="61186" y="114764"/>
                  <a:pt x="61555" y="114383"/>
                  <a:pt x="61555" y="113943"/>
                </a:cubicBezTo>
                <a:cubicBezTo>
                  <a:pt x="61555" y="113478"/>
                  <a:pt x="61198" y="113121"/>
                  <a:pt x="60734" y="113121"/>
                </a:cubicBezTo>
                <a:close/>
                <a:moveTo>
                  <a:pt x="50899" y="114919"/>
                </a:moveTo>
                <a:cubicBezTo>
                  <a:pt x="51197" y="114919"/>
                  <a:pt x="51435" y="115157"/>
                  <a:pt x="51435" y="115455"/>
                </a:cubicBezTo>
                <a:cubicBezTo>
                  <a:pt x="51435" y="115752"/>
                  <a:pt x="51197" y="115991"/>
                  <a:pt x="50899" y="115991"/>
                </a:cubicBezTo>
                <a:cubicBezTo>
                  <a:pt x="50602" y="115991"/>
                  <a:pt x="50364" y="115752"/>
                  <a:pt x="50364" y="115455"/>
                </a:cubicBezTo>
                <a:cubicBezTo>
                  <a:pt x="50364" y="115157"/>
                  <a:pt x="50602" y="114919"/>
                  <a:pt x="50899" y="114919"/>
                </a:cubicBezTo>
                <a:close/>
                <a:moveTo>
                  <a:pt x="37433" y="61484"/>
                </a:moveTo>
                <a:cubicBezTo>
                  <a:pt x="36981" y="61484"/>
                  <a:pt x="36612" y="61853"/>
                  <a:pt x="36612" y="62293"/>
                </a:cubicBezTo>
                <a:cubicBezTo>
                  <a:pt x="36612" y="62698"/>
                  <a:pt x="36909" y="63032"/>
                  <a:pt x="37279" y="63103"/>
                </a:cubicBezTo>
                <a:lnTo>
                  <a:pt x="37279" y="81189"/>
                </a:lnTo>
                <a:lnTo>
                  <a:pt x="25408" y="93154"/>
                </a:lnTo>
                <a:lnTo>
                  <a:pt x="25408" y="108418"/>
                </a:lnTo>
                <a:lnTo>
                  <a:pt x="18038" y="115848"/>
                </a:lnTo>
                <a:lnTo>
                  <a:pt x="5060" y="115848"/>
                </a:lnTo>
                <a:lnTo>
                  <a:pt x="5060" y="116133"/>
                </a:lnTo>
                <a:lnTo>
                  <a:pt x="18169" y="116133"/>
                </a:lnTo>
                <a:lnTo>
                  <a:pt x="25706" y="108537"/>
                </a:lnTo>
                <a:lnTo>
                  <a:pt x="25706" y="93273"/>
                </a:lnTo>
                <a:lnTo>
                  <a:pt x="37576" y="81308"/>
                </a:lnTo>
                <a:lnTo>
                  <a:pt x="37576" y="63103"/>
                </a:lnTo>
                <a:cubicBezTo>
                  <a:pt x="37969" y="63032"/>
                  <a:pt x="38255" y="62698"/>
                  <a:pt x="38255" y="62293"/>
                </a:cubicBezTo>
                <a:cubicBezTo>
                  <a:pt x="38255" y="61853"/>
                  <a:pt x="37874" y="61484"/>
                  <a:pt x="37433" y="61484"/>
                </a:cubicBezTo>
                <a:close/>
                <a:moveTo>
                  <a:pt x="50899" y="117872"/>
                </a:moveTo>
                <a:cubicBezTo>
                  <a:pt x="51197" y="117872"/>
                  <a:pt x="51435" y="118110"/>
                  <a:pt x="51435" y="118408"/>
                </a:cubicBezTo>
                <a:cubicBezTo>
                  <a:pt x="51435" y="118705"/>
                  <a:pt x="51197" y="118943"/>
                  <a:pt x="50899" y="118943"/>
                </a:cubicBezTo>
                <a:cubicBezTo>
                  <a:pt x="50602" y="118943"/>
                  <a:pt x="50364" y="118705"/>
                  <a:pt x="50364" y="118408"/>
                </a:cubicBezTo>
                <a:cubicBezTo>
                  <a:pt x="50364" y="118110"/>
                  <a:pt x="50602" y="117872"/>
                  <a:pt x="50899" y="117872"/>
                </a:cubicBezTo>
                <a:close/>
                <a:moveTo>
                  <a:pt x="10192" y="120551"/>
                </a:moveTo>
                <a:cubicBezTo>
                  <a:pt x="9680" y="120551"/>
                  <a:pt x="9239" y="120979"/>
                  <a:pt x="9239" y="121503"/>
                </a:cubicBezTo>
                <a:cubicBezTo>
                  <a:pt x="9239" y="122027"/>
                  <a:pt x="9680" y="122456"/>
                  <a:pt x="10192" y="122456"/>
                </a:cubicBezTo>
                <a:cubicBezTo>
                  <a:pt x="10728" y="122456"/>
                  <a:pt x="11144" y="122027"/>
                  <a:pt x="11144" y="121503"/>
                </a:cubicBezTo>
                <a:cubicBezTo>
                  <a:pt x="11144" y="120979"/>
                  <a:pt x="10716" y="120551"/>
                  <a:pt x="10192" y="120551"/>
                </a:cubicBezTo>
                <a:close/>
                <a:moveTo>
                  <a:pt x="12454" y="120551"/>
                </a:moveTo>
                <a:cubicBezTo>
                  <a:pt x="11942" y="120551"/>
                  <a:pt x="11502" y="120979"/>
                  <a:pt x="11502" y="121503"/>
                </a:cubicBezTo>
                <a:cubicBezTo>
                  <a:pt x="11502" y="122027"/>
                  <a:pt x="11942" y="122456"/>
                  <a:pt x="12454" y="122456"/>
                </a:cubicBezTo>
                <a:cubicBezTo>
                  <a:pt x="12978" y="122456"/>
                  <a:pt x="13407" y="122027"/>
                  <a:pt x="13407" y="121503"/>
                </a:cubicBezTo>
                <a:cubicBezTo>
                  <a:pt x="13407" y="120979"/>
                  <a:pt x="12978" y="120551"/>
                  <a:pt x="12454" y="120551"/>
                </a:cubicBezTo>
                <a:close/>
                <a:moveTo>
                  <a:pt x="14716" y="120551"/>
                </a:moveTo>
                <a:cubicBezTo>
                  <a:pt x="14204" y="120551"/>
                  <a:pt x="13764" y="120979"/>
                  <a:pt x="13764" y="121503"/>
                </a:cubicBezTo>
                <a:cubicBezTo>
                  <a:pt x="13764" y="122027"/>
                  <a:pt x="14204" y="122456"/>
                  <a:pt x="14716" y="122456"/>
                </a:cubicBezTo>
                <a:cubicBezTo>
                  <a:pt x="15240" y="122456"/>
                  <a:pt x="15669" y="122027"/>
                  <a:pt x="15669" y="121503"/>
                </a:cubicBezTo>
                <a:cubicBezTo>
                  <a:pt x="15669" y="120979"/>
                  <a:pt x="15240" y="120551"/>
                  <a:pt x="14716" y="120551"/>
                </a:cubicBezTo>
                <a:close/>
                <a:moveTo>
                  <a:pt x="53804" y="124611"/>
                </a:moveTo>
                <a:cubicBezTo>
                  <a:pt x="54102" y="124611"/>
                  <a:pt x="54340" y="124849"/>
                  <a:pt x="54340" y="125146"/>
                </a:cubicBezTo>
                <a:cubicBezTo>
                  <a:pt x="54340" y="125444"/>
                  <a:pt x="54102" y="125682"/>
                  <a:pt x="53804" y="125682"/>
                </a:cubicBezTo>
                <a:cubicBezTo>
                  <a:pt x="53507" y="125682"/>
                  <a:pt x="53269" y="125444"/>
                  <a:pt x="53269" y="125146"/>
                </a:cubicBezTo>
                <a:cubicBezTo>
                  <a:pt x="53269" y="124849"/>
                  <a:pt x="53507" y="124611"/>
                  <a:pt x="53804" y="124611"/>
                </a:cubicBezTo>
                <a:close/>
                <a:moveTo>
                  <a:pt x="10216" y="125789"/>
                </a:moveTo>
                <a:cubicBezTo>
                  <a:pt x="10513" y="125789"/>
                  <a:pt x="10751" y="126028"/>
                  <a:pt x="10751" y="126325"/>
                </a:cubicBezTo>
                <a:cubicBezTo>
                  <a:pt x="10751" y="126623"/>
                  <a:pt x="10513" y="126861"/>
                  <a:pt x="10216" y="126861"/>
                </a:cubicBezTo>
                <a:cubicBezTo>
                  <a:pt x="9918" y="126861"/>
                  <a:pt x="9680" y="126623"/>
                  <a:pt x="9680" y="126325"/>
                </a:cubicBezTo>
                <a:cubicBezTo>
                  <a:pt x="9680" y="126028"/>
                  <a:pt x="9918" y="125789"/>
                  <a:pt x="10216" y="125789"/>
                </a:cubicBezTo>
                <a:close/>
                <a:moveTo>
                  <a:pt x="12454" y="125789"/>
                </a:moveTo>
                <a:cubicBezTo>
                  <a:pt x="12752" y="125789"/>
                  <a:pt x="12990" y="126028"/>
                  <a:pt x="12990" y="126325"/>
                </a:cubicBezTo>
                <a:cubicBezTo>
                  <a:pt x="12990" y="126623"/>
                  <a:pt x="12752" y="126861"/>
                  <a:pt x="12454" y="126861"/>
                </a:cubicBezTo>
                <a:cubicBezTo>
                  <a:pt x="12156" y="126861"/>
                  <a:pt x="11918" y="126623"/>
                  <a:pt x="11918" y="126325"/>
                </a:cubicBezTo>
                <a:cubicBezTo>
                  <a:pt x="11918" y="126028"/>
                  <a:pt x="12156" y="125789"/>
                  <a:pt x="12454" y="125789"/>
                </a:cubicBezTo>
                <a:close/>
                <a:moveTo>
                  <a:pt x="14716" y="125789"/>
                </a:moveTo>
                <a:cubicBezTo>
                  <a:pt x="15014" y="125789"/>
                  <a:pt x="15252" y="126028"/>
                  <a:pt x="15252" y="126325"/>
                </a:cubicBezTo>
                <a:cubicBezTo>
                  <a:pt x="15252" y="126623"/>
                  <a:pt x="15014" y="126861"/>
                  <a:pt x="14716" y="126861"/>
                </a:cubicBezTo>
                <a:cubicBezTo>
                  <a:pt x="14419" y="126861"/>
                  <a:pt x="14180" y="126623"/>
                  <a:pt x="14180" y="126325"/>
                </a:cubicBezTo>
                <a:cubicBezTo>
                  <a:pt x="14180" y="126028"/>
                  <a:pt x="14419" y="125789"/>
                  <a:pt x="14716" y="125789"/>
                </a:cubicBezTo>
                <a:close/>
                <a:moveTo>
                  <a:pt x="50887" y="125897"/>
                </a:moveTo>
                <a:cubicBezTo>
                  <a:pt x="51185" y="125897"/>
                  <a:pt x="51423" y="126135"/>
                  <a:pt x="51423" y="126432"/>
                </a:cubicBezTo>
                <a:cubicBezTo>
                  <a:pt x="51423" y="126730"/>
                  <a:pt x="51185" y="126968"/>
                  <a:pt x="50887" y="126968"/>
                </a:cubicBezTo>
                <a:cubicBezTo>
                  <a:pt x="50590" y="126968"/>
                  <a:pt x="50352" y="126730"/>
                  <a:pt x="50352" y="126432"/>
                </a:cubicBezTo>
                <a:cubicBezTo>
                  <a:pt x="50352" y="126135"/>
                  <a:pt x="50590" y="125897"/>
                  <a:pt x="50887" y="125897"/>
                </a:cubicBezTo>
                <a:close/>
                <a:moveTo>
                  <a:pt x="56067" y="126849"/>
                </a:moveTo>
                <a:cubicBezTo>
                  <a:pt x="56364" y="126849"/>
                  <a:pt x="56602" y="127087"/>
                  <a:pt x="56602" y="127385"/>
                </a:cubicBezTo>
                <a:cubicBezTo>
                  <a:pt x="56602" y="127682"/>
                  <a:pt x="56364" y="127921"/>
                  <a:pt x="56067" y="127921"/>
                </a:cubicBezTo>
                <a:cubicBezTo>
                  <a:pt x="55769" y="127921"/>
                  <a:pt x="55531" y="127682"/>
                  <a:pt x="55531" y="127385"/>
                </a:cubicBezTo>
                <a:cubicBezTo>
                  <a:pt x="55531" y="127087"/>
                  <a:pt x="55769" y="126849"/>
                  <a:pt x="56067" y="126849"/>
                </a:cubicBezTo>
                <a:close/>
                <a:moveTo>
                  <a:pt x="58317" y="129087"/>
                </a:moveTo>
                <a:cubicBezTo>
                  <a:pt x="58615" y="129087"/>
                  <a:pt x="58853" y="129326"/>
                  <a:pt x="58853" y="129623"/>
                </a:cubicBezTo>
                <a:cubicBezTo>
                  <a:pt x="58853" y="129921"/>
                  <a:pt x="58615" y="130159"/>
                  <a:pt x="58317" y="130159"/>
                </a:cubicBezTo>
                <a:cubicBezTo>
                  <a:pt x="58019" y="130159"/>
                  <a:pt x="57781" y="129921"/>
                  <a:pt x="57781" y="129623"/>
                </a:cubicBezTo>
                <a:cubicBezTo>
                  <a:pt x="57781" y="129326"/>
                  <a:pt x="58019" y="129087"/>
                  <a:pt x="58317" y="129087"/>
                </a:cubicBezTo>
                <a:close/>
                <a:moveTo>
                  <a:pt x="142042" y="105656"/>
                </a:moveTo>
                <a:lnTo>
                  <a:pt x="142042" y="115657"/>
                </a:lnTo>
                <a:lnTo>
                  <a:pt x="157829" y="131409"/>
                </a:lnTo>
                <a:lnTo>
                  <a:pt x="158032" y="131207"/>
                </a:lnTo>
                <a:lnTo>
                  <a:pt x="142327" y="115538"/>
                </a:lnTo>
                <a:lnTo>
                  <a:pt x="142327" y="105656"/>
                </a:lnTo>
                <a:close/>
                <a:moveTo>
                  <a:pt x="139791" y="103406"/>
                </a:moveTo>
                <a:lnTo>
                  <a:pt x="139791" y="116372"/>
                </a:lnTo>
                <a:lnTo>
                  <a:pt x="155591" y="132124"/>
                </a:lnTo>
                <a:lnTo>
                  <a:pt x="155781" y="131921"/>
                </a:lnTo>
                <a:lnTo>
                  <a:pt x="140077" y="116253"/>
                </a:lnTo>
                <a:lnTo>
                  <a:pt x="140077" y="103406"/>
                </a:lnTo>
                <a:close/>
                <a:moveTo>
                  <a:pt x="87201" y="34683"/>
                </a:moveTo>
                <a:cubicBezTo>
                  <a:pt x="86749" y="34683"/>
                  <a:pt x="86380" y="35064"/>
                  <a:pt x="86380" y="35504"/>
                </a:cubicBezTo>
                <a:cubicBezTo>
                  <a:pt x="86380" y="35957"/>
                  <a:pt x="86749" y="36326"/>
                  <a:pt x="87201" y="36326"/>
                </a:cubicBezTo>
                <a:cubicBezTo>
                  <a:pt x="87380" y="36326"/>
                  <a:pt x="87523" y="36266"/>
                  <a:pt x="87654" y="36171"/>
                </a:cubicBezTo>
                <a:lnTo>
                  <a:pt x="104370" y="52876"/>
                </a:lnTo>
                <a:lnTo>
                  <a:pt x="104418" y="52923"/>
                </a:lnTo>
                <a:lnTo>
                  <a:pt x="112145" y="52923"/>
                </a:lnTo>
                <a:lnTo>
                  <a:pt x="137517" y="78260"/>
                </a:lnTo>
                <a:lnTo>
                  <a:pt x="137517" y="117098"/>
                </a:lnTo>
                <a:lnTo>
                  <a:pt x="153305" y="132850"/>
                </a:lnTo>
                <a:lnTo>
                  <a:pt x="153495" y="132647"/>
                </a:lnTo>
                <a:lnTo>
                  <a:pt x="137803" y="116979"/>
                </a:lnTo>
                <a:lnTo>
                  <a:pt x="137803" y="78129"/>
                </a:lnTo>
                <a:lnTo>
                  <a:pt x="137827" y="78129"/>
                </a:lnTo>
                <a:lnTo>
                  <a:pt x="112324" y="52673"/>
                </a:lnTo>
                <a:lnTo>
                  <a:pt x="112276" y="52626"/>
                </a:lnTo>
                <a:lnTo>
                  <a:pt x="104549" y="52626"/>
                </a:lnTo>
                <a:lnTo>
                  <a:pt x="87868" y="35969"/>
                </a:lnTo>
                <a:cubicBezTo>
                  <a:pt x="87952" y="35838"/>
                  <a:pt x="88011" y="35671"/>
                  <a:pt x="88011" y="35504"/>
                </a:cubicBezTo>
                <a:cubicBezTo>
                  <a:pt x="88011" y="35064"/>
                  <a:pt x="87642" y="34683"/>
                  <a:pt x="87201" y="34683"/>
                </a:cubicBezTo>
                <a:close/>
                <a:moveTo>
                  <a:pt x="80998" y="35540"/>
                </a:moveTo>
                <a:lnTo>
                  <a:pt x="79593" y="36945"/>
                </a:lnTo>
                <a:cubicBezTo>
                  <a:pt x="79462" y="36862"/>
                  <a:pt x="79296" y="36802"/>
                  <a:pt x="79129" y="36802"/>
                </a:cubicBezTo>
                <a:cubicBezTo>
                  <a:pt x="78689" y="36802"/>
                  <a:pt x="78319" y="37171"/>
                  <a:pt x="78319" y="37624"/>
                </a:cubicBezTo>
                <a:cubicBezTo>
                  <a:pt x="78319" y="38064"/>
                  <a:pt x="78689" y="38433"/>
                  <a:pt x="79129" y="38433"/>
                </a:cubicBezTo>
                <a:cubicBezTo>
                  <a:pt x="79581" y="38433"/>
                  <a:pt x="79951" y="38064"/>
                  <a:pt x="79951" y="37624"/>
                </a:cubicBezTo>
                <a:cubicBezTo>
                  <a:pt x="79951" y="37445"/>
                  <a:pt x="79891" y="37279"/>
                  <a:pt x="79808" y="37159"/>
                </a:cubicBezTo>
                <a:lnTo>
                  <a:pt x="81129" y="35838"/>
                </a:lnTo>
                <a:lnTo>
                  <a:pt x="84392" y="35838"/>
                </a:lnTo>
                <a:lnTo>
                  <a:pt x="103704" y="55102"/>
                </a:lnTo>
                <a:lnTo>
                  <a:pt x="103751" y="55150"/>
                </a:lnTo>
                <a:lnTo>
                  <a:pt x="111478" y="55150"/>
                </a:lnTo>
                <a:lnTo>
                  <a:pt x="135291" y="78962"/>
                </a:lnTo>
                <a:lnTo>
                  <a:pt x="135291" y="117800"/>
                </a:lnTo>
                <a:lnTo>
                  <a:pt x="151079" y="133552"/>
                </a:lnTo>
                <a:lnTo>
                  <a:pt x="151269" y="133350"/>
                </a:lnTo>
                <a:lnTo>
                  <a:pt x="135565" y="117681"/>
                </a:lnTo>
                <a:lnTo>
                  <a:pt x="135565" y="78843"/>
                </a:lnTo>
                <a:lnTo>
                  <a:pt x="111609" y="54912"/>
                </a:lnTo>
                <a:lnTo>
                  <a:pt x="111562" y="54864"/>
                </a:lnTo>
                <a:lnTo>
                  <a:pt x="103835" y="54864"/>
                </a:lnTo>
                <a:lnTo>
                  <a:pt x="88690" y="39731"/>
                </a:lnTo>
                <a:lnTo>
                  <a:pt x="84534" y="35576"/>
                </a:lnTo>
                <a:lnTo>
                  <a:pt x="84487" y="35540"/>
                </a:lnTo>
                <a:close/>
                <a:moveTo>
                  <a:pt x="82725" y="78879"/>
                </a:moveTo>
                <a:cubicBezTo>
                  <a:pt x="82272" y="78879"/>
                  <a:pt x="81903" y="79248"/>
                  <a:pt x="81903" y="79700"/>
                </a:cubicBezTo>
                <a:cubicBezTo>
                  <a:pt x="81903" y="80093"/>
                  <a:pt x="82201" y="80427"/>
                  <a:pt x="82570" y="80498"/>
                </a:cubicBezTo>
                <a:lnTo>
                  <a:pt x="82570" y="86844"/>
                </a:lnTo>
                <a:lnTo>
                  <a:pt x="84570" y="88821"/>
                </a:lnTo>
                <a:lnTo>
                  <a:pt x="86690" y="88821"/>
                </a:lnTo>
                <a:lnTo>
                  <a:pt x="89928" y="92011"/>
                </a:lnTo>
                <a:lnTo>
                  <a:pt x="89928" y="133278"/>
                </a:lnTo>
                <a:lnTo>
                  <a:pt x="83582" y="139624"/>
                </a:lnTo>
                <a:lnTo>
                  <a:pt x="83796" y="139839"/>
                </a:lnTo>
                <a:lnTo>
                  <a:pt x="90226" y="133397"/>
                </a:lnTo>
                <a:lnTo>
                  <a:pt x="90226" y="91904"/>
                </a:lnTo>
                <a:lnTo>
                  <a:pt x="86832" y="88535"/>
                </a:lnTo>
                <a:lnTo>
                  <a:pt x="84701" y="88535"/>
                </a:lnTo>
                <a:lnTo>
                  <a:pt x="82868" y="86713"/>
                </a:lnTo>
                <a:lnTo>
                  <a:pt x="82868" y="80498"/>
                </a:lnTo>
                <a:cubicBezTo>
                  <a:pt x="83261" y="80427"/>
                  <a:pt x="83534" y="80093"/>
                  <a:pt x="83534" y="79700"/>
                </a:cubicBezTo>
                <a:cubicBezTo>
                  <a:pt x="83534" y="79248"/>
                  <a:pt x="83165" y="78879"/>
                  <a:pt x="82725" y="78879"/>
                </a:cubicBezTo>
                <a:close/>
                <a:moveTo>
                  <a:pt x="110085" y="139255"/>
                </a:moveTo>
                <a:cubicBezTo>
                  <a:pt x="110383" y="139255"/>
                  <a:pt x="110621" y="139493"/>
                  <a:pt x="110621" y="139791"/>
                </a:cubicBezTo>
                <a:cubicBezTo>
                  <a:pt x="110621" y="140089"/>
                  <a:pt x="110383" y="140327"/>
                  <a:pt x="110085" y="140327"/>
                </a:cubicBezTo>
                <a:cubicBezTo>
                  <a:pt x="109788" y="140327"/>
                  <a:pt x="109550" y="140089"/>
                  <a:pt x="109550" y="139791"/>
                </a:cubicBezTo>
                <a:cubicBezTo>
                  <a:pt x="109573" y="139493"/>
                  <a:pt x="109811" y="139255"/>
                  <a:pt x="110085" y="139255"/>
                </a:cubicBezTo>
                <a:close/>
                <a:moveTo>
                  <a:pt x="110085" y="138970"/>
                </a:moveTo>
                <a:cubicBezTo>
                  <a:pt x="109645" y="138970"/>
                  <a:pt x="109276" y="139351"/>
                  <a:pt x="109276" y="139791"/>
                </a:cubicBezTo>
                <a:cubicBezTo>
                  <a:pt x="109276" y="140244"/>
                  <a:pt x="109645" y="140613"/>
                  <a:pt x="110085" y="140613"/>
                </a:cubicBezTo>
                <a:cubicBezTo>
                  <a:pt x="110538" y="140613"/>
                  <a:pt x="110907" y="140244"/>
                  <a:pt x="110907" y="139791"/>
                </a:cubicBezTo>
                <a:cubicBezTo>
                  <a:pt x="110907" y="139351"/>
                  <a:pt x="110538" y="138970"/>
                  <a:pt x="110085" y="138970"/>
                </a:cubicBezTo>
                <a:close/>
                <a:moveTo>
                  <a:pt x="50887" y="125599"/>
                </a:moveTo>
                <a:cubicBezTo>
                  <a:pt x="50435" y="125611"/>
                  <a:pt x="50078" y="125980"/>
                  <a:pt x="50078" y="126432"/>
                </a:cubicBezTo>
                <a:cubicBezTo>
                  <a:pt x="50078" y="126825"/>
                  <a:pt x="50375" y="127159"/>
                  <a:pt x="50756" y="127230"/>
                </a:cubicBezTo>
                <a:lnTo>
                  <a:pt x="50756" y="135922"/>
                </a:lnTo>
                <a:lnTo>
                  <a:pt x="46125" y="140565"/>
                </a:lnTo>
                <a:lnTo>
                  <a:pt x="46327" y="140756"/>
                </a:lnTo>
                <a:lnTo>
                  <a:pt x="51030" y="136029"/>
                </a:lnTo>
                <a:lnTo>
                  <a:pt x="51030" y="127218"/>
                </a:lnTo>
                <a:cubicBezTo>
                  <a:pt x="51423" y="127147"/>
                  <a:pt x="51709" y="126813"/>
                  <a:pt x="51709" y="126409"/>
                </a:cubicBezTo>
                <a:cubicBezTo>
                  <a:pt x="51709" y="125968"/>
                  <a:pt x="51328" y="125599"/>
                  <a:pt x="50887" y="125599"/>
                </a:cubicBezTo>
                <a:close/>
                <a:moveTo>
                  <a:pt x="29563" y="141696"/>
                </a:moveTo>
                <a:cubicBezTo>
                  <a:pt x="29861" y="141696"/>
                  <a:pt x="30099" y="141934"/>
                  <a:pt x="30099" y="142232"/>
                </a:cubicBezTo>
                <a:cubicBezTo>
                  <a:pt x="30099" y="142530"/>
                  <a:pt x="29861" y="142768"/>
                  <a:pt x="29563" y="142768"/>
                </a:cubicBezTo>
                <a:cubicBezTo>
                  <a:pt x="29266" y="142768"/>
                  <a:pt x="29028" y="142530"/>
                  <a:pt x="29028" y="142232"/>
                </a:cubicBezTo>
                <a:cubicBezTo>
                  <a:pt x="29028" y="141934"/>
                  <a:pt x="29266" y="141696"/>
                  <a:pt x="29563" y="141696"/>
                </a:cubicBezTo>
                <a:close/>
                <a:moveTo>
                  <a:pt x="51542" y="98822"/>
                </a:moveTo>
                <a:cubicBezTo>
                  <a:pt x="51090" y="98822"/>
                  <a:pt x="50721" y="99179"/>
                  <a:pt x="50721" y="99643"/>
                </a:cubicBezTo>
                <a:cubicBezTo>
                  <a:pt x="50721" y="99822"/>
                  <a:pt x="50780" y="99977"/>
                  <a:pt x="50876" y="100096"/>
                </a:cubicBezTo>
                <a:lnTo>
                  <a:pt x="48625" y="102346"/>
                </a:lnTo>
                <a:lnTo>
                  <a:pt x="48625" y="106966"/>
                </a:lnTo>
                <a:lnTo>
                  <a:pt x="39112" y="116514"/>
                </a:lnTo>
                <a:lnTo>
                  <a:pt x="39065" y="116562"/>
                </a:lnTo>
                <a:lnTo>
                  <a:pt x="39065" y="119110"/>
                </a:lnTo>
                <a:lnTo>
                  <a:pt x="29409" y="128814"/>
                </a:lnTo>
                <a:lnTo>
                  <a:pt x="29409" y="141434"/>
                </a:lnTo>
                <a:cubicBezTo>
                  <a:pt x="29028" y="141506"/>
                  <a:pt x="28742" y="141827"/>
                  <a:pt x="28742" y="142232"/>
                </a:cubicBezTo>
                <a:cubicBezTo>
                  <a:pt x="28742" y="142684"/>
                  <a:pt x="29111" y="143053"/>
                  <a:pt x="29563" y="143053"/>
                </a:cubicBezTo>
                <a:cubicBezTo>
                  <a:pt x="30004" y="143053"/>
                  <a:pt x="30373" y="142684"/>
                  <a:pt x="30373" y="142232"/>
                </a:cubicBezTo>
                <a:cubicBezTo>
                  <a:pt x="30373" y="141827"/>
                  <a:pt x="30075" y="141506"/>
                  <a:pt x="29706" y="141434"/>
                </a:cubicBezTo>
                <a:lnTo>
                  <a:pt x="29706" y="128933"/>
                </a:lnTo>
                <a:lnTo>
                  <a:pt x="39362" y="119241"/>
                </a:lnTo>
                <a:lnTo>
                  <a:pt x="39362" y="116693"/>
                </a:lnTo>
                <a:lnTo>
                  <a:pt x="48875" y="107132"/>
                </a:lnTo>
                <a:lnTo>
                  <a:pt x="48923" y="107097"/>
                </a:lnTo>
                <a:lnTo>
                  <a:pt x="48923" y="102477"/>
                </a:lnTo>
                <a:lnTo>
                  <a:pt x="51078" y="100310"/>
                </a:lnTo>
                <a:cubicBezTo>
                  <a:pt x="51209" y="100393"/>
                  <a:pt x="51376" y="100453"/>
                  <a:pt x="51542" y="100453"/>
                </a:cubicBezTo>
                <a:cubicBezTo>
                  <a:pt x="51983" y="100453"/>
                  <a:pt x="52364" y="100084"/>
                  <a:pt x="52364" y="99631"/>
                </a:cubicBezTo>
                <a:cubicBezTo>
                  <a:pt x="52364" y="99191"/>
                  <a:pt x="51983" y="98822"/>
                  <a:pt x="51542" y="98822"/>
                </a:cubicBezTo>
                <a:close/>
                <a:moveTo>
                  <a:pt x="124337" y="77212"/>
                </a:moveTo>
                <a:cubicBezTo>
                  <a:pt x="123885" y="77212"/>
                  <a:pt x="123516" y="77581"/>
                  <a:pt x="123516" y="78022"/>
                </a:cubicBezTo>
                <a:cubicBezTo>
                  <a:pt x="123516" y="78474"/>
                  <a:pt x="123885" y="78843"/>
                  <a:pt x="124337" y="78843"/>
                </a:cubicBezTo>
                <a:cubicBezTo>
                  <a:pt x="124516" y="78843"/>
                  <a:pt x="124670" y="78784"/>
                  <a:pt x="124790" y="78700"/>
                </a:cubicBezTo>
                <a:lnTo>
                  <a:pt x="129516" y="83403"/>
                </a:lnTo>
                <a:lnTo>
                  <a:pt x="129516" y="120598"/>
                </a:lnTo>
                <a:lnTo>
                  <a:pt x="152210" y="143256"/>
                </a:lnTo>
                <a:lnTo>
                  <a:pt x="152400" y="143053"/>
                </a:lnTo>
                <a:lnTo>
                  <a:pt x="129778" y="120479"/>
                </a:lnTo>
                <a:lnTo>
                  <a:pt x="129778" y="83284"/>
                </a:lnTo>
                <a:lnTo>
                  <a:pt x="129814" y="83284"/>
                </a:lnTo>
                <a:lnTo>
                  <a:pt x="125004" y="78486"/>
                </a:lnTo>
                <a:cubicBezTo>
                  <a:pt x="125087" y="78355"/>
                  <a:pt x="125147" y="78188"/>
                  <a:pt x="125147" y="78022"/>
                </a:cubicBezTo>
                <a:cubicBezTo>
                  <a:pt x="125147" y="77581"/>
                  <a:pt x="124778" y="77212"/>
                  <a:pt x="124337" y="77212"/>
                </a:cubicBezTo>
                <a:close/>
                <a:moveTo>
                  <a:pt x="110085" y="142208"/>
                </a:moveTo>
                <a:cubicBezTo>
                  <a:pt x="110383" y="142208"/>
                  <a:pt x="110621" y="142446"/>
                  <a:pt x="110621" y="142744"/>
                </a:cubicBezTo>
                <a:cubicBezTo>
                  <a:pt x="110621" y="143042"/>
                  <a:pt x="110383" y="143280"/>
                  <a:pt x="110085" y="143280"/>
                </a:cubicBezTo>
                <a:cubicBezTo>
                  <a:pt x="109788" y="143280"/>
                  <a:pt x="109550" y="143042"/>
                  <a:pt x="109550" y="142744"/>
                </a:cubicBezTo>
                <a:cubicBezTo>
                  <a:pt x="109573" y="142446"/>
                  <a:pt x="109811" y="142208"/>
                  <a:pt x="110085" y="142208"/>
                </a:cubicBezTo>
                <a:close/>
                <a:moveTo>
                  <a:pt x="110085" y="141910"/>
                </a:moveTo>
                <a:cubicBezTo>
                  <a:pt x="109645" y="141910"/>
                  <a:pt x="109276" y="142280"/>
                  <a:pt x="109276" y="142720"/>
                </a:cubicBezTo>
                <a:cubicBezTo>
                  <a:pt x="109276" y="143184"/>
                  <a:pt x="109645" y="143542"/>
                  <a:pt x="110085" y="143542"/>
                </a:cubicBezTo>
                <a:cubicBezTo>
                  <a:pt x="110538" y="143542"/>
                  <a:pt x="110907" y="143172"/>
                  <a:pt x="110907" y="142720"/>
                </a:cubicBezTo>
                <a:cubicBezTo>
                  <a:pt x="110907" y="142280"/>
                  <a:pt x="110538" y="141910"/>
                  <a:pt x="110085" y="141910"/>
                </a:cubicBezTo>
                <a:close/>
                <a:moveTo>
                  <a:pt x="85939" y="142887"/>
                </a:moveTo>
                <a:cubicBezTo>
                  <a:pt x="86237" y="142887"/>
                  <a:pt x="86475" y="143125"/>
                  <a:pt x="86475" y="143423"/>
                </a:cubicBezTo>
                <a:cubicBezTo>
                  <a:pt x="86475" y="143720"/>
                  <a:pt x="86237" y="143958"/>
                  <a:pt x="85939" y="143958"/>
                </a:cubicBezTo>
                <a:cubicBezTo>
                  <a:pt x="85642" y="143958"/>
                  <a:pt x="85404" y="143720"/>
                  <a:pt x="85404" y="143423"/>
                </a:cubicBezTo>
                <a:cubicBezTo>
                  <a:pt x="85404" y="143125"/>
                  <a:pt x="85642" y="142887"/>
                  <a:pt x="85939" y="142887"/>
                </a:cubicBezTo>
                <a:close/>
                <a:moveTo>
                  <a:pt x="76795" y="45780"/>
                </a:moveTo>
                <a:lnTo>
                  <a:pt x="76795" y="67497"/>
                </a:lnTo>
                <a:lnTo>
                  <a:pt x="91131" y="81796"/>
                </a:lnTo>
                <a:lnTo>
                  <a:pt x="91131" y="87320"/>
                </a:lnTo>
                <a:lnTo>
                  <a:pt x="94429" y="90606"/>
                </a:lnTo>
                <a:lnTo>
                  <a:pt x="94429" y="134707"/>
                </a:lnTo>
                <a:lnTo>
                  <a:pt x="86392" y="142756"/>
                </a:lnTo>
                <a:cubicBezTo>
                  <a:pt x="86261" y="142661"/>
                  <a:pt x="86094" y="142601"/>
                  <a:pt x="85939" y="142601"/>
                </a:cubicBezTo>
                <a:cubicBezTo>
                  <a:pt x="85487" y="142601"/>
                  <a:pt x="85118" y="142982"/>
                  <a:pt x="85118" y="143423"/>
                </a:cubicBezTo>
                <a:cubicBezTo>
                  <a:pt x="85118" y="143875"/>
                  <a:pt x="85487" y="144244"/>
                  <a:pt x="85939" y="144244"/>
                </a:cubicBezTo>
                <a:cubicBezTo>
                  <a:pt x="86380" y="144244"/>
                  <a:pt x="86749" y="143875"/>
                  <a:pt x="86749" y="143423"/>
                </a:cubicBezTo>
                <a:cubicBezTo>
                  <a:pt x="86749" y="143244"/>
                  <a:pt x="86690" y="143077"/>
                  <a:pt x="86606" y="142958"/>
                </a:cubicBezTo>
                <a:lnTo>
                  <a:pt x="94714" y="134826"/>
                </a:lnTo>
                <a:lnTo>
                  <a:pt x="94714" y="90476"/>
                </a:lnTo>
                <a:lnTo>
                  <a:pt x="91416" y="87177"/>
                </a:lnTo>
                <a:lnTo>
                  <a:pt x="91416" y="81653"/>
                </a:lnTo>
                <a:lnTo>
                  <a:pt x="77081" y="67354"/>
                </a:lnTo>
                <a:lnTo>
                  <a:pt x="77081" y="45780"/>
                </a:lnTo>
                <a:close/>
                <a:moveTo>
                  <a:pt x="50887" y="104644"/>
                </a:moveTo>
                <a:cubicBezTo>
                  <a:pt x="50435" y="104644"/>
                  <a:pt x="50066" y="105013"/>
                  <a:pt x="50066" y="105454"/>
                </a:cubicBezTo>
                <a:cubicBezTo>
                  <a:pt x="50066" y="105858"/>
                  <a:pt x="50364" y="106192"/>
                  <a:pt x="50733" y="106263"/>
                </a:cubicBezTo>
                <a:lnTo>
                  <a:pt x="50733" y="109418"/>
                </a:lnTo>
                <a:lnTo>
                  <a:pt x="41231" y="118967"/>
                </a:lnTo>
                <a:lnTo>
                  <a:pt x="41184" y="119015"/>
                </a:lnTo>
                <a:lnTo>
                  <a:pt x="41184" y="122872"/>
                </a:lnTo>
                <a:lnTo>
                  <a:pt x="33290" y="130802"/>
                </a:lnTo>
                <a:lnTo>
                  <a:pt x="33254" y="130850"/>
                </a:lnTo>
                <a:lnTo>
                  <a:pt x="33254" y="147518"/>
                </a:lnTo>
                <a:lnTo>
                  <a:pt x="33528" y="147518"/>
                </a:lnTo>
                <a:lnTo>
                  <a:pt x="33528" y="130957"/>
                </a:lnTo>
                <a:lnTo>
                  <a:pt x="41422" y="123015"/>
                </a:lnTo>
                <a:lnTo>
                  <a:pt x="41470" y="122980"/>
                </a:lnTo>
                <a:lnTo>
                  <a:pt x="41470" y="119134"/>
                </a:lnTo>
                <a:lnTo>
                  <a:pt x="50971" y="109585"/>
                </a:lnTo>
                <a:lnTo>
                  <a:pt x="51018" y="109537"/>
                </a:lnTo>
                <a:lnTo>
                  <a:pt x="51018" y="106263"/>
                </a:lnTo>
                <a:cubicBezTo>
                  <a:pt x="51423" y="106204"/>
                  <a:pt x="51709" y="105858"/>
                  <a:pt x="51709" y="105454"/>
                </a:cubicBezTo>
                <a:cubicBezTo>
                  <a:pt x="51709" y="105013"/>
                  <a:pt x="51328" y="104644"/>
                  <a:pt x="50887" y="104644"/>
                </a:cubicBezTo>
                <a:close/>
                <a:moveTo>
                  <a:pt x="50756" y="140005"/>
                </a:moveTo>
                <a:lnTo>
                  <a:pt x="50756" y="147685"/>
                </a:lnTo>
                <a:lnTo>
                  <a:pt x="51030" y="147685"/>
                </a:lnTo>
                <a:lnTo>
                  <a:pt x="51030" y="140005"/>
                </a:lnTo>
                <a:close/>
                <a:moveTo>
                  <a:pt x="88928" y="45327"/>
                </a:moveTo>
                <a:cubicBezTo>
                  <a:pt x="88475" y="45327"/>
                  <a:pt x="88106" y="45708"/>
                  <a:pt x="88106" y="46149"/>
                </a:cubicBezTo>
                <a:cubicBezTo>
                  <a:pt x="88106" y="46553"/>
                  <a:pt x="88404" y="46875"/>
                  <a:pt x="88773" y="46958"/>
                </a:cubicBezTo>
                <a:lnTo>
                  <a:pt x="88773" y="63698"/>
                </a:lnTo>
                <a:lnTo>
                  <a:pt x="103108" y="77998"/>
                </a:lnTo>
                <a:lnTo>
                  <a:pt x="103108" y="83522"/>
                </a:lnTo>
                <a:lnTo>
                  <a:pt x="106418" y="86808"/>
                </a:lnTo>
                <a:lnTo>
                  <a:pt x="106418" y="135183"/>
                </a:lnTo>
                <a:lnTo>
                  <a:pt x="103644" y="137958"/>
                </a:lnTo>
                <a:lnTo>
                  <a:pt x="103644" y="147887"/>
                </a:lnTo>
                <a:lnTo>
                  <a:pt x="103930" y="147887"/>
                </a:lnTo>
                <a:lnTo>
                  <a:pt x="103930" y="138065"/>
                </a:lnTo>
                <a:lnTo>
                  <a:pt x="106716" y="135302"/>
                </a:lnTo>
                <a:lnTo>
                  <a:pt x="106716" y="86689"/>
                </a:lnTo>
                <a:lnTo>
                  <a:pt x="103406" y="83403"/>
                </a:lnTo>
                <a:lnTo>
                  <a:pt x="103406" y="77879"/>
                </a:lnTo>
                <a:lnTo>
                  <a:pt x="89071" y="63579"/>
                </a:lnTo>
                <a:lnTo>
                  <a:pt x="89071" y="46958"/>
                </a:lnTo>
                <a:cubicBezTo>
                  <a:pt x="89464" y="46875"/>
                  <a:pt x="89749" y="46553"/>
                  <a:pt x="89749" y="46149"/>
                </a:cubicBezTo>
                <a:cubicBezTo>
                  <a:pt x="89749" y="45708"/>
                  <a:pt x="89368" y="45327"/>
                  <a:pt x="88928" y="45327"/>
                </a:cubicBezTo>
                <a:close/>
                <a:moveTo>
                  <a:pt x="86678" y="43101"/>
                </a:moveTo>
                <a:cubicBezTo>
                  <a:pt x="86237" y="43101"/>
                  <a:pt x="85856" y="43470"/>
                  <a:pt x="85856" y="43922"/>
                </a:cubicBezTo>
                <a:cubicBezTo>
                  <a:pt x="85856" y="44315"/>
                  <a:pt x="86154" y="44648"/>
                  <a:pt x="86535" y="44720"/>
                </a:cubicBezTo>
                <a:lnTo>
                  <a:pt x="86535" y="64425"/>
                </a:lnTo>
                <a:lnTo>
                  <a:pt x="100858" y="78724"/>
                </a:lnTo>
                <a:lnTo>
                  <a:pt x="100858" y="84249"/>
                </a:lnTo>
                <a:lnTo>
                  <a:pt x="104168" y="87535"/>
                </a:lnTo>
                <a:lnTo>
                  <a:pt x="104168" y="134481"/>
                </a:lnTo>
                <a:lnTo>
                  <a:pt x="101394" y="137267"/>
                </a:lnTo>
                <a:lnTo>
                  <a:pt x="101394" y="147899"/>
                </a:lnTo>
                <a:lnTo>
                  <a:pt x="101679" y="147899"/>
                </a:lnTo>
                <a:lnTo>
                  <a:pt x="101679" y="137386"/>
                </a:lnTo>
                <a:lnTo>
                  <a:pt x="104454" y="134600"/>
                </a:lnTo>
                <a:lnTo>
                  <a:pt x="104454" y="87416"/>
                </a:lnTo>
                <a:lnTo>
                  <a:pt x="101144" y="84130"/>
                </a:lnTo>
                <a:lnTo>
                  <a:pt x="101144" y="78605"/>
                </a:lnTo>
                <a:lnTo>
                  <a:pt x="86809" y="64306"/>
                </a:lnTo>
                <a:lnTo>
                  <a:pt x="86809" y="44720"/>
                </a:lnTo>
                <a:cubicBezTo>
                  <a:pt x="87201" y="44648"/>
                  <a:pt x="87499" y="44315"/>
                  <a:pt x="87499" y="43922"/>
                </a:cubicBezTo>
                <a:cubicBezTo>
                  <a:pt x="87499" y="43470"/>
                  <a:pt x="87130" y="43101"/>
                  <a:pt x="86678" y="43101"/>
                </a:cubicBezTo>
                <a:close/>
                <a:moveTo>
                  <a:pt x="36814" y="117276"/>
                </a:moveTo>
                <a:lnTo>
                  <a:pt x="36814" y="118396"/>
                </a:lnTo>
                <a:lnTo>
                  <a:pt x="27206" y="128052"/>
                </a:lnTo>
                <a:lnTo>
                  <a:pt x="27158" y="128099"/>
                </a:lnTo>
                <a:lnTo>
                  <a:pt x="27158" y="142994"/>
                </a:lnTo>
                <a:lnTo>
                  <a:pt x="32266" y="148054"/>
                </a:lnTo>
                <a:lnTo>
                  <a:pt x="32457" y="147840"/>
                </a:lnTo>
                <a:lnTo>
                  <a:pt x="27444" y="142863"/>
                </a:lnTo>
                <a:lnTo>
                  <a:pt x="27444" y="128218"/>
                </a:lnTo>
                <a:lnTo>
                  <a:pt x="37052" y="118550"/>
                </a:lnTo>
                <a:lnTo>
                  <a:pt x="37100" y="118515"/>
                </a:lnTo>
                <a:lnTo>
                  <a:pt x="37100" y="117276"/>
                </a:lnTo>
                <a:close/>
                <a:moveTo>
                  <a:pt x="108918" y="66699"/>
                </a:moveTo>
                <a:lnTo>
                  <a:pt x="108716" y="66901"/>
                </a:lnTo>
                <a:lnTo>
                  <a:pt x="119408" y="77557"/>
                </a:lnTo>
                <a:lnTo>
                  <a:pt x="119408" y="125396"/>
                </a:lnTo>
                <a:lnTo>
                  <a:pt x="142101" y="148066"/>
                </a:lnTo>
                <a:lnTo>
                  <a:pt x="142292" y="147864"/>
                </a:lnTo>
                <a:lnTo>
                  <a:pt x="119670" y="125277"/>
                </a:lnTo>
                <a:lnTo>
                  <a:pt x="119670" y="77450"/>
                </a:lnTo>
                <a:lnTo>
                  <a:pt x="108918" y="66699"/>
                </a:lnTo>
                <a:close/>
                <a:moveTo>
                  <a:pt x="56055" y="126563"/>
                </a:moveTo>
                <a:cubicBezTo>
                  <a:pt x="55602" y="126563"/>
                  <a:pt x="55233" y="126932"/>
                  <a:pt x="55233" y="127385"/>
                </a:cubicBezTo>
                <a:cubicBezTo>
                  <a:pt x="55233" y="127778"/>
                  <a:pt x="55531" y="128111"/>
                  <a:pt x="55900" y="128183"/>
                </a:cubicBezTo>
                <a:lnTo>
                  <a:pt x="55900" y="148161"/>
                </a:lnTo>
                <a:lnTo>
                  <a:pt x="56186" y="148161"/>
                </a:lnTo>
                <a:lnTo>
                  <a:pt x="56186" y="128183"/>
                </a:lnTo>
                <a:cubicBezTo>
                  <a:pt x="56591" y="128123"/>
                  <a:pt x="56864" y="127778"/>
                  <a:pt x="56864" y="127385"/>
                </a:cubicBezTo>
                <a:cubicBezTo>
                  <a:pt x="56864" y="126932"/>
                  <a:pt x="56495" y="126563"/>
                  <a:pt x="56055" y="126563"/>
                </a:cubicBezTo>
                <a:close/>
                <a:moveTo>
                  <a:pt x="53804" y="124325"/>
                </a:moveTo>
                <a:cubicBezTo>
                  <a:pt x="53352" y="124325"/>
                  <a:pt x="52983" y="124706"/>
                  <a:pt x="52983" y="125146"/>
                </a:cubicBezTo>
                <a:cubicBezTo>
                  <a:pt x="52983" y="125551"/>
                  <a:pt x="53281" y="125873"/>
                  <a:pt x="53650" y="125956"/>
                </a:cubicBezTo>
                <a:lnTo>
                  <a:pt x="53650" y="148173"/>
                </a:lnTo>
                <a:lnTo>
                  <a:pt x="53935" y="148173"/>
                </a:lnTo>
                <a:lnTo>
                  <a:pt x="53935" y="125956"/>
                </a:lnTo>
                <a:cubicBezTo>
                  <a:pt x="54328" y="125873"/>
                  <a:pt x="54626" y="125551"/>
                  <a:pt x="54626" y="125146"/>
                </a:cubicBezTo>
                <a:cubicBezTo>
                  <a:pt x="54626" y="124706"/>
                  <a:pt x="54245" y="124325"/>
                  <a:pt x="53804" y="124325"/>
                </a:cubicBezTo>
                <a:close/>
                <a:moveTo>
                  <a:pt x="58293" y="128814"/>
                </a:moveTo>
                <a:cubicBezTo>
                  <a:pt x="57853" y="128814"/>
                  <a:pt x="57483" y="129183"/>
                  <a:pt x="57483" y="129623"/>
                </a:cubicBezTo>
                <a:cubicBezTo>
                  <a:pt x="57495" y="130028"/>
                  <a:pt x="57793" y="130361"/>
                  <a:pt x="58162" y="130433"/>
                </a:cubicBezTo>
                <a:lnTo>
                  <a:pt x="58162" y="148173"/>
                </a:lnTo>
                <a:lnTo>
                  <a:pt x="58448" y="148173"/>
                </a:lnTo>
                <a:lnTo>
                  <a:pt x="58448" y="130433"/>
                </a:lnTo>
                <a:cubicBezTo>
                  <a:pt x="58829" y="130361"/>
                  <a:pt x="59115" y="130028"/>
                  <a:pt x="59115" y="129623"/>
                </a:cubicBezTo>
                <a:cubicBezTo>
                  <a:pt x="59115" y="129183"/>
                  <a:pt x="58746" y="128814"/>
                  <a:pt x="58293" y="128814"/>
                </a:cubicBezTo>
                <a:close/>
                <a:moveTo>
                  <a:pt x="55281" y="98691"/>
                </a:moveTo>
                <a:cubicBezTo>
                  <a:pt x="54757" y="98691"/>
                  <a:pt x="54328" y="99119"/>
                  <a:pt x="54328" y="99643"/>
                </a:cubicBezTo>
                <a:cubicBezTo>
                  <a:pt x="54328" y="99953"/>
                  <a:pt x="54471" y="100215"/>
                  <a:pt x="54709" y="100393"/>
                </a:cubicBezTo>
                <a:lnTo>
                  <a:pt x="54709" y="120455"/>
                </a:lnTo>
                <a:lnTo>
                  <a:pt x="61258" y="126968"/>
                </a:lnTo>
                <a:lnTo>
                  <a:pt x="61258" y="148173"/>
                </a:lnTo>
                <a:lnTo>
                  <a:pt x="62389" y="148173"/>
                </a:lnTo>
                <a:lnTo>
                  <a:pt x="62389" y="126468"/>
                </a:lnTo>
                <a:lnTo>
                  <a:pt x="55840" y="119967"/>
                </a:lnTo>
                <a:lnTo>
                  <a:pt x="55840" y="100393"/>
                </a:lnTo>
                <a:cubicBezTo>
                  <a:pt x="56079" y="100215"/>
                  <a:pt x="56233" y="99953"/>
                  <a:pt x="56233" y="99643"/>
                </a:cubicBezTo>
                <a:cubicBezTo>
                  <a:pt x="56233" y="99119"/>
                  <a:pt x="55793" y="98691"/>
                  <a:pt x="55281" y="98691"/>
                </a:cubicBezTo>
                <a:close/>
                <a:moveTo>
                  <a:pt x="50887" y="111669"/>
                </a:moveTo>
                <a:cubicBezTo>
                  <a:pt x="50435" y="111669"/>
                  <a:pt x="50066" y="112038"/>
                  <a:pt x="50066" y="112478"/>
                </a:cubicBezTo>
                <a:cubicBezTo>
                  <a:pt x="50066" y="112645"/>
                  <a:pt x="50114" y="112812"/>
                  <a:pt x="50197" y="112931"/>
                </a:cubicBezTo>
                <a:cubicBezTo>
                  <a:pt x="43613" y="119551"/>
                  <a:pt x="43494" y="119670"/>
                  <a:pt x="43470" y="119670"/>
                </a:cubicBezTo>
                <a:lnTo>
                  <a:pt x="43458" y="119729"/>
                </a:lnTo>
                <a:lnTo>
                  <a:pt x="43458" y="123587"/>
                </a:lnTo>
                <a:lnTo>
                  <a:pt x="35576" y="131516"/>
                </a:lnTo>
                <a:lnTo>
                  <a:pt x="35528" y="131564"/>
                </a:lnTo>
                <a:lnTo>
                  <a:pt x="35528" y="148233"/>
                </a:lnTo>
                <a:lnTo>
                  <a:pt x="35790" y="148233"/>
                </a:lnTo>
                <a:lnTo>
                  <a:pt x="35790" y="148221"/>
                </a:lnTo>
                <a:lnTo>
                  <a:pt x="35790" y="131671"/>
                </a:lnTo>
                <a:lnTo>
                  <a:pt x="43684" y="123730"/>
                </a:lnTo>
                <a:lnTo>
                  <a:pt x="43732" y="123694"/>
                </a:lnTo>
                <a:lnTo>
                  <a:pt x="43732" y="119824"/>
                </a:lnTo>
                <a:cubicBezTo>
                  <a:pt x="43863" y="119705"/>
                  <a:pt x="44113" y="119467"/>
                  <a:pt x="44565" y="119003"/>
                </a:cubicBezTo>
                <a:lnTo>
                  <a:pt x="50411" y="113133"/>
                </a:lnTo>
                <a:cubicBezTo>
                  <a:pt x="50542" y="113240"/>
                  <a:pt x="50709" y="113300"/>
                  <a:pt x="50887" y="113300"/>
                </a:cubicBezTo>
                <a:cubicBezTo>
                  <a:pt x="51328" y="113300"/>
                  <a:pt x="51709" y="112931"/>
                  <a:pt x="51709" y="112478"/>
                </a:cubicBezTo>
                <a:cubicBezTo>
                  <a:pt x="51709" y="112038"/>
                  <a:pt x="51328" y="111669"/>
                  <a:pt x="50887" y="111669"/>
                </a:cubicBezTo>
                <a:close/>
                <a:moveTo>
                  <a:pt x="43041" y="134064"/>
                </a:moveTo>
                <a:cubicBezTo>
                  <a:pt x="42505" y="134076"/>
                  <a:pt x="42077" y="134505"/>
                  <a:pt x="42077" y="135029"/>
                </a:cubicBezTo>
                <a:cubicBezTo>
                  <a:pt x="42077" y="135338"/>
                  <a:pt x="42220" y="135612"/>
                  <a:pt x="42458" y="135791"/>
                </a:cubicBezTo>
                <a:lnTo>
                  <a:pt x="42458" y="143601"/>
                </a:lnTo>
                <a:lnTo>
                  <a:pt x="47256" y="148352"/>
                </a:lnTo>
                <a:lnTo>
                  <a:pt x="48054" y="147542"/>
                </a:lnTo>
                <a:lnTo>
                  <a:pt x="43613" y="143125"/>
                </a:lnTo>
                <a:lnTo>
                  <a:pt x="43613" y="135779"/>
                </a:lnTo>
                <a:cubicBezTo>
                  <a:pt x="43851" y="135588"/>
                  <a:pt x="43994" y="135326"/>
                  <a:pt x="43994" y="135017"/>
                </a:cubicBezTo>
                <a:cubicBezTo>
                  <a:pt x="43994" y="134493"/>
                  <a:pt x="43565" y="134064"/>
                  <a:pt x="43041" y="134064"/>
                </a:cubicBezTo>
                <a:close/>
                <a:moveTo>
                  <a:pt x="84415" y="40862"/>
                </a:moveTo>
                <a:cubicBezTo>
                  <a:pt x="83975" y="40862"/>
                  <a:pt x="83594" y="41243"/>
                  <a:pt x="83594" y="41684"/>
                </a:cubicBezTo>
                <a:cubicBezTo>
                  <a:pt x="83594" y="42089"/>
                  <a:pt x="83892" y="42410"/>
                  <a:pt x="84273" y="42493"/>
                </a:cubicBezTo>
                <a:lnTo>
                  <a:pt x="84273" y="65139"/>
                </a:lnTo>
                <a:lnTo>
                  <a:pt x="98596" y="79438"/>
                </a:lnTo>
                <a:lnTo>
                  <a:pt x="98596" y="84963"/>
                </a:lnTo>
                <a:lnTo>
                  <a:pt x="101906" y="88249"/>
                </a:lnTo>
                <a:lnTo>
                  <a:pt x="101906" y="133778"/>
                </a:lnTo>
                <a:lnTo>
                  <a:pt x="99132" y="136565"/>
                </a:lnTo>
                <a:lnTo>
                  <a:pt x="99132" y="148637"/>
                </a:lnTo>
                <a:lnTo>
                  <a:pt x="99417" y="148637"/>
                </a:lnTo>
                <a:lnTo>
                  <a:pt x="99417" y="136684"/>
                </a:lnTo>
                <a:lnTo>
                  <a:pt x="102191" y="133898"/>
                </a:lnTo>
                <a:lnTo>
                  <a:pt x="102191" y="88118"/>
                </a:lnTo>
                <a:lnTo>
                  <a:pt x="98882" y="84832"/>
                </a:lnTo>
                <a:lnTo>
                  <a:pt x="98882" y="79307"/>
                </a:lnTo>
                <a:lnTo>
                  <a:pt x="84546" y="65008"/>
                </a:lnTo>
                <a:lnTo>
                  <a:pt x="84546" y="42470"/>
                </a:lnTo>
                <a:cubicBezTo>
                  <a:pt x="84951" y="42410"/>
                  <a:pt x="85237" y="42089"/>
                  <a:pt x="85237" y="41684"/>
                </a:cubicBezTo>
                <a:cubicBezTo>
                  <a:pt x="85237" y="41243"/>
                  <a:pt x="84868" y="40862"/>
                  <a:pt x="84415" y="40862"/>
                </a:cubicBezTo>
                <a:close/>
                <a:moveTo>
                  <a:pt x="105442" y="65627"/>
                </a:moveTo>
                <a:cubicBezTo>
                  <a:pt x="105001" y="65627"/>
                  <a:pt x="104632" y="66008"/>
                  <a:pt x="104632" y="66449"/>
                </a:cubicBezTo>
                <a:cubicBezTo>
                  <a:pt x="104632" y="66901"/>
                  <a:pt x="105001" y="67270"/>
                  <a:pt x="105442" y="67270"/>
                </a:cubicBezTo>
                <a:cubicBezTo>
                  <a:pt x="105620" y="67270"/>
                  <a:pt x="105787" y="67211"/>
                  <a:pt x="105906" y="67116"/>
                </a:cubicBezTo>
                <a:lnTo>
                  <a:pt x="117146" y="78319"/>
                </a:lnTo>
                <a:lnTo>
                  <a:pt x="117146" y="126135"/>
                </a:lnTo>
                <a:lnTo>
                  <a:pt x="139839" y="148792"/>
                </a:lnTo>
                <a:lnTo>
                  <a:pt x="140030" y="148590"/>
                </a:lnTo>
                <a:lnTo>
                  <a:pt x="117408" y="126016"/>
                </a:lnTo>
                <a:lnTo>
                  <a:pt x="117408" y="78188"/>
                </a:lnTo>
                <a:lnTo>
                  <a:pt x="106097" y="66913"/>
                </a:lnTo>
                <a:cubicBezTo>
                  <a:pt x="106192" y="66782"/>
                  <a:pt x="106251" y="66615"/>
                  <a:pt x="106251" y="66449"/>
                </a:cubicBezTo>
                <a:cubicBezTo>
                  <a:pt x="106251" y="65984"/>
                  <a:pt x="105894" y="65627"/>
                  <a:pt x="105442" y="65627"/>
                </a:cubicBezTo>
                <a:close/>
                <a:moveTo>
                  <a:pt x="50887" y="114621"/>
                </a:moveTo>
                <a:cubicBezTo>
                  <a:pt x="50435" y="114621"/>
                  <a:pt x="50066" y="115002"/>
                  <a:pt x="50066" y="115443"/>
                </a:cubicBezTo>
                <a:cubicBezTo>
                  <a:pt x="50066" y="115610"/>
                  <a:pt x="50114" y="115776"/>
                  <a:pt x="50197" y="115895"/>
                </a:cubicBezTo>
                <a:lnTo>
                  <a:pt x="45696" y="120420"/>
                </a:lnTo>
                <a:lnTo>
                  <a:pt x="45696" y="124265"/>
                </a:lnTo>
                <a:lnTo>
                  <a:pt x="37802" y="132207"/>
                </a:lnTo>
                <a:lnTo>
                  <a:pt x="37755" y="132243"/>
                </a:lnTo>
                <a:lnTo>
                  <a:pt x="37755" y="148911"/>
                </a:lnTo>
                <a:lnTo>
                  <a:pt x="38052" y="148911"/>
                </a:lnTo>
                <a:lnTo>
                  <a:pt x="38052" y="132362"/>
                </a:lnTo>
                <a:lnTo>
                  <a:pt x="45946" y="124432"/>
                </a:lnTo>
                <a:lnTo>
                  <a:pt x="45994" y="124384"/>
                </a:lnTo>
                <a:lnTo>
                  <a:pt x="45994" y="120539"/>
                </a:lnTo>
                <a:lnTo>
                  <a:pt x="50411" y="116098"/>
                </a:lnTo>
                <a:cubicBezTo>
                  <a:pt x="50542" y="116205"/>
                  <a:pt x="50709" y="116264"/>
                  <a:pt x="50887" y="116264"/>
                </a:cubicBezTo>
                <a:cubicBezTo>
                  <a:pt x="51328" y="116264"/>
                  <a:pt x="51709" y="115895"/>
                  <a:pt x="51709" y="115443"/>
                </a:cubicBezTo>
                <a:cubicBezTo>
                  <a:pt x="51709" y="115002"/>
                  <a:pt x="51328" y="114621"/>
                  <a:pt x="50887" y="114621"/>
                </a:cubicBezTo>
                <a:close/>
                <a:moveTo>
                  <a:pt x="82034" y="47804"/>
                </a:moveTo>
                <a:lnTo>
                  <a:pt x="82034" y="65842"/>
                </a:lnTo>
                <a:lnTo>
                  <a:pt x="96369" y="80141"/>
                </a:lnTo>
                <a:lnTo>
                  <a:pt x="96369" y="85665"/>
                </a:lnTo>
                <a:lnTo>
                  <a:pt x="99667" y="88952"/>
                </a:lnTo>
                <a:lnTo>
                  <a:pt x="99667" y="133052"/>
                </a:lnTo>
                <a:lnTo>
                  <a:pt x="96905" y="135838"/>
                </a:lnTo>
                <a:lnTo>
                  <a:pt x="96905" y="149316"/>
                </a:lnTo>
                <a:lnTo>
                  <a:pt x="97191" y="149316"/>
                </a:lnTo>
                <a:lnTo>
                  <a:pt x="97191" y="135957"/>
                </a:lnTo>
                <a:lnTo>
                  <a:pt x="99953" y="133171"/>
                </a:lnTo>
                <a:lnTo>
                  <a:pt x="99953" y="88832"/>
                </a:lnTo>
                <a:lnTo>
                  <a:pt x="96643" y="85546"/>
                </a:lnTo>
                <a:lnTo>
                  <a:pt x="96643" y="80022"/>
                </a:lnTo>
                <a:lnTo>
                  <a:pt x="82320" y="65722"/>
                </a:lnTo>
                <a:lnTo>
                  <a:pt x="82320" y="47804"/>
                </a:lnTo>
                <a:close/>
                <a:moveTo>
                  <a:pt x="70437" y="108942"/>
                </a:moveTo>
                <a:cubicBezTo>
                  <a:pt x="69997" y="108942"/>
                  <a:pt x="69628" y="109311"/>
                  <a:pt x="69628" y="109764"/>
                </a:cubicBezTo>
                <a:cubicBezTo>
                  <a:pt x="69628" y="110157"/>
                  <a:pt x="69926" y="110490"/>
                  <a:pt x="70295" y="110561"/>
                </a:cubicBezTo>
                <a:lnTo>
                  <a:pt x="70295" y="116526"/>
                </a:lnTo>
                <a:lnTo>
                  <a:pt x="73593" y="119824"/>
                </a:lnTo>
                <a:lnTo>
                  <a:pt x="73593" y="149328"/>
                </a:lnTo>
                <a:lnTo>
                  <a:pt x="73878" y="149328"/>
                </a:lnTo>
                <a:lnTo>
                  <a:pt x="73878" y="119681"/>
                </a:lnTo>
                <a:lnTo>
                  <a:pt x="70592" y="116407"/>
                </a:lnTo>
                <a:lnTo>
                  <a:pt x="70592" y="110561"/>
                </a:lnTo>
                <a:cubicBezTo>
                  <a:pt x="70973" y="110490"/>
                  <a:pt x="71259" y="110157"/>
                  <a:pt x="71259" y="109764"/>
                </a:cubicBezTo>
                <a:cubicBezTo>
                  <a:pt x="71259" y="109311"/>
                  <a:pt x="70890" y="108942"/>
                  <a:pt x="70437" y="108942"/>
                </a:cubicBezTo>
                <a:close/>
                <a:moveTo>
                  <a:pt x="65937" y="104406"/>
                </a:moveTo>
                <a:cubicBezTo>
                  <a:pt x="65484" y="104406"/>
                  <a:pt x="65115" y="104775"/>
                  <a:pt x="65115" y="105215"/>
                </a:cubicBezTo>
                <a:cubicBezTo>
                  <a:pt x="65115" y="105620"/>
                  <a:pt x="65413" y="105954"/>
                  <a:pt x="65782" y="106025"/>
                </a:cubicBezTo>
                <a:lnTo>
                  <a:pt x="65782" y="123372"/>
                </a:lnTo>
                <a:lnTo>
                  <a:pt x="69104" y="126670"/>
                </a:lnTo>
                <a:lnTo>
                  <a:pt x="69104" y="149376"/>
                </a:lnTo>
                <a:lnTo>
                  <a:pt x="69390" y="149376"/>
                </a:lnTo>
                <a:lnTo>
                  <a:pt x="69390" y="126551"/>
                </a:lnTo>
                <a:lnTo>
                  <a:pt x="66080" y="123253"/>
                </a:lnTo>
                <a:lnTo>
                  <a:pt x="66080" y="106025"/>
                </a:lnTo>
                <a:cubicBezTo>
                  <a:pt x="66473" y="105954"/>
                  <a:pt x="66747" y="105620"/>
                  <a:pt x="66747" y="105215"/>
                </a:cubicBezTo>
                <a:cubicBezTo>
                  <a:pt x="66747" y="104775"/>
                  <a:pt x="66377" y="104406"/>
                  <a:pt x="65937" y="104406"/>
                </a:cubicBezTo>
                <a:close/>
                <a:moveTo>
                  <a:pt x="68175" y="106680"/>
                </a:moveTo>
                <a:cubicBezTo>
                  <a:pt x="67735" y="106680"/>
                  <a:pt x="67366" y="107049"/>
                  <a:pt x="67366" y="107501"/>
                </a:cubicBezTo>
                <a:cubicBezTo>
                  <a:pt x="67366" y="107894"/>
                  <a:pt x="67663" y="108228"/>
                  <a:pt x="68032" y="108299"/>
                </a:cubicBezTo>
                <a:lnTo>
                  <a:pt x="68032" y="122682"/>
                </a:lnTo>
                <a:lnTo>
                  <a:pt x="71330" y="125968"/>
                </a:lnTo>
                <a:lnTo>
                  <a:pt x="71330" y="149376"/>
                </a:lnTo>
                <a:lnTo>
                  <a:pt x="71616" y="149376"/>
                </a:lnTo>
                <a:lnTo>
                  <a:pt x="71616" y="125837"/>
                </a:lnTo>
                <a:lnTo>
                  <a:pt x="68330" y="122563"/>
                </a:lnTo>
                <a:lnTo>
                  <a:pt x="68330" y="108299"/>
                </a:lnTo>
                <a:cubicBezTo>
                  <a:pt x="68711" y="108228"/>
                  <a:pt x="68997" y="107894"/>
                  <a:pt x="68997" y="107501"/>
                </a:cubicBezTo>
                <a:cubicBezTo>
                  <a:pt x="68997" y="107049"/>
                  <a:pt x="68628" y="106680"/>
                  <a:pt x="68175" y="106680"/>
                </a:cubicBezTo>
                <a:close/>
                <a:moveTo>
                  <a:pt x="102501" y="65615"/>
                </a:moveTo>
                <a:cubicBezTo>
                  <a:pt x="102049" y="65615"/>
                  <a:pt x="101679" y="65984"/>
                  <a:pt x="101679" y="66437"/>
                </a:cubicBezTo>
                <a:cubicBezTo>
                  <a:pt x="101679" y="66877"/>
                  <a:pt x="102049" y="67258"/>
                  <a:pt x="102501" y="67258"/>
                </a:cubicBezTo>
                <a:cubicBezTo>
                  <a:pt x="102680" y="67258"/>
                  <a:pt x="102846" y="67199"/>
                  <a:pt x="102965" y="67104"/>
                </a:cubicBezTo>
                <a:lnTo>
                  <a:pt x="114872" y="78974"/>
                </a:lnTo>
                <a:lnTo>
                  <a:pt x="114872" y="126825"/>
                </a:lnTo>
                <a:lnTo>
                  <a:pt x="114884" y="126825"/>
                </a:lnTo>
                <a:lnTo>
                  <a:pt x="137529" y="149447"/>
                </a:lnTo>
                <a:lnTo>
                  <a:pt x="137732" y="149245"/>
                </a:lnTo>
                <a:lnTo>
                  <a:pt x="115145" y="126706"/>
                </a:lnTo>
                <a:lnTo>
                  <a:pt x="115145" y="78867"/>
                </a:lnTo>
                <a:lnTo>
                  <a:pt x="103168" y="66901"/>
                </a:lnTo>
                <a:cubicBezTo>
                  <a:pt x="103263" y="66758"/>
                  <a:pt x="103323" y="66604"/>
                  <a:pt x="103323" y="66437"/>
                </a:cubicBezTo>
                <a:cubicBezTo>
                  <a:pt x="103323" y="65984"/>
                  <a:pt x="102942" y="65615"/>
                  <a:pt x="102501" y="65615"/>
                </a:cubicBezTo>
                <a:close/>
                <a:moveTo>
                  <a:pt x="50887" y="117574"/>
                </a:moveTo>
                <a:cubicBezTo>
                  <a:pt x="50435" y="117574"/>
                  <a:pt x="50066" y="117943"/>
                  <a:pt x="50066" y="118396"/>
                </a:cubicBezTo>
                <a:cubicBezTo>
                  <a:pt x="50066" y="118574"/>
                  <a:pt x="50125" y="118729"/>
                  <a:pt x="50221" y="118848"/>
                </a:cubicBezTo>
                <a:lnTo>
                  <a:pt x="47958" y="121134"/>
                </a:lnTo>
                <a:lnTo>
                  <a:pt x="47958" y="124980"/>
                </a:lnTo>
                <a:lnTo>
                  <a:pt x="40065" y="132921"/>
                </a:lnTo>
                <a:lnTo>
                  <a:pt x="40017" y="132957"/>
                </a:lnTo>
                <a:lnTo>
                  <a:pt x="40017" y="149626"/>
                </a:lnTo>
                <a:lnTo>
                  <a:pt x="40303" y="149626"/>
                </a:lnTo>
                <a:lnTo>
                  <a:pt x="40303" y="133076"/>
                </a:lnTo>
                <a:lnTo>
                  <a:pt x="48197" y="125146"/>
                </a:lnTo>
                <a:lnTo>
                  <a:pt x="48232" y="125099"/>
                </a:lnTo>
                <a:lnTo>
                  <a:pt x="48232" y="121253"/>
                </a:lnTo>
                <a:lnTo>
                  <a:pt x="50423" y="119062"/>
                </a:lnTo>
                <a:cubicBezTo>
                  <a:pt x="50554" y="119146"/>
                  <a:pt x="50721" y="119205"/>
                  <a:pt x="50887" y="119205"/>
                </a:cubicBezTo>
                <a:cubicBezTo>
                  <a:pt x="51328" y="119205"/>
                  <a:pt x="51709" y="118836"/>
                  <a:pt x="51709" y="118396"/>
                </a:cubicBezTo>
                <a:cubicBezTo>
                  <a:pt x="51709" y="117943"/>
                  <a:pt x="51328" y="117574"/>
                  <a:pt x="50887" y="117574"/>
                </a:cubicBezTo>
                <a:close/>
                <a:moveTo>
                  <a:pt x="76938" y="69556"/>
                </a:moveTo>
                <a:cubicBezTo>
                  <a:pt x="76498" y="69556"/>
                  <a:pt x="76129" y="69937"/>
                  <a:pt x="76129" y="70378"/>
                </a:cubicBezTo>
                <a:cubicBezTo>
                  <a:pt x="76129" y="70830"/>
                  <a:pt x="76498" y="71199"/>
                  <a:pt x="76938" y="71199"/>
                </a:cubicBezTo>
                <a:cubicBezTo>
                  <a:pt x="77129" y="71199"/>
                  <a:pt x="77284" y="71140"/>
                  <a:pt x="77403" y="71045"/>
                </a:cubicBezTo>
                <a:lnTo>
                  <a:pt x="88868" y="82486"/>
                </a:lnTo>
                <a:lnTo>
                  <a:pt x="88868" y="88011"/>
                </a:lnTo>
                <a:lnTo>
                  <a:pt x="92166" y="91309"/>
                </a:lnTo>
                <a:lnTo>
                  <a:pt x="92166" y="133993"/>
                </a:lnTo>
                <a:lnTo>
                  <a:pt x="83534" y="142649"/>
                </a:lnTo>
                <a:lnTo>
                  <a:pt x="83534" y="150042"/>
                </a:lnTo>
                <a:lnTo>
                  <a:pt x="83820" y="150042"/>
                </a:lnTo>
                <a:lnTo>
                  <a:pt x="83820" y="142768"/>
                </a:lnTo>
                <a:lnTo>
                  <a:pt x="92464" y="134112"/>
                </a:lnTo>
                <a:lnTo>
                  <a:pt x="92464" y="91190"/>
                </a:lnTo>
                <a:lnTo>
                  <a:pt x="89166" y="87892"/>
                </a:lnTo>
                <a:lnTo>
                  <a:pt x="89166" y="82379"/>
                </a:lnTo>
                <a:lnTo>
                  <a:pt x="77617" y="70842"/>
                </a:lnTo>
                <a:cubicBezTo>
                  <a:pt x="77700" y="70711"/>
                  <a:pt x="77760" y="70545"/>
                  <a:pt x="77760" y="70378"/>
                </a:cubicBezTo>
                <a:cubicBezTo>
                  <a:pt x="77760" y="69937"/>
                  <a:pt x="77391" y="69556"/>
                  <a:pt x="76938" y="69556"/>
                </a:cubicBezTo>
                <a:close/>
                <a:moveTo>
                  <a:pt x="123301" y="88487"/>
                </a:moveTo>
                <a:cubicBezTo>
                  <a:pt x="122777" y="88487"/>
                  <a:pt x="122349" y="88928"/>
                  <a:pt x="122349" y="89440"/>
                </a:cubicBezTo>
                <a:cubicBezTo>
                  <a:pt x="122349" y="89761"/>
                  <a:pt x="122504" y="90023"/>
                  <a:pt x="122742" y="90202"/>
                </a:cubicBezTo>
                <a:lnTo>
                  <a:pt x="122742" y="124408"/>
                </a:lnTo>
                <a:lnTo>
                  <a:pt x="149674" y="150447"/>
                </a:lnTo>
                <a:lnTo>
                  <a:pt x="150459" y="149626"/>
                </a:lnTo>
                <a:lnTo>
                  <a:pt x="123873" y="123932"/>
                </a:lnTo>
                <a:lnTo>
                  <a:pt x="123873" y="90202"/>
                </a:lnTo>
                <a:cubicBezTo>
                  <a:pt x="124111" y="90023"/>
                  <a:pt x="124254" y="89761"/>
                  <a:pt x="124254" y="89440"/>
                </a:cubicBezTo>
                <a:cubicBezTo>
                  <a:pt x="124254" y="88928"/>
                  <a:pt x="123825" y="88487"/>
                  <a:pt x="123301" y="88487"/>
                </a:cubicBezTo>
                <a:close/>
                <a:moveTo>
                  <a:pt x="94143" y="63687"/>
                </a:moveTo>
                <a:cubicBezTo>
                  <a:pt x="93631" y="63687"/>
                  <a:pt x="93190" y="64115"/>
                  <a:pt x="93190" y="64639"/>
                </a:cubicBezTo>
                <a:cubicBezTo>
                  <a:pt x="93190" y="65151"/>
                  <a:pt x="93631" y="65592"/>
                  <a:pt x="94143" y="65592"/>
                </a:cubicBezTo>
                <a:cubicBezTo>
                  <a:pt x="94190" y="65592"/>
                  <a:pt x="94238" y="65592"/>
                  <a:pt x="94286" y="65568"/>
                </a:cubicBezTo>
                <a:lnTo>
                  <a:pt x="109538" y="80712"/>
                </a:lnTo>
                <a:lnTo>
                  <a:pt x="109538" y="131564"/>
                </a:lnTo>
                <a:lnTo>
                  <a:pt x="109704" y="131731"/>
                </a:lnTo>
                <a:lnTo>
                  <a:pt x="121694" y="143637"/>
                </a:lnTo>
                <a:lnTo>
                  <a:pt x="128838" y="150721"/>
                </a:lnTo>
                <a:lnTo>
                  <a:pt x="129635" y="149923"/>
                </a:lnTo>
                <a:lnTo>
                  <a:pt x="121968" y="142327"/>
                </a:lnTo>
                <a:lnTo>
                  <a:pt x="110669" y="131100"/>
                </a:lnTo>
                <a:lnTo>
                  <a:pt x="110669" y="80248"/>
                </a:lnTo>
                <a:lnTo>
                  <a:pt x="95083" y="64770"/>
                </a:lnTo>
                <a:cubicBezTo>
                  <a:pt x="95083" y="64722"/>
                  <a:pt x="95095" y="64675"/>
                  <a:pt x="95095" y="64639"/>
                </a:cubicBezTo>
                <a:cubicBezTo>
                  <a:pt x="95095" y="64115"/>
                  <a:pt x="94667" y="63687"/>
                  <a:pt x="94143" y="63687"/>
                </a:cubicBezTo>
                <a:close/>
                <a:moveTo>
                  <a:pt x="73164" y="0"/>
                </a:moveTo>
                <a:cubicBezTo>
                  <a:pt x="72640" y="0"/>
                  <a:pt x="72212" y="429"/>
                  <a:pt x="72212" y="953"/>
                </a:cubicBezTo>
                <a:cubicBezTo>
                  <a:pt x="72212" y="1262"/>
                  <a:pt x="72366" y="1548"/>
                  <a:pt x="72604" y="1715"/>
                </a:cubicBezTo>
                <a:lnTo>
                  <a:pt x="72604" y="78129"/>
                </a:lnTo>
                <a:lnTo>
                  <a:pt x="77688" y="83189"/>
                </a:lnTo>
                <a:lnTo>
                  <a:pt x="77688" y="95845"/>
                </a:lnTo>
                <a:lnTo>
                  <a:pt x="84868" y="102977"/>
                </a:lnTo>
                <a:lnTo>
                  <a:pt x="84868" y="115502"/>
                </a:lnTo>
                <a:lnTo>
                  <a:pt x="80963" y="119420"/>
                </a:lnTo>
                <a:lnTo>
                  <a:pt x="80963" y="150983"/>
                </a:lnTo>
                <a:lnTo>
                  <a:pt x="82094" y="150983"/>
                </a:lnTo>
                <a:lnTo>
                  <a:pt x="82094" y="119884"/>
                </a:lnTo>
                <a:lnTo>
                  <a:pt x="85999" y="115955"/>
                </a:lnTo>
                <a:lnTo>
                  <a:pt x="85999" y="102477"/>
                </a:lnTo>
                <a:lnTo>
                  <a:pt x="78819" y="95357"/>
                </a:lnTo>
                <a:lnTo>
                  <a:pt x="78819" y="82701"/>
                </a:lnTo>
                <a:lnTo>
                  <a:pt x="73736" y="77653"/>
                </a:lnTo>
                <a:lnTo>
                  <a:pt x="73736" y="1715"/>
                </a:lnTo>
                <a:cubicBezTo>
                  <a:pt x="73974" y="1536"/>
                  <a:pt x="74117" y="1262"/>
                  <a:pt x="74117" y="953"/>
                </a:cubicBezTo>
                <a:cubicBezTo>
                  <a:pt x="74117" y="429"/>
                  <a:pt x="73688" y="0"/>
                  <a:pt x="73164" y="0"/>
                </a:cubicBezTo>
                <a:close/>
                <a:moveTo>
                  <a:pt x="55043" y="89309"/>
                </a:moveTo>
                <a:lnTo>
                  <a:pt x="34993" y="109525"/>
                </a:lnTo>
                <a:lnTo>
                  <a:pt x="30421" y="109525"/>
                </a:lnTo>
                <a:lnTo>
                  <a:pt x="19169" y="120860"/>
                </a:lnTo>
                <a:lnTo>
                  <a:pt x="19169" y="141256"/>
                </a:lnTo>
                <a:lnTo>
                  <a:pt x="30766" y="152769"/>
                </a:lnTo>
                <a:lnTo>
                  <a:pt x="31564" y="151959"/>
                </a:lnTo>
                <a:lnTo>
                  <a:pt x="20300" y="140791"/>
                </a:lnTo>
                <a:lnTo>
                  <a:pt x="20300" y="121325"/>
                </a:lnTo>
                <a:lnTo>
                  <a:pt x="30885" y="110657"/>
                </a:lnTo>
                <a:lnTo>
                  <a:pt x="35457" y="110657"/>
                </a:lnTo>
                <a:lnTo>
                  <a:pt x="55519" y="90440"/>
                </a:lnTo>
                <a:lnTo>
                  <a:pt x="59817" y="90440"/>
                </a:lnTo>
                <a:lnTo>
                  <a:pt x="62389" y="93000"/>
                </a:lnTo>
                <a:lnTo>
                  <a:pt x="62389" y="94726"/>
                </a:lnTo>
                <a:lnTo>
                  <a:pt x="77165" y="109383"/>
                </a:lnTo>
                <a:cubicBezTo>
                  <a:pt x="77165" y="109430"/>
                  <a:pt x="77153" y="109478"/>
                  <a:pt x="77153" y="109525"/>
                </a:cubicBezTo>
                <a:cubicBezTo>
                  <a:pt x="77153" y="110037"/>
                  <a:pt x="77581" y="110478"/>
                  <a:pt x="78105" y="110478"/>
                </a:cubicBezTo>
                <a:cubicBezTo>
                  <a:pt x="78629" y="110478"/>
                  <a:pt x="79058" y="110037"/>
                  <a:pt x="79058" y="109525"/>
                </a:cubicBezTo>
                <a:cubicBezTo>
                  <a:pt x="79058" y="109002"/>
                  <a:pt x="78629" y="108573"/>
                  <a:pt x="78105" y="108573"/>
                </a:cubicBezTo>
                <a:cubicBezTo>
                  <a:pt x="78057" y="108573"/>
                  <a:pt x="78010" y="108573"/>
                  <a:pt x="77974" y="108585"/>
                </a:cubicBezTo>
                <a:lnTo>
                  <a:pt x="63532" y="94250"/>
                </a:lnTo>
                <a:lnTo>
                  <a:pt x="63532" y="92511"/>
                </a:lnTo>
                <a:lnTo>
                  <a:pt x="60281" y="89309"/>
                </a:lnTo>
                <a:close/>
                <a:moveTo>
                  <a:pt x="10192" y="125504"/>
                </a:moveTo>
                <a:cubicBezTo>
                  <a:pt x="9751" y="125504"/>
                  <a:pt x="9382" y="125873"/>
                  <a:pt x="9382" y="126325"/>
                </a:cubicBezTo>
                <a:cubicBezTo>
                  <a:pt x="9382" y="126730"/>
                  <a:pt x="9680" y="127051"/>
                  <a:pt x="10049" y="127123"/>
                </a:cubicBezTo>
                <a:lnTo>
                  <a:pt x="10049" y="154936"/>
                </a:lnTo>
                <a:lnTo>
                  <a:pt x="10335" y="154936"/>
                </a:lnTo>
                <a:lnTo>
                  <a:pt x="10335" y="127123"/>
                </a:lnTo>
                <a:cubicBezTo>
                  <a:pt x="10728" y="127051"/>
                  <a:pt x="11013" y="126730"/>
                  <a:pt x="11013" y="126325"/>
                </a:cubicBezTo>
                <a:cubicBezTo>
                  <a:pt x="11013" y="125873"/>
                  <a:pt x="10644" y="125504"/>
                  <a:pt x="10192" y="125504"/>
                </a:cubicBezTo>
                <a:close/>
                <a:moveTo>
                  <a:pt x="12454" y="125504"/>
                </a:moveTo>
                <a:cubicBezTo>
                  <a:pt x="12014" y="125504"/>
                  <a:pt x="11644" y="125873"/>
                  <a:pt x="11644" y="126325"/>
                </a:cubicBezTo>
                <a:cubicBezTo>
                  <a:pt x="11644" y="126730"/>
                  <a:pt x="11942" y="127051"/>
                  <a:pt x="12311" y="127123"/>
                </a:cubicBezTo>
                <a:lnTo>
                  <a:pt x="12311" y="154936"/>
                </a:lnTo>
                <a:lnTo>
                  <a:pt x="12597" y="154936"/>
                </a:lnTo>
                <a:lnTo>
                  <a:pt x="12597" y="127123"/>
                </a:lnTo>
                <a:cubicBezTo>
                  <a:pt x="12978" y="127051"/>
                  <a:pt x="13276" y="126730"/>
                  <a:pt x="13276" y="126325"/>
                </a:cubicBezTo>
                <a:cubicBezTo>
                  <a:pt x="13276" y="125873"/>
                  <a:pt x="12906" y="125504"/>
                  <a:pt x="12454" y="125504"/>
                </a:cubicBezTo>
                <a:close/>
                <a:moveTo>
                  <a:pt x="14704" y="125504"/>
                </a:moveTo>
                <a:cubicBezTo>
                  <a:pt x="14252" y="125504"/>
                  <a:pt x="13883" y="125873"/>
                  <a:pt x="13883" y="126325"/>
                </a:cubicBezTo>
                <a:cubicBezTo>
                  <a:pt x="13883" y="126730"/>
                  <a:pt x="14180" y="127051"/>
                  <a:pt x="14550" y="127123"/>
                </a:cubicBezTo>
                <a:lnTo>
                  <a:pt x="14550" y="154948"/>
                </a:lnTo>
                <a:lnTo>
                  <a:pt x="14835" y="154948"/>
                </a:lnTo>
                <a:lnTo>
                  <a:pt x="14835" y="127123"/>
                </a:lnTo>
                <a:lnTo>
                  <a:pt x="14847" y="127123"/>
                </a:lnTo>
                <a:cubicBezTo>
                  <a:pt x="15240" y="127051"/>
                  <a:pt x="15526" y="126730"/>
                  <a:pt x="15526" y="126325"/>
                </a:cubicBezTo>
                <a:cubicBezTo>
                  <a:pt x="15526" y="125873"/>
                  <a:pt x="15145" y="125504"/>
                  <a:pt x="14704" y="125504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6"/>
          <p:cNvSpPr txBox="1">
            <a:spLocks noGrp="1"/>
          </p:cNvSpPr>
          <p:nvPr>
            <p:ph type="subTitle" idx="1"/>
          </p:nvPr>
        </p:nvSpPr>
        <p:spPr>
          <a:xfrm>
            <a:off x="1786624" y="19775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6"/>
          <p:cNvSpPr txBox="1">
            <a:spLocks noGrp="1"/>
          </p:cNvSpPr>
          <p:nvPr>
            <p:ph type="subTitle" idx="2"/>
          </p:nvPr>
        </p:nvSpPr>
        <p:spPr>
          <a:xfrm>
            <a:off x="5613176" y="19775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6"/>
          <p:cNvSpPr txBox="1">
            <a:spLocks noGrp="1"/>
          </p:cNvSpPr>
          <p:nvPr>
            <p:ph type="subTitle" idx="3"/>
          </p:nvPr>
        </p:nvSpPr>
        <p:spPr>
          <a:xfrm>
            <a:off x="1786624" y="3638075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26"/>
          <p:cNvSpPr txBox="1">
            <a:spLocks noGrp="1"/>
          </p:cNvSpPr>
          <p:nvPr>
            <p:ph type="subTitle" idx="4"/>
          </p:nvPr>
        </p:nvSpPr>
        <p:spPr>
          <a:xfrm>
            <a:off x="5613176" y="3638075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6"/>
          <p:cNvSpPr txBox="1">
            <a:spLocks noGrp="1"/>
          </p:cNvSpPr>
          <p:nvPr>
            <p:ph type="subTitle" idx="5"/>
          </p:nvPr>
        </p:nvSpPr>
        <p:spPr>
          <a:xfrm>
            <a:off x="1786624" y="1641968"/>
            <a:ext cx="28110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2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36" name="Google Shape;136;p26"/>
          <p:cNvSpPr txBox="1">
            <a:spLocks noGrp="1"/>
          </p:cNvSpPr>
          <p:nvPr>
            <p:ph type="subTitle" idx="6"/>
          </p:nvPr>
        </p:nvSpPr>
        <p:spPr>
          <a:xfrm>
            <a:off x="1786624" y="3302618"/>
            <a:ext cx="28110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2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37" name="Google Shape;137;p26"/>
          <p:cNvSpPr txBox="1">
            <a:spLocks noGrp="1"/>
          </p:cNvSpPr>
          <p:nvPr>
            <p:ph type="subTitle" idx="7"/>
          </p:nvPr>
        </p:nvSpPr>
        <p:spPr>
          <a:xfrm>
            <a:off x="5613149" y="1641968"/>
            <a:ext cx="28110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2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38" name="Google Shape;138;p26"/>
          <p:cNvSpPr txBox="1">
            <a:spLocks noGrp="1"/>
          </p:cNvSpPr>
          <p:nvPr>
            <p:ph type="subTitle" idx="8"/>
          </p:nvPr>
        </p:nvSpPr>
        <p:spPr>
          <a:xfrm>
            <a:off x="5613149" y="3302618"/>
            <a:ext cx="28110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2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pic>
        <p:nvPicPr>
          <p:cNvPr id="139" name="Google Shape;139;p26"/>
          <p:cNvPicPr preferRelativeResize="0"/>
          <p:nvPr/>
        </p:nvPicPr>
        <p:blipFill rotWithShape="1">
          <a:blip r:embed="rId2">
            <a:alphaModFix/>
          </a:blip>
          <a:srcRect t="61777"/>
          <a:stretch/>
        </p:blipFill>
        <p:spPr>
          <a:xfrm flipH="1">
            <a:off x="25" y="4878926"/>
            <a:ext cx="9144003" cy="264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31"/>
          <p:cNvPicPr preferRelativeResize="0"/>
          <p:nvPr/>
        </p:nvPicPr>
        <p:blipFill rotWithShape="1">
          <a:blip r:embed="rId2">
            <a:alphaModFix/>
          </a:blip>
          <a:srcRect t="10127" b="45417"/>
          <a:stretch/>
        </p:blipFill>
        <p:spPr>
          <a:xfrm rot="5400000">
            <a:off x="5492132" y="1594201"/>
            <a:ext cx="5380101" cy="195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31"/>
          <p:cNvPicPr preferRelativeResize="0"/>
          <p:nvPr/>
        </p:nvPicPr>
        <p:blipFill rotWithShape="1">
          <a:blip r:embed="rId2">
            <a:alphaModFix/>
          </a:blip>
          <a:srcRect t="10127" b="45417"/>
          <a:stretch/>
        </p:blipFill>
        <p:spPr>
          <a:xfrm rot="-5400000" flipH="1">
            <a:off x="-1728233" y="1594201"/>
            <a:ext cx="5380101" cy="195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32"/>
          <p:cNvPicPr preferRelativeResize="0"/>
          <p:nvPr/>
        </p:nvPicPr>
        <p:blipFill rotWithShape="1">
          <a:blip r:embed="rId2">
            <a:alphaModFix/>
          </a:blip>
          <a:srcRect l="39171" r="5369"/>
          <a:stretch/>
        </p:blipFill>
        <p:spPr>
          <a:xfrm>
            <a:off x="6138774" y="0"/>
            <a:ext cx="3005225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32"/>
          <p:cNvSpPr/>
          <p:nvPr/>
        </p:nvSpPr>
        <p:spPr>
          <a:xfrm flipH="1">
            <a:off x="5785556" y="2848489"/>
            <a:ext cx="4270815" cy="4187470"/>
          </a:xfrm>
          <a:custGeom>
            <a:avLst/>
            <a:gdLst/>
            <a:ahLst/>
            <a:cxnLst/>
            <a:rect l="l" t="t" r="r" b="b"/>
            <a:pathLst>
              <a:path w="158032" h="154948" extrusionOk="0">
                <a:moveTo>
                  <a:pt x="68675" y="14585"/>
                </a:moveTo>
                <a:cubicBezTo>
                  <a:pt x="68973" y="14585"/>
                  <a:pt x="69211" y="14823"/>
                  <a:pt x="69211" y="15121"/>
                </a:cubicBezTo>
                <a:cubicBezTo>
                  <a:pt x="69211" y="15419"/>
                  <a:pt x="68973" y="15657"/>
                  <a:pt x="68675" y="15657"/>
                </a:cubicBezTo>
                <a:cubicBezTo>
                  <a:pt x="68378" y="15645"/>
                  <a:pt x="68140" y="15407"/>
                  <a:pt x="68140" y="15121"/>
                </a:cubicBezTo>
                <a:cubicBezTo>
                  <a:pt x="68140" y="14823"/>
                  <a:pt x="68378" y="14585"/>
                  <a:pt x="68675" y="14585"/>
                </a:cubicBezTo>
                <a:close/>
                <a:moveTo>
                  <a:pt x="76950" y="17931"/>
                </a:moveTo>
                <a:cubicBezTo>
                  <a:pt x="77248" y="17943"/>
                  <a:pt x="77486" y="18181"/>
                  <a:pt x="77486" y="18467"/>
                </a:cubicBezTo>
                <a:cubicBezTo>
                  <a:pt x="77486" y="18764"/>
                  <a:pt x="77248" y="19002"/>
                  <a:pt x="76950" y="19002"/>
                </a:cubicBezTo>
                <a:cubicBezTo>
                  <a:pt x="76653" y="19002"/>
                  <a:pt x="76414" y="18764"/>
                  <a:pt x="76414" y="18467"/>
                </a:cubicBezTo>
                <a:cubicBezTo>
                  <a:pt x="76414" y="18169"/>
                  <a:pt x="76653" y="17931"/>
                  <a:pt x="76950" y="17931"/>
                </a:cubicBezTo>
                <a:close/>
                <a:moveTo>
                  <a:pt x="76950" y="17645"/>
                </a:moveTo>
                <a:cubicBezTo>
                  <a:pt x="76498" y="17657"/>
                  <a:pt x="76129" y="18026"/>
                  <a:pt x="76129" y="18467"/>
                </a:cubicBezTo>
                <a:cubicBezTo>
                  <a:pt x="76129" y="18919"/>
                  <a:pt x="76498" y="19288"/>
                  <a:pt x="76950" y="19288"/>
                </a:cubicBezTo>
                <a:cubicBezTo>
                  <a:pt x="77391" y="19288"/>
                  <a:pt x="77760" y="18919"/>
                  <a:pt x="77760" y="18467"/>
                </a:cubicBezTo>
                <a:cubicBezTo>
                  <a:pt x="77760" y="18026"/>
                  <a:pt x="77391" y="17645"/>
                  <a:pt x="76950" y="17645"/>
                </a:cubicBezTo>
                <a:close/>
                <a:moveTo>
                  <a:pt x="70938" y="19217"/>
                </a:moveTo>
                <a:cubicBezTo>
                  <a:pt x="71235" y="19217"/>
                  <a:pt x="71473" y="19443"/>
                  <a:pt x="71473" y="19741"/>
                </a:cubicBezTo>
                <a:cubicBezTo>
                  <a:pt x="71473" y="20038"/>
                  <a:pt x="71235" y="20276"/>
                  <a:pt x="70938" y="20276"/>
                </a:cubicBezTo>
                <a:cubicBezTo>
                  <a:pt x="70931" y="20277"/>
                  <a:pt x="70924" y="20277"/>
                  <a:pt x="70917" y="20277"/>
                </a:cubicBezTo>
                <a:cubicBezTo>
                  <a:pt x="70629" y="20277"/>
                  <a:pt x="70402" y="20031"/>
                  <a:pt x="70402" y="19741"/>
                </a:cubicBezTo>
                <a:cubicBezTo>
                  <a:pt x="70402" y="19443"/>
                  <a:pt x="70640" y="19217"/>
                  <a:pt x="70938" y="19217"/>
                </a:cubicBezTo>
                <a:close/>
                <a:moveTo>
                  <a:pt x="76950" y="20884"/>
                </a:moveTo>
                <a:cubicBezTo>
                  <a:pt x="77248" y="20884"/>
                  <a:pt x="77486" y="21134"/>
                  <a:pt x="77486" y="21419"/>
                </a:cubicBezTo>
                <a:cubicBezTo>
                  <a:pt x="77486" y="21717"/>
                  <a:pt x="77248" y="21955"/>
                  <a:pt x="76950" y="21955"/>
                </a:cubicBezTo>
                <a:cubicBezTo>
                  <a:pt x="76653" y="21955"/>
                  <a:pt x="76414" y="21717"/>
                  <a:pt x="76414" y="21419"/>
                </a:cubicBezTo>
                <a:cubicBezTo>
                  <a:pt x="76414" y="21122"/>
                  <a:pt x="76653" y="20884"/>
                  <a:pt x="76950" y="20884"/>
                </a:cubicBezTo>
                <a:close/>
                <a:moveTo>
                  <a:pt x="76950" y="20598"/>
                </a:moveTo>
                <a:cubicBezTo>
                  <a:pt x="76498" y="20598"/>
                  <a:pt x="76129" y="20967"/>
                  <a:pt x="76129" y="21419"/>
                </a:cubicBezTo>
                <a:cubicBezTo>
                  <a:pt x="76129" y="21860"/>
                  <a:pt x="76498" y="22229"/>
                  <a:pt x="76950" y="22229"/>
                </a:cubicBezTo>
                <a:cubicBezTo>
                  <a:pt x="77391" y="22229"/>
                  <a:pt x="77760" y="21860"/>
                  <a:pt x="77760" y="21419"/>
                </a:cubicBezTo>
                <a:cubicBezTo>
                  <a:pt x="77760" y="20967"/>
                  <a:pt x="77391" y="20598"/>
                  <a:pt x="76950" y="20598"/>
                </a:cubicBezTo>
                <a:close/>
                <a:moveTo>
                  <a:pt x="32385" y="24158"/>
                </a:moveTo>
                <a:cubicBezTo>
                  <a:pt x="32683" y="24158"/>
                  <a:pt x="32921" y="24396"/>
                  <a:pt x="32921" y="24694"/>
                </a:cubicBezTo>
                <a:cubicBezTo>
                  <a:pt x="32921" y="24991"/>
                  <a:pt x="32683" y="25229"/>
                  <a:pt x="32385" y="25229"/>
                </a:cubicBezTo>
                <a:cubicBezTo>
                  <a:pt x="32087" y="25229"/>
                  <a:pt x="31849" y="24991"/>
                  <a:pt x="31849" y="24694"/>
                </a:cubicBezTo>
                <a:cubicBezTo>
                  <a:pt x="31849" y="24396"/>
                  <a:pt x="32087" y="24158"/>
                  <a:pt x="32385" y="24158"/>
                </a:cubicBezTo>
                <a:close/>
                <a:moveTo>
                  <a:pt x="34647" y="24158"/>
                </a:moveTo>
                <a:cubicBezTo>
                  <a:pt x="34945" y="24158"/>
                  <a:pt x="35183" y="24396"/>
                  <a:pt x="35183" y="24694"/>
                </a:cubicBezTo>
                <a:cubicBezTo>
                  <a:pt x="35183" y="24991"/>
                  <a:pt x="34945" y="25229"/>
                  <a:pt x="34647" y="25229"/>
                </a:cubicBezTo>
                <a:cubicBezTo>
                  <a:pt x="34350" y="25229"/>
                  <a:pt x="34112" y="24991"/>
                  <a:pt x="34112" y="24694"/>
                </a:cubicBezTo>
                <a:cubicBezTo>
                  <a:pt x="34112" y="24396"/>
                  <a:pt x="34350" y="24158"/>
                  <a:pt x="34647" y="24158"/>
                </a:cubicBezTo>
                <a:close/>
                <a:moveTo>
                  <a:pt x="36909" y="24158"/>
                </a:moveTo>
                <a:cubicBezTo>
                  <a:pt x="37207" y="24158"/>
                  <a:pt x="37445" y="24396"/>
                  <a:pt x="37445" y="24694"/>
                </a:cubicBezTo>
                <a:cubicBezTo>
                  <a:pt x="37445" y="24991"/>
                  <a:pt x="37207" y="25229"/>
                  <a:pt x="36909" y="25229"/>
                </a:cubicBezTo>
                <a:cubicBezTo>
                  <a:pt x="36612" y="25229"/>
                  <a:pt x="36374" y="24991"/>
                  <a:pt x="36374" y="24694"/>
                </a:cubicBezTo>
                <a:cubicBezTo>
                  <a:pt x="36374" y="24396"/>
                  <a:pt x="36612" y="24158"/>
                  <a:pt x="36909" y="24158"/>
                </a:cubicBezTo>
                <a:close/>
                <a:moveTo>
                  <a:pt x="76950" y="23455"/>
                </a:moveTo>
                <a:cubicBezTo>
                  <a:pt x="76426" y="23455"/>
                  <a:pt x="75998" y="23884"/>
                  <a:pt x="75998" y="24408"/>
                </a:cubicBezTo>
                <a:cubicBezTo>
                  <a:pt x="75998" y="24932"/>
                  <a:pt x="76426" y="25360"/>
                  <a:pt x="76950" y="25360"/>
                </a:cubicBezTo>
                <a:cubicBezTo>
                  <a:pt x="77462" y="25360"/>
                  <a:pt x="77903" y="24932"/>
                  <a:pt x="77903" y="24408"/>
                </a:cubicBezTo>
                <a:cubicBezTo>
                  <a:pt x="77903" y="23884"/>
                  <a:pt x="77462" y="23455"/>
                  <a:pt x="76950" y="23455"/>
                </a:cubicBezTo>
                <a:close/>
                <a:moveTo>
                  <a:pt x="59412" y="26277"/>
                </a:moveTo>
                <a:cubicBezTo>
                  <a:pt x="59710" y="26277"/>
                  <a:pt x="59948" y="26515"/>
                  <a:pt x="59948" y="26813"/>
                </a:cubicBezTo>
                <a:cubicBezTo>
                  <a:pt x="59948" y="27111"/>
                  <a:pt x="59710" y="27349"/>
                  <a:pt x="59412" y="27349"/>
                </a:cubicBezTo>
                <a:cubicBezTo>
                  <a:pt x="59115" y="27337"/>
                  <a:pt x="58877" y="27099"/>
                  <a:pt x="58877" y="26813"/>
                </a:cubicBezTo>
                <a:cubicBezTo>
                  <a:pt x="58877" y="26515"/>
                  <a:pt x="59115" y="26277"/>
                  <a:pt x="59412" y="26277"/>
                </a:cubicBezTo>
                <a:close/>
                <a:moveTo>
                  <a:pt x="41660" y="28182"/>
                </a:moveTo>
                <a:cubicBezTo>
                  <a:pt x="41958" y="28182"/>
                  <a:pt x="42196" y="28420"/>
                  <a:pt x="42196" y="28718"/>
                </a:cubicBezTo>
                <a:cubicBezTo>
                  <a:pt x="42196" y="29016"/>
                  <a:pt x="41958" y="29254"/>
                  <a:pt x="41660" y="29254"/>
                </a:cubicBezTo>
                <a:cubicBezTo>
                  <a:pt x="41362" y="29254"/>
                  <a:pt x="41124" y="29016"/>
                  <a:pt x="41124" y="28718"/>
                </a:cubicBezTo>
                <a:cubicBezTo>
                  <a:pt x="41124" y="28420"/>
                  <a:pt x="41362" y="28182"/>
                  <a:pt x="41660" y="28182"/>
                </a:cubicBezTo>
                <a:close/>
                <a:moveTo>
                  <a:pt x="44327" y="32635"/>
                </a:moveTo>
                <a:cubicBezTo>
                  <a:pt x="44625" y="32635"/>
                  <a:pt x="44863" y="32873"/>
                  <a:pt x="44863" y="33171"/>
                </a:cubicBezTo>
                <a:cubicBezTo>
                  <a:pt x="44863" y="33469"/>
                  <a:pt x="44625" y="33707"/>
                  <a:pt x="44327" y="33707"/>
                </a:cubicBezTo>
                <a:cubicBezTo>
                  <a:pt x="44029" y="33707"/>
                  <a:pt x="43791" y="33469"/>
                  <a:pt x="43791" y="33171"/>
                </a:cubicBezTo>
                <a:cubicBezTo>
                  <a:pt x="43791" y="32873"/>
                  <a:pt x="44029" y="32635"/>
                  <a:pt x="44327" y="32635"/>
                </a:cubicBezTo>
                <a:close/>
                <a:moveTo>
                  <a:pt x="88690" y="33504"/>
                </a:moveTo>
                <a:cubicBezTo>
                  <a:pt x="88987" y="33504"/>
                  <a:pt x="89226" y="33742"/>
                  <a:pt x="89226" y="34040"/>
                </a:cubicBezTo>
                <a:cubicBezTo>
                  <a:pt x="89226" y="34338"/>
                  <a:pt x="88987" y="34576"/>
                  <a:pt x="88690" y="34576"/>
                </a:cubicBezTo>
                <a:cubicBezTo>
                  <a:pt x="88392" y="34552"/>
                  <a:pt x="88154" y="34314"/>
                  <a:pt x="88154" y="34040"/>
                </a:cubicBezTo>
                <a:cubicBezTo>
                  <a:pt x="88154" y="33742"/>
                  <a:pt x="88392" y="33504"/>
                  <a:pt x="88690" y="33504"/>
                </a:cubicBezTo>
                <a:close/>
                <a:moveTo>
                  <a:pt x="115896" y="33980"/>
                </a:moveTo>
                <a:cubicBezTo>
                  <a:pt x="116193" y="33980"/>
                  <a:pt x="116431" y="34219"/>
                  <a:pt x="116431" y="34516"/>
                </a:cubicBezTo>
                <a:cubicBezTo>
                  <a:pt x="116431" y="34814"/>
                  <a:pt x="116193" y="35052"/>
                  <a:pt x="115896" y="35052"/>
                </a:cubicBezTo>
                <a:cubicBezTo>
                  <a:pt x="115598" y="35052"/>
                  <a:pt x="115360" y="34814"/>
                  <a:pt x="115360" y="34516"/>
                </a:cubicBezTo>
                <a:cubicBezTo>
                  <a:pt x="115360" y="34219"/>
                  <a:pt x="115598" y="33980"/>
                  <a:pt x="115896" y="33980"/>
                </a:cubicBezTo>
                <a:close/>
                <a:moveTo>
                  <a:pt x="87213" y="34969"/>
                </a:moveTo>
                <a:cubicBezTo>
                  <a:pt x="87511" y="34969"/>
                  <a:pt x="87749" y="35207"/>
                  <a:pt x="87749" y="35504"/>
                </a:cubicBezTo>
                <a:cubicBezTo>
                  <a:pt x="87749" y="35802"/>
                  <a:pt x="87511" y="36040"/>
                  <a:pt x="87213" y="36040"/>
                </a:cubicBezTo>
                <a:cubicBezTo>
                  <a:pt x="86916" y="36040"/>
                  <a:pt x="86678" y="35802"/>
                  <a:pt x="86678" y="35504"/>
                </a:cubicBezTo>
                <a:cubicBezTo>
                  <a:pt x="86678" y="35207"/>
                  <a:pt x="86916" y="34969"/>
                  <a:pt x="87213" y="34969"/>
                </a:cubicBezTo>
                <a:close/>
                <a:moveTo>
                  <a:pt x="123099" y="34993"/>
                </a:moveTo>
                <a:cubicBezTo>
                  <a:pt x="123396" y="34993"/>
                  <a:pt x="123635" y="35231"/>
                  <a:pt x="123635" y="35528"/>
                </a:cubicBezTo>
                <a:cubicBezTo>
                  <a:pt x="123635" y="35826"/>
                  <a:pt x="123396" y="36064"/>
                  <a:pt x="123099" y="36064"/>
                </a:cubicBezTo>
                <a:cubicBezTo>
                  <a:pt x="122801" y="36064"/>
                  <a:pt x="122563" y="35826"/>
                  <a:pt x="122563" y="35528"/>
                </a:cubicBezTo>
                <a:cubicBezTo>
                  <a:pt x="122563" y="35231"/>
                  <a:pt x="122801" y="34993"/>
                  <a:pt x="123099" y="34993"/>
                </a:cubicBezTo>
                <a:close/>
                <a:moveTo>
                  <a:pt x="123111" y="34707"/>
                </a:moveTo>
                <a:cubicBezTo>
                  <a:pt x="122670" y="34707"/>
                  <a:pt x="122289" y="35076"/>
                  <a:pt x="122289" y="35528"/>
                </a:cubicBezTo>
                <a:cubicBezTo>
                  <a:pt x="122289" y="35969"/>
                  <a:pt x="122670" y="36338"/>
                  <a:pt x="123111" y="36338"/>
                </a:cubicBezTo>
                <a:cubicBezTo>
                  <a:pt x="123563" y="36338"/>
                  <a:pt x="123932" y="35969"/>
                  <a:pt x="123932" y="35528"/>
                </a:cubicBezTo>
                <a:cubicBezTo>
                  <a:pt x="123932" y="35076"/>
                  <a:pt x="123563" y="34707"/>
                  <a:pt x="123111" y="34707"/>
                </a:cubicBezTo>
                <a:close/>
                <a:moveTo>
                  <a:pt x="79117" y="37100"/>
                </a:moveTo>
                <a:cubicBezTo>
                  <a:pt x="79415" y="37100"/>
                  <a:pt x="79653" y="37338"/>
                  <a:pt x="79653" y="37636"/>
                </a:cubicBezTo>
                <a:cubicBezTo>
                  <a:pt x="79653" y="37933"/>
                  <a:pt x="79415" y="38171"/>
                  <a:pt x="79117" y="38171"/>
                </a:cubicBezTo>
                <a:cubicBezTo>
                  <a:pt x="78819" y="38171"/>
                  <a:pt x="78581" y="37933"/>
                  <a:pt x="78581" y="37636"/>
                </a:cubicBezTo>
                <a:cubicBezTo>
                  <a:pt x="78581" y="37338"/>
                  <a:pt x="78819" y="37100"/>
                  <a:pt x="79117" y="37100"/>
                </a:cubicBezTo>
                <a:close/>
                <a:moveTo>
                  <a:pt x="125361" y="36838"/>
                </a:moveTo>
                <a:cubicBezTo>
                  <a:pt x="124837" y="36838"/>
                  <a:pt x="124409" y="37255"/>
                  <a:pt x="124409" y="37779"/>
                </a:cubicBezTo>
                <a:cubicBezTo>
                  <a:pt x="124409" y="38302"/>
                  <a:pt x="124837" y="38731"/>
                  <a:pt x="125361" y="38731"/>
                </a:cubicBezTo>
                <a:cubicBezTo>
                  <a:pt x="125885" y="38731"/>
                  <a:pt x="126314" y="38302"/>
                  <a:pt x="126314" y="37779"/>
                </a:cubicBezTo>
                <a:cubicBezTo>
                  <a:pt x="126314" y="37267"/>
                  <a:pt x="125885" y="36838"/>
                  <a:pt x="125361" y="36838"/>
                </a:cubicBezTo>
                <a:close/>
                <a:moveTo>
                  <a:pt x="105204" y="39303"/>
                </a:moveTo>
                <a:cubicBezTo>
                  <a:pt x="105501" y="39303"/>
                  <a:pt x="105740" y="39541"/>
                  <a:pt x="105740" y="39838"/>
                </a:cubicBezTo>
                <a:cubicBezTo>
                  <a:pt x="105740" y="40136"/>
                  <a:pt x="105501" y="40374"/>
                  <a:pt x="105204" y="40374"/>
                </a:cubicBezTo>
                <a:cubicBezTo>
                  <a:pt x="104906" y="40374"/>
                  <a:pt x="104668" y="40136"/>
                  <a:pt x="104668" y="39838"/>
                </a:cubicBezTo>
                <a:cubicBezTo>
                  <a:pt x="104668" y="39541"/>
                  <a:pt x="104906" y="39303"/>
                  <a:pt x="105204" y="39303"/>
                </a:cubicBezTo>
                <a:close/>
                <a:moveTo>
                  <a:pt x="127611" y="39517"/>
                </a:moveTo>
                <a:cubicBezTo>
                  <a:pt x="127909" y="39517"/>
                  <a:pt x="128147" y="39767"/>
                  <a:pt x="128147" y="40053"/>
                </a:cubicBezTo>
                <a:cubicBezTo>
                  <a:pt x="128147" y="40350"/>
                  <a:pt x="127909" y="40588"/>
                  <a:pt x="127611" y="40588"/>
                </a:cubicBezTo>
                <a:cubicBezTo>
                  <a:pt x="127314" y="40588"/>
                  <a:pt x="127076" y="40350"/>
                  <a:pt x="127076" y="40053"/>
                </a:cubicBezTo>
                <a:cubicBezTo>
                  <a:pt x="127076" y="39755"/>
                  <a:pt x="127314" y="39517"/>
                  <a:pt x="127611" y="39517"/>
                </a:cubicBezTo>
                <a:close/>
                <a:moveTo>
                  <a:pt x="127623" y="39231"/>
                </a:moveTo>
                <a:cubicBezTo>
                  <a:pt x="127159" y="39231"/>
                  <a:pt x="126802" y="39600"/>
                  <a:pt x="126802" y="40053"/>
                </a:cubicBezTo>
                <a:cubicBezTo>
                  <a:pt x="126802" y="40493"/>
                  <a:pt x="127171" y="40862"/>
                  <a:pt x="127623" y="40862"/>
                </a:cubicBezTo>
                <a:cubicBezTo>
                  <a:pt x="128064" y="40862"/>
                  <a:pt x="128445" y="40493"/>
                  <a:pt x="128445" y="40053"/>
                </a:cubicBezTo>
                <a:cubicBezTo>
                  <a:pt x="128445" y="39600"/>
                  <a:pt x="128064" y="39231"/>
                  <a:pt x="127623" y="39231"/>
                </a:cubicBezTo>
                <a:close/>
                <a:moveTo>
                  <a:pt x="84427" y="41148"/>
                </a:moveTo>
                <a:cubicBezTo>
                  <a:pt x="84725" y="41148"/>
                  <a:pt x="84963" y="41386"/>
                  <a:pt x="84963" y="41684"/>
                </a:cubicBezTo>
                <a:cubicBezTo>
                  <a:pt x="84963" y="41981"/>
                  <a:pt x="84725" y="42220"/>
                  <a:pt x="84427" y="42220"/>
                </a:cubicBezTo>
                <a:cubicBezTo>
                  <a:pt x="84130" y="42220"/>
                  <a:pt x="83892" y="41970"/>
                  <a:pt x="83892" y="41684"/>
                </a:cubicBezTo>
                <a:cubicBezTo>
                  <a:pt x="83892" y="41386"/>
                  <a:pt x="84130" y="41148"/>
                  <a:pt x="84427" y="41148"/>
                </a:cubicBezTo>
                <a:close/>
                <a:moveTo>
                  <a:pt x="66735" y="42589"/>
                </a:moveTo>
                <a:cubicBezTo>
                  <a:pt x="67032" y="42589"/>
                  <a:pt x="67270" y="42827"/>
                  <a:pt x="67270" y="43124"/>
                </a:cubicBezTo>
                <a:cubicBezTo>
                  <a:pt x="67270" y="43422"/>
                  <a:pt x="67032" y="43660"/>
                  <a:pt x="66735" y="43660"/>
                </a:cubicBezTo>
                <a:cubicBezTo>
                  <a:pt x="66437" y="43660"/>
                  <a:pt x="66199" y="43422"/>
                  <a:pt x="66199" y="43124"/>
                </a:cubicBezTo>
                <a:cubicBezTo>
                  <a:pt x="66199" y="42827"/>
                  <a:pt x="66437" y="42589"/>
                  <a:pt x="66735" y="42589"/>
                </a:cubicBezTo>
                <a:close/>
                <a:moveTo>
                  <a:pt x="68675" y="14299"/>
                </a:moveTo>
                <a:cubicBezTo>
                  <a:pt x="68223" y="14299"/>
                  <a:pt x="67854" y="14669"/>
                  <a:pt x="67854" y="15121"/>
                </a:cubicBezTo>
                <a:cubicBezTo>
                  <a:pt x="67854" y="15526"/>
                  <a:pt x="68151" y="15847"/>
                  <a:pt x="68521" y="15919"/>
                </a:cubicBezTo>
                <a:lnTo>
                  <a:pt x="68521" y="35076"/>
                </a:lnTo>
                <a:lnTo>
                  <a:pt x="66604" y="37017"/>
                </a:lnTo>
                <a:lnTo>
                  <a:pt x="66604" y="42327"/>
                </a:lnTo>
                <a:cubicBezTo>
                  <a:pt x="66211" y="42398"/>
                  <a:pt x="65937" y="42720"/>
                  <a:pt x="65937" y="43124"/>
                </a:cubicBezTo>
                <a:cubicBezTo>
                  <a:pt x="65937" y="43577"/>
                  <a:pt x="66306" y="43946"/>
                  <a:pt x="66747" y="43946"/>
                </a:cubicBezTo>
                <a:cubicBezTo>
                  <a:pt x="67199" y="43946"/>
                  <a:pt x="67568" y="43577"/>
                  <a:pt x="67568" y="43124"/>
                </a:cubicBezTo>
                <a:cubicBezTo>
                  <a:pt x="67568" y="42720"/>
                  <a:pt x="67270" y="42398"/>
                  <a:pt x="66901" y="42327"/>
                </a:cubicBezTo>
                <a:lnTo>
                  <a:pt x="66901" y="37136"/>
                </a:lnTo>
                <a:lnTo>
                  <a:pt x="68818" y="35195"/>
                </a:lnTo>
                <a:lnTo>
                  <a:pt x="68818" y="15919"/>
                </a:lnTo>
                <a:cubicBezTo>
                  <a:pt x="69187" y="15847"/>
                  <a:pt x="69485" y="15526"/>
                  <a:pt x="69485" y="15121"/>
                </a:cubicBezTo>
                <a:cubicBezTo>
                  <a:pt x="69485" y="14669"/>
                  <a:pt x="69116" y="14299"/>
                  <a:pt x="68675" y="14299"/>
                </a:cubicBezTo>
                <a:close/>
                <a:moveTo>
                  <a:pt x="62377" y="43267"/>
                </a:moveTo>
                <a:cubicBezTo>
                  <a:pt x="62675" y="43267"/>
                  <a:pt x="62913" y="43505"/>
                  <a:pt x="62913" y="43803"/>
                </a:cubicBezTo>
                <a:cubicBezTo>
                  <a:pt x="62913" y="44101"/>
                  <a:pt x="62675" y="44339"/>
                  <a:pt x="62377" y="44339"/>
                </a:cubicBezTo>
                <a:cubicBezTo>
                  <a:pt x="62079" y="44327"/>
                  <a:pt x="61841" y="44101"/>
                  <a:pt x="61841" y="43803"/>
                </a:cubicBezTo>
                <a:cubicBezTo>
                  <a:pt x="61841" y="43505"/>
                  <a:pt x="62079" y="43267"/>
                  <a:pt x="62377" y="43267"/>
                </a:cubicBezTo>
                <a:close/>
                <a:moveTo>
                  <a:pt x="86678" y="43386"/>
                </a:moveTo>
                <a:cubicBezTo>
                  <a:pt x="86975" y="43386"/>
                  <a:pt x="87213" y="43625"/>
                  <a:pt x="87213" y="43922"/>
                </a:cubicBezTo>
                <a:cubicBezTo>
                  <a:pt x="87213" y="44220"/>
                  <a:pt x="86975" y="44458"/>
                  <a:pt x="86678" y="44458"/>
                </a:cubicBezTo>
                <a:cubicBezTo>
                  <a:pt x="86380" y="44458"/>
                  <a:pt x="86142" y="44220"/>
                  <a:pt x="86142" y="43922"/>
                </a:cubicBezTo>
                <a:cubicBezTo>
                  <a:pt x="86142" y="43625"/>
                  <a:pt x="86380" y="43386"/>
                  <a:pt x="86678" y="43386"/>
                </a:cubicBezTo>
                <a:close/>
                <a:moveTo>
                  <a:pt x="139184" y="44053"/>
                </a:moveTo>
                <a:cubicBezTo>
                  <a:pt x="139482" y="44053"/>
                  <a:pt x="139720" y="44291"/>
                  <a:pt x="139720" y="44589"/>
                </a:cubicBezTo>
                <a:cubicBezTo>
                  <a:pt x="139720" y="44887"/>
                  <a:pt x="139482" y="45125"/>
                  <a:pt x="139184" y="45125"/>
                </a:cubicBezTo>
                <a:cubicBezTo>
                  <a:pt x="138887" y="45125"/>
                  <a:pt x="138648" y="44887"/>
                  <a:pt x="138648" y="44589"/>
                </a:cubicBezTo>
                <a:cubicBezTo>
                  <a:pt x="138648" y="44291"/>
                  <a:pt x="138887" y="44053"/>
                  <a:pt x="139184" y="44053"/>
                </a:cubicBezTo>
                <a:close/>
                <a:moveTo>
                  <a:pt x="41660" y="27908"/>
                </a:moveTo>
                <a:cubicBezTo>
                  <a:pt x="41208" y="27908"/>
                  <a:pt x="40839" y="28277"/>
                  <a:pt x="40839" y="28718"/>
                </a:cubicBezTo>
                <a:cubicBezTo>
                  <a:pt x="40839" y="29123"/>
                  <a:pt x="41136" y="29456"/>
                  <a:pt x="41505" y="29528"/>
                </a:cubicBezTo>
                <a:lnTo>
                  <a:pt x="41505" y="36636"/>
                </a:lnTo>
                <a:lnTo>
                  <a:pt x="32159" y="46065"/>
                </a:lnTo>
                <a:lnTo>
                  <a:pt x="32373" y="46256"/>
                </a:lnTo>
                <a:lnTo>
                  <a:pt x="41767" y="36790"/>
                </a:lnTo>
                <a:lnTo>
                  <a:pt x="41803" y="36743"/>
                </a:lnTo>
                <a:lnTo>
                  <a:pt x="41803" y="29516"/>
                </a:lnTo>
                <a:cubicBezTo>
                  <a:pt x="42184" y="29456"/>
                  <a:pt x="42482" y="29123"/>
                  <a:pt x="42482" y="28718"/>
                </a:cubicBezTo>
                <a:cubicBezTo>
                  <a:pt x="42482" y="28277"/>
                  <a:pt x="42101" y="27908"/>
                  <a:pt x="41660" y="27908"/>
                </a:cubicBezTo>
                <a:close/>
                <a:moveTo>
                  <a:pt x="88940" y="45613"/>
                </a:moveTo>
                <a:cubicBezTo>
                  <a:pt x="89237" y="45613"/>
                  <a:pt x="89476" y="45851"/>
                  <a:pt x="89476" y="46149"/>
                </a:cubicBezTo>
                <a:cubicBezTo>
                  <a:pt x="89476" y="46446"/>
                  <a:pt x="89237" y="46684"/>
                  <a:pt x="88940" y="46684"/>
                </a:cubicBezTo>
                <a:cubicBezTo>
                  <a:pt x="88642" y="46684"/>
                  <a:pt x="88404" y="46446"/>
                  <a:pt x="88404" y="46149"/>
                </a:cubicBezTo>
                <a:cubicBezTo>
                  <a:pt x="88404" y="45851"/>
                  <a:pt x="88642" y="45613"/>
                  <a:pt x="88940" y="45613"/>
                </a:cubicBezTo>
                <a:close/>
                <a:moveTo>
                  <a:pt x="16847" y="48030"/>
                </a:moveTo>
                <a:cubicBezTo>
                  <a:pt x="17145" y="48030"/>
                  <a:pt x="17383" y="48268"/>
                  <a:pt x="17383" y="48566"/>
                </a:cubicBezTo>
                <a:cubicBezTo>
                  <a:pt x="17383" y="48863"/>
                  <a:pt x="17145" y="49101"/>
                  <a:pt x="16847" y="49101"/>
                </a:cubicBezTo>
                <a:cubicBezTo>
                  <a:pt x="16550" y="49101"/>
                  <a:pt x="16312" y="48863"/>
                  <a:pt x="16312" y="48566"/>
                </a:cubicBezTo>
                <a:cubicBezTo>
                  <a:pt x="16312" y="48268"/>
                  <a:pt x="16550" y="48030"/>
                  <a:pt x="16847" y="48030"/>
                </a:cubicBezTo>
                <a:close/>
                <a:moveTo>
                  <a:pt x="19776" y="48030"/>
                </a:moveTo>
                <a:cubicBezTo>
                  <a:pt x="20074" y="48030"/>
                  <a:pt x="20312" y="48268"/>
                  <a:pt x="20312" y="48566"/>
                </a:cubicBezTo>
                <a:cubicBezTo>
                  <a:pt x="20312" y="48863"/>
                  <a:pt x="20074" y="49101"/>
                  <a:pt x="19776" y="49101"/>
                </a:cubicBezTo>
                <a:cubicBezTo>
                  <a:pt x="19479" y="49101"/>
                  <a:pt x="19241" y="48863"/>
                  <a:pt x="19241" y="48566"/>
                </a:cubicBezTo>
                <a:cubicBezTo>
                  <a:pt x="19241" y="48268"/>
                  <a:pt x="19479" y="48030"/>
                  <a:pt x="19776" y="48030"/>
                </a:cubicBezTo>
                <a:close/>
                <a:moveTo>
                  <a:pt x="16859" y="47744"/>
                </a:moveTo>
                <a:cubicBezTo>
                  <a:pt x="16419" y="47744"/>
                  <a:pt x="16038" y="48113"/>
                  <a:pt x="16038" y="48566"/>
                </a:cubicBezTo>
                <a:cubicBezTo>
                  <a:pt x="16038" y="49006"/>
                  <a:pt x="16419" y="49375"/>
                  <a:pt x="16859" y="49375"/>
                </a:cubicBezTo>
                <a:cubicBezTo>
                  <a:pt x="17312" y="49375"/>
                  <a:pt x="17681" y="49006"/>
                  <a:pt x="17681" y="48566"/>
                </a:cubicBezTo>
                <a:cubicBezTo>
                  <a:pt x="17681" y="48113"/>
                  <a:pt x="17312" y="47744"/>
                  <a:pt x="16859" y="47744"/>
                </a:cubicBezTo>
                <a:close/>
                <a:moveTo>
                  <a:pt x="19776" y="47744"/>
                </a:moveTo>
                <a:cubicBezTo>
                  <a:pt x="19336" y="47744"/>
                  <a:pt x="18967" y="48113"/>
                  <a:pt x="18967" y="48566"/>
                </a:cubicBezTo>
                <a:cubicBezTo>
                  <a:pt x="18967" y="49006"/>
                  <a:pt x="19336" y="49375"/>
                  <a:pt x="19776" y="49375"/>
                </a:cubicBezTo>
                <a:cubicBezTo>
                  <a:pt x="20229" y="49375"/>
                  <a:pt x="20598" y="49006"/>
                  <a:pt x="20598" y="48566"/>
                </a:cubicBezTo>
                <a:cubicBezTo>
                  <a:pt x="20598" y="48113"/>
                  <a:pt x="20229" y="47744"/>
                  <a:pt x="19776" y="47744"/>
                </a:cubicBezTo>
                <a:close/>
                <a:moveTo>
                  <a:pt x="13942" y="47613"/>
                </a:moveTo>
                <a:cubicBezTo>
                  <a:pt x="13430" y="47613"/>
                  <a:pt x="12990" y="48042"/>
                  <a:pt x="12990" y="48566"/>
                </a:cubicBezTo>
                <a:cubicBezTo>
                  <a:pt x="12990" y="49078"/>
                  <a:pt x="13430" y="49518"/>
                  <a:pt x="13942" y="49518"/>
                </a:cubicBezTo>
                <a:cubicBezTo>
                  <a:pt x="14466" y="49518"/>
                  <a:pt x="14895" y="49078"/>
                  <a:pt x="14895" y="48566"/>
                </a:cubicBezTo>
                <a:cubicBezTo>
                  <a:pt x="14895" y="48042"/>
                  <a:pt x="14466" y="47613"/>
                  <a:pt x="13942" y="47613"/>
                </a:cubicBezTo>
                <a:close/>
                <a:moveTo>
                  <a:pt x="44315" y="32326"/>
                </a:moveTo>
                <a:cubicBezTo>
                  <a:pt x="43875" y="32326"/>
                  <a:pt x="43506" y="32695"/>
                  <a:pt x="43506" y="33147"/>
                </a:cubicBezTo>
                <a:cubicBezTo>
                  <a:pt x="43506" y="33564"/>
                  <a:pt x="43803" y="33897"/>
                  <a:pt x="44172" y="33957"/>
                </a:cubicBezTo>
                <a:lnTo>
                  <a:pt x="44172" y="37469"/>
                </a:lnTo>
                <a:lnTo>
                  <a:pt x="32159" y="49578"/>
                </a:lnTo>
                <a:lnTo>
                  <a:pt x="32373" y="49768"/>
                </a:lnTo>
                <a:lnTo>
                  <a:pt x="44422" y="37624"/>
                </a:lnTo>
                <a:lnTo>
                  <a:pt x="44470" y="37576"/>
                </a:lnTo>
                <a:lnTo>
                  <a:pt x="44470" y="33945"/>
                </a:lnTo>
                <a:cubicBezTo>
                  <a:pt x="44851" y="33873"/>
                  <a:pt x="45137" y="33540"/>
                  <a:pt x="45137" y="33147"/>
                </a:cubicBezTo>
                <a:cubicBezTo>
                  <a:pt x="45137" y="32695"/>
                  <a:pt x="44768" y="32326"/>
                  <a:pt x="44315" y="32326"/>
                </a:cubicBezTo>
                <a:close/>
                <a:moveTo>
                  <a:pt x="50221" y="48899"/>
                </a:moveTo>
                <a:cubicBezTo>
                  <a:pt x="50518" y="48899"/>
                  <a:pt x="50756" y="49137"/>
                  <a:pt x="50756" y="49435"/>
                </a:cubicBezTo>
                <a:cubicBezTo>
                  <a:pt x="50756" y="49732"/>
                  <a:pt x="50518" y="49971"/>
                  <a:pt x="50221" y="49971"/>
                </a:cubicBezTo>
                <a:cubicBezTo>
                  <a:pt x="49923" y="49971"/>
                  <a:pt x="49685" y="49732"/>
                  <a:pt x="49685" y="49435"/>
                </a:cubicBezTo>
                <a:cubicBezTo>
                  <a:pt x="49685" y="49137"/>
                  <a:pt x="49923" y="48899"/>
                  <a:pt x="50221" y="48899"/>
                </a:cubicBezTo>
                <a:close/>
                <a:moveTo>
                  <a:pt x="32385" y="23860"/>
                </a:moveTo>
                <a:cubicBezTo>
                  <a:pt x="31945" y="23860"/>
                  <a:pt x="31564" y="24229"/>
                  <a:pt x="31564" y="24670"/>
                </a:cubicBezTo>
                <a:cubicBezTo>
                  <a:pt x="31564" y="25075"/>
                  <a:pt x="31861" y="25408"/>
                  <a:pt x="32242" y="25479"/>
                </a:cubicBezTo>
                <a:lnTo>
                  <a:pt x="32242" y="32826"/>
                </a:lnTo>
                <a:lnTo>
                  <a:pt x="24217" y="40910"/>
                </a:lnTo>
                <a:lnTo>
                  <a:pt x="24217" y="51578"/>
                </a:lnTo>
                <a:lnTo>
                  <a:pt x="22717" y="53102"/>
                </a:lnTo>
                <a:lnTo>
                  <a:pt x="5775" y="53102"/>
                </a:lnTo>
                <a:lnTo>
                  <a:pt x="5775" y="53376"/>
                </a:lnTo>
                <a:lnTo>
                  <a:pt x="22836" y="53376"/>
                </a:lnTo>
                <a:lnTo>
                  <a:pt x="24503" y="51697"/>
                </a:lnTo>
                <a:lnTo>
                  <a:pt x="24503" y="41029"/>
                </a:lnTo>
                <a:lnTo>
                  <a:pt x="24515" y="41029"/>
                </a:lnTo>
                <a:lnTo>
                  <a:pt x="32492" y="32992"/>
                </a:lnTo>
                <a:lnTo>
                  <a:pt x="32540" y="32945"/>
                </a:lnTo>
                <a:lnTo>
                  <a:pt x="32540" y="25479"/>
                </a:lnTo>
                <a:cubicBezTo>
                  <a:pt x="32921" y="25408"/>
                  <a:pt x="33207" y="25075"/>
                  <a:pt x="33207" y="24670"/>
                </a:cubicBezTo>
                <a:cubicBezTo>
                  <a:pt x="33207" y="24229"/>
                  <a:pt x="32838" y="23860"/>
                  <a:pt x="32385" y="23860"/>
                </a:cubicBezTo>
                <a:close/>
                <a:moveTo>
                  <a:pt x="34647" y="23860"/>
                </a:moveTo>
                <a:cubicBezTo>
                  <a:pt x="34207" y="23860"/>
                  <a:pt x="33826" y="24229"/>
                  <a:pt x="33826" y="24670"/>
                </a:cubicBezTo>
                <a:cubicBezTo>
                  <a:pt x="33826" y="25075"/>
                  <a:pt x="34123" y="25408"/>
                  <a:pt x="34504" y="25479"/>
                </a:cubicBezTo>
                <a:lnTo>
                  <a:pt x="34504" y="33564"/>
                </a:lnTo>
                <a:lnTo>
                  <a:pt x="26492" y="41624"/>
                </a:lnTo>
                <a:lnTo>
                  <a:pt x="26492" y="52316"/>
                </a:lnTo>
                <a:lnTo>
                  <a:pt x="23455" y="55364"/>
                </a:lnTo>
                <a:lnTo>
                  <a:pt x="5775" y="55364"/>
                </a:lnTo>
                <a:lnTo>
                  <a:pt x="5775" y="55650"/>
                </a:lnTo>
                <a:lnTo>
                  <a:pt x="23574" y="55650"/>
                </a:lnTo>
                <a:lnTo>
                  <a:pt x="26777" y="52411"/>
                </a:lnTo>
                <a:lnTo>
                  <a:pt x="26777" y="41743"/>
                </a:lnTo>
                <a:lnTo>
                  <a:pt x="34754" y="33707"/>
                </a:lnTo>
                <a:lnTo>
                  <a:pt x="34802" y="33659"/>
                </a:lnTo>
                <a:lnTo>
                  <a:pt x="34802" y="25479"/>
                </a:lnTo>
                <a:cubicBezTo>
                  <a:pt x="35183" y="25408"/>
                  <a:pt x="35469" y="25075"/>
                  <a:pt x="35469" y="24670"/>
                </a:cubicBezTo>
                <a:cubicBezTo>
                  <a:pt x="35469" y="24229"/>
                  <a:pt x="35100" y="23860"/>
                  <a:pt x="34647" y="23860"/>
                </a:cubicBezTo>
                <a:close/>
                <a:moveTo>
                  <a:pt x="141434" y="40148"/>
                </a:moveTo>
                <a:cubicBezTo>
                  <a:pt x="140911" y="40148"/>
                  <a:pt x="140482" y="40553"/>
                  <a:pt x="140482" y="41089"/>
                </a:cubicBezTo>
                <a:cubicBezTo>
                  <a:pt x="140482" y="41398"/>
                  <a:pt x="140625" y="41672"/>
                  <a:pt x="140863" y="41851"/>
                </a:cubicBezTo>
                <a:lnTo>
                  <a:pt x="140863" y="48589"/>
                </a:lnTo>
                <a:lnTo>
                  <a:pt x="151329" y="58710"/>
                </a:lnTo>
                <a:lnTo>
                  <a:pt x="152114" y="57888"/>
                </a:lnTo>
                <a:lnTo>
                  <a:pt x="141994" y="48113"/>
                </a:lnTo>
                <a:lnTo>
                  <a:pt x="141994" y="41862"/>
                </a:lnTo>
                <a:cubicBezTo>
                  <a:pt x="142232" y="41684"/>
                  <a:pt x="142387" y="41422"/>
                  <a:pt x="142387" y="41100"/>
                </a:cubicBezTo>
                <a:cubicBezTo>
                  <a:pt x="142387" y="40588"/>
                  <a:pt x="141946" y="40148"/>
                  <a:pt x="141434" y="40148"/>
                </a:cubicBezTo>
                <a:close/>
                <a:moveTo>
                  <a:pt x="139172" y="43767"/>
                </a:moveTo>
                <a:cubicBezTo>
                  <a:pt x="138720" y="43767"/>
                  <a:pt x="138351" y="44136"/>
                  <a:pt x="138351" y="44589"/>
                </a:cubicBezTo>
                <a:cubicBezTo>
                  <a:pt x="138351" y="44994"/>
                  <a:pt x="138648" y="45315"/>
                  <a:pt x="139017" y="45387"/>
                </a:cubicBezTo>
                <a:lnTo>
                  <a:pt x="139017" y="49113"/>
                </a:lnTo>
                <a:lnTo>
                  <a:pt x="151364" y="61436"/>
                </a:lnTo>
                <a:lnTo>
                  <a:pt x="151555" y="61222"/>
                </a:lnTo>
                <a:lnTo>
                  <a:pt x="139291" y="48994"/>
                </a:lnTo>
                <a:lnTo>
                  <a:pt x="139291" y="45387"/>
                </a:lnTo>
                <a:lnTo>
                  <a:pt x="139315" y="45387"/>
                </a:lnTo>
                <a:cubicBezTo>
                  <a:pt x="139708" y="45315"/>
                  <a:pt x="139994" y="44994"/>
                  <a:pt x="139994" y="44589"/>
                </a:cubicBezTo>
                <a:cubicBezTo>
                  <a:pt x="139994" y="44136"/>
                  <a:pt x="139613" y="43767"/>
                  <a:pt x="139172" y="43767"/>
                </a:cubicBezTo>
                <a:close/>
                <a:moveTo>
                  <a:pt x="37445" y="61758"/>
                </a:moveTo>
                <a:cubicBezTo>
                  <a:pt x="37743" y="61758"/>
                  <a:pt x="37981" y="61996"/>
                  <a:pt x="37981" y="62293"/>
                </a:cubicBezTo>
                <a:cubicBezTo>
                  <a:pt x="37981" y="62591"/>
                  <a:pt x="37743" y="62829"/>
                  <a:pt x="37445" y="62829"/>
                </a:cubicBezTo>
                <a:cubicBezTo>
                  <a:pt x="37148" y="62829"/>
                  <a:pt x="36909" y="62591"/>
                  <a:pt x="36909" y="62293"/>
                </a:cubicBezTo>
                <a:cubicBezTo>
                  <a:pt x="36909" y="61996"/>
                  <a:pt x="37148" y="61758"/>
                  <a:pt x="37445" y="61758"/>
                </a:cubicBezTo>
                <a:close/>
                <a:moveTo>
                  <a:pt x="115907" y="33695"/>
                </a:moveTo>
                <a:cubicBezTo>
                  <a:pt x="115443" y="33695"/>
                  <a:pt x="115086" y="34052"/>
                  <a:pt x="115086" y="34516"/>
                </a:cubicBezTo>
                <a:cubicBezTo>
                  <a:pt x="115086" y="34957"/>
                  <a:pt x="115467" y="35326"/>
                  <a:pt x="115907" y="35326"/>
                </a:cubicBezTo>
                <a:cubicBezTo>
                  <a:pt x="116086" y="35326"/>
                  <a:pt x="116253" y="35266"/>
                  <a:pt x="116372" y="35183"/>
                </a:cubicBezTo>
                <a:lnTo>
                  <a:pt x="126742" y="45541"/>
                </a:lnTo>
                <a:lnTo>
                  <a:pt x="126790" y="45589"/>
                </a:lnTo>
                <a:lnTo>
                  <a:pt x="135053" y="45589"/>
                </a:lnTo>
                <a:lnTo>
                  <a:pt x="136791" y="47315"/>
                </a:lnTo>
                <a:lnTo>
                  <a:pt x="136791" y="49828"/>
                </a:lnTo>
                <a:lnTo>
                  <a:pt x="150412" y="63413"/>
                </a:lnTo>
                <a:lnTo>
                  <a:pt x="150602" y="63210"/>
                </a:lnTo>
                <a:lnTo>
                  <a:pt x="137065" y="49709"/>
                </a:lnTo>
                <a:lnTo>
                  <a:pt x="137065" y="47196"/>
                </a:lnTo>
                <a:lnTo>
                  <a:pt x="135160" y="45291"/>
                </a:lnTo>
                <a:lnTo>
                  <a:pt x="126909" y="45291"/>
                </a:lnTo>
                <a:lnTo>
                  <a:pt x="116574" y="34969"/>
                </a:lnTo>
                <a:cubicBezTo>
                  <a:pt x="116669" y="34838"/>
                  <a:pt x="116729" y="34671"/>
                  <a:pt x="116729" y="34516"/>
                </a:cubicBezTo>
                <a:cubicBezTo>
                  <a:pt x="116729" y="34064"/>
                  <a:pt x="116348" y="33695"/>
                  <a:pt x="115907" y="33695"/>
                </a:cubicBezTo>
                <a:close/>
                <a:moveTo>
                  <a:pt x="35231" y="64008"/>
                </a:moveTo>
                <a:cubicBezTo>
                  <a:pt x="35528" y="64008"/>
                  <a:pt x="35766" y="64246"/>
                  <a:pt x="35766" y="64544"/>
                </a:cubicBezTo>
                <a:cubicBezTo>
                  <a:pt x="35766" y="64841"/>
                  <a:pt x="35528" y="65080"/>
                  <a:pt x="35231" y="65080"/>
                </a:cubicBezTo>
                <a:cubicBezTo>
                  <a:pt x="34933" y="65068"/>
                  <a:pt x="34695" y="64830"/>
                  <a:pt x="34695" y="64544"/>
                </a:cubicBezTo>
                <a:cubicBezTo>
                  <a:pt x="34695" y="64246"/>
                  <a:pt x="34933" y="64008"/>
                  <a:pt x="35231" y="64008"/>
                </a:cubicBezTo>
                <a:close/>
                <a:moveTo>
                  <a:pt x="36898" y="23872"/>
                </a:moveTo>
                <a:cubicBezTo>
                  <a:pt x="36445" y="23872"/>
                  <a:pt x="36076" y="24241"/>
                  <a:pt x="36076" y="24694"/>
                </a:cubicBezTo>
                <a:cubicBezTo>
                  <a:pt x="36076" y="25087"/>
                  <a:pt x="36374" y="25420"/>
                  <a:pt x="36743" y="25491"/>
                </a:cubicBezTo>
                <a:lnTo>
                  <a:pt x="36731" y="34254"/>
                </a:lnTo>
                <a:lnTo>
                  <a:pt x="28730" y="42339"/>
                </a:lnTo>
                <a:lnTo>
                  <a:pt x="28730" y="53007"/>
                </a:lnTo>
                <a:lnTo>
                  <a:pt x="24158" y="57626"/>
                </a:lnTo>
                <a:lnTo>
                  <a:pt x="13061" y="57626"/>
                </a:lnTo>
                <a:lnTo>
                  <a:pt x="5834" y="64901"/>
                </a:lnTo>
                <a:lnTo>
                  <a:pt x="6037" y="65091"/>
                </a:lnTo>
                <a:lnTo>
                  <a:pt x="13180" y="57888"/>
                </a:lnTo>
                <a:lnTo>
                  <a:pt x="24277" y="57888"/>
                </a:lnTo>
                <a:lnTo>
                  <a:pt x="24277" y="57912"/>
                </a:lnTo>
                <a:lnTo>
                  <a:pt x="29004" y="53126"/>
                </a:lnTo>
                <a:lnTo>
                  <a:pt x="29004" y="42458"/>
                </a:lnTo>
                <a:lnTo>
                  <a:pt x="37029" y="34373"/>
                </a:lnTo>
                <a:lnTo>
                  <a:pt x="37040" y="25491"/>
                </a:lnTo>
                <a:cubicBezTo>
                  <a:pt x="37433" y="25420"/>
                  <a:pt x="37719" y="25087"/>
                  <a:pt x="37719" y="24694"/>
                </a:cubicBezTo>
                <a:cubicBezTo>
                  <a:pt x="37719" y="24241"/>
                  <a:pt x="37338" y="23872"/>
                  <a:pt x="36898" y="23872"/>
                </a:cubicBezTo>
                <a:close/>
                <a:moveTo>
                  <a:pt x="68997" y="64734"/>
                </a:moveTo>
                <a:cubicBezTo>
                  <a:pt x="69294" y="64734"/>
                  <a:pt x="69533" y="64972"/>
                  <a:pt x="69533" y="65270"/>
                </a:cubicBezTo>
                <a:cubicBezTo>
                  <a:pt x="69533" y="65568"/>
                  <a:pt x="69294" y="65806"/>
                  <a:pt x="68997" y="65806"/>
                </a:cubicBezTo>
                <a:cubicBezTo>
                  <a:pt x="68699" y="65806"/>
                  <a:pt x="68461" y="65568"/>
                  <a:pt x="68461" y="65270"/>
                </a:cubicBezTo>
                <a:cubicBezTo>
                  <a:pt x="68461" y="64972"/>
                  <a:pt x="68699" y="64734"/>
                  <a:pt x="68997" y="64734"/>
                </a:cubicBezTo>
                <a:close/>
                <a:moveTo>
                  <a:pt x="115134" y="65246"/>
                </a:moveTo>
                <a:cubicBezTo>
                  <a:pt x="115431" y="65246"/>
                  <a:pt x="115669" y="65484"/>
                  <a:pt x="115669" y="65782"/>
                </a:cubicBezTo>
                <a:cubicBezTo>
                  <a:pt x="115669" y="66080"/>
                  <a:pt x="115431" y="66318"/>
                  <a:pt x="115134" y="66318"/>
                </a:cubicBezTo>
                <a:cubicBezTo>
                  <a:pt x="114836" y="66318"/>
                  <a:pt x="114598" y="66080"/>
                  <a:pt x="114598" y="65782"/>
                </a:cubicBezTo>
                <a:cubicBezTo>
                  <a:pt x="114598" y="65484"/>
                  <a:pt x="114836" y="65246"/>
                  <a:pt x="115134" y="65246"/>
                </a:cubicBezTo>
                <a:close/>
                <a:moveTo>
                  <a:pt x="115134" y="64960"/>
                </a:moveTo>
                <a:cubicBezTo>
                  <a:pt x="114681" y="64960"/>
                  <a:pt x="114312" y="65330"/>
                  <a:pt x="114312" y="65782"/>
                </a:cubicBezTo>
                <a:cubicBezTo>
                  <a:pt x="114312" y="66223"/>
                  <a:pt x="114681" y="66604"/>
                  <a:pt x="115134" y="66604"/>
                </a:cubicBezTo>
                <a:cubicBezTo>
                  <a:pt x="115574" y="66604"/>
                  <a:pt x="115955" y="66246"/>
                  <a:pt x="115955" y="65782"/>
                </a:cubicBezTo>
                <a:cubicBezTo>
                  <a:pt x="115955" y="65330"/>
                  <a:pt x="115574" y="64960"/>
                  <a:pt x="115134" y="64960"/>
                </a:cubicBezTo>
                <a:close/>
                <a:moveTo>
                  <a:pt x="102525" y="65901"/>
                </a:moveTo>
                <a:cubicBezTo>
                  <a:pt x="102822" y="65901"/>
                  <a:pt x="103061" y="66139"/>
                  <a:pt x="103061" y="66437"/>
                </a:cubicBezTo>
                <a:cubicBezTo>
                  <a:pt x="103061" y="66735"/>
                  <a:pt x="102822" y="66973"/>
                  <a:pt x="102525" y="66973"/>
                </a:cubicBezTo>
                <a:cubicBezTo>
                  <a:pt x="102227" y="66973"/>
                  <a:pt x="101989" y="66735"/>
                  <a:pt x="101989" y="66437"/>
                </a:cubicBezTo>
                <a:cubicBezTo>
                  <a:pt x="101989" y="66139"/>
                  <a:pt x="102227" y="65901"/>
                  <a:pt x="102525" y="65901"/>
                </a:cubicBezTo>
                <a:close/>
                <a:moveTo>
                  <a:pt x="105442" y="65901"/>
                </a:moveTo>
                <a:cubicBezTo>
                  <a:pt x="105740" y="65901"/>
                  <a:pt x="105978" y="66139"/>
                  <a:pt x="105978" y="66437"/>
                </a:cubicBezTo>
                <a:cubicBezTo>
                  <a:pt x="105966" y="66735"/>
                  <a:pt x="105728" y="66973"/>
                  <a:pt x="105442" y="66973"/>
                </a:cubicBezTo>
                <a:cubicBezTo>
                  <a:pt x="105144" y="66973"/>
                  <a:pt x="104906" y="66735"/>
                  <a:pt x="104906" y="66437"/>
                </a:cubicBezTo>
                <a:cubicBezTo>
                  <a:pt x="104906" y="66139"/>
                  <a:pt x="105144" y="65901"/>
                  <a:pt x="105442" y="65901"/>
                </a:cubicBezTo>
                <a:close/>
                <a:moveTo>
                  <a:pt x="32957" y="66306"/>
                </a:moveTo>
                <a:cubicBezTo>
                  <a:pt x="33254" y="66306"/>
                  <a:pt x="33492" y="66544"/>
                  <a:pt x="33492" y="66842"/>
                </a:cubicBezTo>
                <a:cubicBezTo>
                  <a:pt x="33492" y="67139"/>
                  <a:pt x="33254" y="67377"/>
                  <a:pt x="32957" y="67377"/>
                </a:cubicBezTo>
                <a:cubicBezTo>
                  <a:pt x="32659" y="67377"/>
                  <a:pt x="32409" y="67139"/>
                  <a:pt x="32409" y="66842"/>
                </a:cubicBezTo>
                <a:cubicBezTo>
                  <a:pt x="32409" y="66544"/>
                  <a:pt x="32659" y="66306"/>
                  <a:pt x="32957" y="66306"/>
                </a:cubicBezTo>
                <a:close/>
                <a:moveTo>
                  <a:pt x="68997" y="67449"/>
                </a:moveTo>
                <a:cubicBezTo>
                  <a:pt x="69294" y="67449"/>
                  <a:pt x="69533" y="67687"/>
                  <a:pt x="69533" y="67985"/>
                </a:cubicBezTo>
                <a:cubicBezTo>
                  <a:pt x="69533" y="68282"/>
                  <a:pt x="69294" y="68520"/>
                  <a:pt x="68997" y="68520"/>
                </a:cubicBezTo>
                <a:cubicBezTo>
                  <a:pt x="68699" y="68520"/>
                  <a:pt x="68461" y="68282"/>
                  <a:pt x="68461" y="67985"/>
                </a:cubicBezTo>
                <a:cubicBezTo>
                  <a:pt x="68461" y="67687"/>
                  <a:pt x="68699" y="67449"/>
                  <a:pt x="68997" y="67449"/>
                </a:cubicBezTo>
                <a:close/>
                <a:moveTo>
                  <a:pt x="117392" y="67519"/>
                </a:moveTo>
                <a:cubicBezTo>
                  <a:pt x="117530" y="67519"/>
                  <a:pt x="117665" y="67566"/>
                  <a:pt x="117765" y="67675"/>
                </a:cubicBezTo>
                <a:cubicBezTo>
                  <a:pt x="117872" y="67770"/>
                  <a:pt x="117920" y="67913"/>
                  <a:pt x="117920" y="68044"/>
                </a:cubicBezTo>
                <a:cubicBezTo>
                  <a:pt x="117920" y="68092"/>
                  <a:pt x="117920" y="68128"/>
                  <a:pt x="117908" y="68175"/>
                </a:cubicBezTo>
                <a:cubicBezTo>
                  <a:pt x="117860" y="68354"/>
                  <a:pt x="117705" y="68520"/>
                  <a:pt x="117515" y="68568"/>
                </a:cubicBezTo>
                <a:cubicBezTo>
                  <a:pt x="117470" y="68577"/>
                  <a:pt x="117426" y="68581"/>
                  <a:pt x="117382" y="68581"/>
                </a:cubicBezTo>
                <a:cubicBezTo>
                  <a:pt x="117243" y="68581"/>
                  <a:pt x="117115" y="68534"/>
                  <a:pt x="117015" y="68425"/>
                </a:cubicBezTo>
                <a:cubicBezTo>
                  <a:pt x="116872" y="68294"/>
                  <a:pt x="116836" y="68104"/>
                  <a:pt x="116872" y="67925"/>
                </a:cubicBezTo>
                <a:cubicBezTo>
                  <a:pt x="116919" y="67747"/>
                  <a:pt x="117062" y="67580"/>
                  <a:pt x="117265" y="67532"/>
                </a:cubicBezTo>
                <a:cubicBezTo>
                  <a:pt x="117307" y="67524"/>
                  <a:pt x="117350" y="67519"/>
                  <a:pt x="117392" y="67519"/>
                </a:cubicBezTo>
                <a:close/>
                <a:moveTo>
                  <a:pt x="117403" y="67226"/>
                </a:moveTo>
                <a:cubicBezTo>
                  <a:pt x="117330" y="67226"/>
                  <a:pt x="117256" y="67237"/>
                  <a:pt x="117181" y="67258"/>
                </a:cubicBezTo>
                <a:cubicBezTo>
                  <a:pt x="116908" y="67330"/>
                  <a:pt x="116669" y="67556"/>
                  <a:pt x="116598" y="67854"/>
                </a:cubicBezTo>
                <a:cubicBezTo>
                  <a:pt x="116574" y="67901"/>
                  <a:pt x="116562" y="67985"/>
                  <a:pt x="116562" y="68044"/>
                </a:cubicBezTo>
                <a:cubicBezTo>
                  <a:pt x="116562" y="68270"/>
                  <a:pt x="116658" y="68461"/>
                  <a:pt x="116800" y="68628"/>
                </a:cubicBezTo>
                <a:cubicBezTo>
                  <a:pt x="116961" y="68779"/>
                  <a:pt x="117154" y="68857"/>
                  <a:pt x="117361" y="68857"/>
                </a:cubicBezTo>
                <a:cubicBezTo>
                  <a:pt x="117431" y="68857"/>
                  <a:pt x="117502" y="68848"/>
                  <a:pt x="117574" y="68830"/>
                </a:cubicBezTo>
                <a:cubicBezTo>
                  <a:pt x="117860" y="68759"/>
                  <a:pt x="118098" y="68532"/>
                  <a:pt x="118170" y="68235"/>
                </a:cubicBezTo>
                <a:cubicBezTo>
                  <a:pt x="118241" y="67949"/>
                  <a:pt x="118158" y="67651"/>
                  <a:pt x="117955" y="67461"/>
                </a:cubicBezTo>
                <a:cubicBezTo>
                  <a:pt x="117805" y="67311"/>
                  <a:pt x="117610" y="67226"/>
                  <a:pt x="117403" y="67226"/>
                </a:cubicBezTo>
                <a:close/>
                <a:moveTo>
                  <a:pt x="104668" y="29420"/>
                </a:moveTo>
                <a:cubicBezTo>
                  <a:pt x="104156" y="29420"/>
                  <a:pt x="103704" y="29849"/>
                  <a:pt x="103704" y="30373"/>
                </a:cubicBezTo>
                <a:cubicBezTo>
                  <a:pt x="103704" y="30897"/>
                  <a:pt x="104132" y="31325"/>
                  <a:pt x="104656" y="31325"/>
                </a:cubicBezTo>
                <a:cubicBezTo>
                  <a:pt x="104704" y="31325"/>
                  <a:pt x="104751" y="31325"/>
                  <a:pt x="104787" y="31313"/>
                </a:cubicBezTo>
                <a:lnTo>
                  <a:pt x="123682" y="50054"/>
                </a:lnTo>
                <a:lnTo>
                  <a:pt x="130135" y="50054"/>
                </a:lnTo>
                <a:lnTo>
                  <a:pt x="150781" y="70533"/>
                </a:lnTo>
                <a:lnTo>
                  <a:pt x="151579" y="69723"/>
                </a:lnTo>
                <a:lnTo>
                  <a:pt x="130612" y="48923"/>
                </a:lnTo>
                <a:lnTo>
                  <a:pt x="124158" y="48923"/>
                </a:lnTo>
                <a:lnTo>
                  <a:pt x="105609" y="30504"/>
                </a:lnTo>
                <a:cubicBezTo>
                  <a:pt x="105609" y="30468"/>
                  <a:pt x="105620" y="30421"/>
                  <a:pt x="105620" y="30373"/>
                </a:cubicBezTo>
                <a:cubicBezTo>
                  <a:pt x="105620" y="29849"/>
                  <a:pt x="105192" y="29420"/>
                  <a:pt x="104668" y="29420"/>
                </a:cubicBezTo>
                <a:close/>
                <a:moveTo>
                  <a:pt x="76950" y="69854"/>
                </a:moveTo>
                <a:cubicBezTo>
                  <a:pt x="77248" y="69854"/>
                  <a:pt x="77486" y="70092"/>
                  <a:pt x="77486" y="70390"/>
                </a:cubicBezTo>
                <a:cubicBezTo>
                  <a:pt x="77486" y="70687"/>
                  <a:pt x="77248" y="70926"/>
                  <a:pt x="76950" y="70926"/>
                </a:cubicBezTo>
                <a:cubicBezTo>
                  <a:pt x="76653" y="70914"/>
                  <a:pt x="76414" y="70675"/>
                  <a:pt x="76414" y="70390"/>
                </a:cubicBezTo>
                <a:cubicBezTo>
                  <a:pt x="76414" y="70092"/>
                  <a:pt x="76653" y="69854"/>
                  <a:pt x="76950" y="69854"/>
                </a:cubicBezTo>
                <a:close/>
                <a:moveTo>
                  <a:pt x="119646" y="69366"/>
                </a:moveTo>
                <a:cubicBezTo>
                  <a:pt x="119122" y="69366"/>
                  <a:pt x="118694" y="69794"/>
                  <a:pt x="118694" y="70318"/>
                </a:cubicBezTo>
                <a:cubicBezTo>
                  <a:pt x="118694" y="70842"/>
                  <a:pt x="119122" y="71271"/>
                  <a:pt x="119646" y="71271"/>
                </a:cubicBezTo>
                <a:cubicBezTo>
                  <a:pt x="120170" y="71271"/>
                  <a:pt x="120599" y="70842"/>
                  <a:pt x="120599" y="70318"/>
                </a:cubicBezTo>
                <a:cubicBezTo>
                  <a:pt x="120599" y="69794"/>
                  <a:pt x="120170" y="69366"/>
                  <a:pt x="119646" y="69366"/>
                </a:cubicBezTo>
                <a:close/>
                <a:moveTo>
                  <a:pt x="50578" y="11811"/>
                </a:moveTo>
                <a:cubicBezTo>
                  <a:pt x="50054" y="11811"/>
                  <a:pt x="49625" y="12252"/>
                  <a:pt x="49625" y="12764"/>
                </a:cubicBezTo>
                <a:cubicBezTo>
                  <a:pt x="49625" y="13085"/>
                  <a:pt x="49768" y="13347"/>
                  <a:pt x="50006" y="13526"/>
                </a:cubicBezTo>
                <a:lnTo>
                  <a:pt x="50006" y="41505"/>
                </a:lnTo>
                <a:lnTo>
                  <a:pt x="30694" y="60984"/>
                </a:lnTo>
                <a:lnTo>
                  <a:pt x="14109" y="60984"/>
                </a:lnTo>
                <a:lnTo>
                  <a:pt x="3572" y="71616"/>
                </a:lnTo>
                <a:lnTo>
                  <a:pt x="4370" y="72414"/>
                </a:lnTo>
                <a:lnTo>
                  <a:pt x="14585" y="62139"/>
                </a:lnTo>
                <a:lnTo>
                  <a:pt x="31147" y="62139"/>
                </a:lnTo>
                <a:lnTo>
                  <a:pt x="31147" y="62115"/>
                </a:lnTo>
                <a:lnTo>
                  <a:pt x="51137" y="41981"/>
                </a:lnTo>
                <a:lnTo>
                  <a:pt x="51137" y="13526"/>
                </a:lnTo>
                <a:cubicBezTo>
                  <a:pt x="51376" y="13347"/>
                  <a:pt x="51530" y="13085"/>
                  <a:pt x="51530" y="12764"/>
                </a:cubicBezTo>
                <a:cubicBezTo>
                  <a:pt x="51530" y="12252"/>
                  <a:pt x="51090" y="11811"/>
                  <a:pt x="50578" y="11811"/>
                </a:cubicBezTo>
                <a:close/>
                <a:moveTo>
                  <a:pt x="29004" y="72259"/>
                </a:moveTo>
                <a:cubicBezTo>
                  <a:pt x="29301" y="72259"/>
                  <a:pt x="29540" y="72497"/>
                  <a:pt x="29540" y="72795"/>
                </a:cubicBezTo>
                <a:cubicBezTo>
                  <a:pt x="29540" y="73092"/>
                  <a:pt x="29301" y="73331"/>
                  <a:pt x="29004" y="73331"/>
                </a:cubicBezTo>
                <a:cubicBezTo>
                  <a:pt x="28706" y="73331"/>
                  <a:pt x="28468" y="73092"/>
                  <a:pt x="28468" y="72795"/>
                </a:cubicBezTo>
                <a:cubicBezTo>
                  <a:pt x="28492" y="72497"/>
                  <a:pt x="28730" y="72259"/>
                  <a:pt x="29004" y="72259"/>
                </a:cubicBezTo>
                <a:close/>
                <a:moveTo>
                  <a:pt x="29004" y="75771"/>
                </a:moveTo>
                <a:cubicBezTo>
                  <a:pt x="29301" y="75771"/>
                  <a:pt x="29540" y="76009"/>
                  <a:pt x="29540" y="76307"/>
                </a:cubicBezTo>
                <a:cubicBezTo>
                  <a:pt x="29540" y="76605"/>
                  <a:pt x="29301" y="76843"/>
                  <a:pt x="29004" y="76843"/>
                </a:cubicBezTo>
                <a:cubicBezTo>
                  <a:pt x="28706" y="76843"/>
                  <a:pt x="28468" y="76605"/>
                  <a:pt x="28468" y="76307"/>
                </a:cubicBezTo>
                <a:cubicBezTo>
                  <a:pt x="28492" y="76009"/>
                  <a:pt x="28730" y="75771"/>
                  <a:pt x="29004" y="75771"/>
                </a:cubicBezTo>
                <a:close/>
                <a:moveTo>
                  <a:pt x="123730" y="55185"/>
                </a:moveTo>
                <a:lnTo>
                  <a:pt x="123539" y="55388"/>
                </a:lnTo>
                <a:lnTo>
                  <a:pt x="140291" y="72104"/>
                </a:lnTo>
                <a:lnTo>
                  <a:pt x="140327" y="72152"/>
                </a:lnTo>
                <a:lnTo>
                  <a:pt x="144590" y="72152"/>
                </a:lnTo>
                <a:lnTo>
                  <a:pt x="149900" y="77462"/>
                </a:lnTo>
                <a:lnTo>
                  <a:pt x="150090" y="77260"/>
                </a:lnTo>
                <a:lnTo>
                  <a:pt x="144732" y="71902"/>
                </a:lnTo>
                <a:lnTo>
                  <a:pt x="144685" y="71854"/>
                </a:lnTo>
                <a:lnTo>
                  <a:pt x="140434" y="71854"/>
                </a:lnTo>
                <a:lnTo>
                  <a:pt x="123730" y="55185"/>
                </a:lnTo>
                <a:close/>
                <a:moveTo>
                  <a:pt x="124325" y="77486"/>
                </a:moveTo>
                <a:cubicBezTo>
                  <a:pt x="124623" y="77486"/>
                  <a:pt x="124861" y="77724"/>
                  <a:pt x="124861" y="78022"/>
                </a:cubicBezTo>
                <a:cubicBezTo>
                  <a:pt x="124861" y="78319"/>
                  <a:pt x="124623" y="78569"/>
                  <a:pt x="124325" y="78569"/>
                </a:cubicBezTo>
                <a:cubicBezTo>
                  <a:pt x="124039" y="78569"/>
                  <a:pt x="123801" y="78319"/>
                  <a:pt x="123801" y="78022"/>
                </a:cubicBezTo>
                <a:cubicBezTo>
                  <a:pt x="123801" y="77724"/>
                  <a:pt x="124028" y="77486"/>
                  <a:pt x="124325" y="77486"/>
                </a:cubicBezTo>
                <a:close/>
                <a:moveTo>
                  <a:pt x="82725" y="79141"/>
                </a:moveTo>
                <a:cubicBezTo>
                  <a:pt x="83022" y="79141"/>
                  <a:pt x="83261" y="79379"/>
                  <a:pt x="83261" y="79677"/>
                </a:cubicBezTo>
                <a:cubicBezTo>
                  <a:pt x="83261" y="79974"/>
                  <a:pt x="83022" y="80212"/>
                  <a:pt x="82725" y="80212"/>
                </a:cubicBezTo>
                <a:cubicBezTo>
                  <a:pt x="82427" y="80212"/>
                  <a:pt x="82189" y="79974"/>
                  <a:pt x="82189" y="79677"/>
                </a:cubicBezTo>
                <a:cubicBezTo>
                  <a:pt x="82189" y="79379"/>
                  <a:pt x="82427" y="79141"/>
                  <a:pt x="82725" y="79141"/>
                </a:cubicBezTo>
                <a:close/>
                <a:moveTo>
                  <a:pt x="68997" y="67163"/>
                </a:moveTo>
                <a:cubicBezTo>
                  <a:pt x="68556" y="67163"/>
                  <a:pt x="68175" y="67532"/>
                  <a:pt x="68175" y="67985"/>
                </a:cubicBezTo>
                <a:cubicBezTo>
                  <a:pt x="68175" y="68163"/>
                  <a:pt x="68235" y="68342"/>
                  <a:pt x="68342" y="68473"/>
                </a:cubicBezTo>
                <a:lnTo>
                  <a:pt x="65354" y="71699"/>
                </a:lnTo>
                <a:lnTo>
                  <a:pt x="65354" y="85094"/>
                </a:lnTo>
                <a:lnTo>
                  <a:pt x="65639" y="85094"/>
                </a:lnTo>
                <a:lnTo>
                  <a:pt x="65639" y="71807"/>
                </a:lnTo>
                <a:lnTo>
                  <a:pt x="68556" y="68663"/>
                </a:lnTo>
                <a:cubicBezTo>
                  <a:pt x="68687" y="68759"/>
                  <a:pt x="68830" y="68794"/>
                  <a:pt x="68997" y="68794"/>
                </a:cubicBezTo>
                <a:cubicBezTo>
                  <a:pt x="69004" y="68794"/>
                  <a:pt x="69011" y="68795"/>
                  <a:pt x="69019" y="68795"/>
                </a:cubicBezTo>
                <a:cubicBezTo>
                  <a:pt x="69461" y="68795"/>
                  <a:pt x="69818" y="68441"/>
                  <a:pt x="69818" y="67985"/>
                </a:cubicBezTo>
                <a:cubicBezTo>
                  <a:pt x="69818" y="67532"/>
                  <a:pt x="69449" y="67163"/>
                  <a:pt x="68997" y="67163"/>
                </a:cubicBezTo>
                <a:close/>
                <a:moveTo>
                  <a:pt x="70914" y="18931"/>
                </a:moveTo>
                <a:cubicBezTo>
                  <a:pt x="70473" y="18931"/>
                  <a:pt x="70104" y="19300"/>
                  <a:pt x="70104" y="19741"/>
                </a:cubicBezTo>
                <a:cubicBezTo>
                  <a:pt x="70104" y="20145"/>
                  <a:pt x="70402" y="20479"/>
                  <a:pt x="70771" y="20550"/>
                </a:cubicBezTo>
                <a:lnTo>
                  <a:pt x="70771" y="35790"/>
                </a:lnTo>
                <a:lnTo>
                  <a:pt x="68854" y="37731"/>
                </a:lnTo>
                <a:lnTo>
                  <a:pt x="68854" y="62258"/>
                </a:lnTo>
                <a:lnTo>
                  <a:pt x="60877" y="70247"/>
                </a:lnTo>
                <a:lnTo>
                  <a:pt x="60829" y="70294"/>
                </a:lnTo>
                <a:lnTo>
                  <a:pt x="60829" y="85118"/>
                </a:lnTo>
                <a:lnTo>
                  <a:pt x="61115" y="85118"/>
                </a:lnTo>
                <a:lnTo>
                  <a:pt x="61115" y="70414"/>
                </a:lnTo>
                <a:lnTo>
                  <a:pt x="69092" y="62413"/>
                </a:lnTo>
                <a:lnTo>
                  <a:pt x="69152" y="62353"/>
                </a:lnTo>
                <a:lnTo>
                  <a:pt x="69152" y="37850"/>
                </a:lnTo>
                <a:lnTo>
                  <a:pt x="71069" y="35909"/>
                </a:lnTo>
                <a:lnTo>
                  <a:pt x="71069" y="20550"/>
                </a:lnTo>
                <a:cubicBezTo>
                  <a:pt x="71450" y="20479"/>
                  <a:pt x="71735" y="20145"/>
                  <a:pt x="71735" y="19741"/>
                </a:cubicBezTo>
                <a:cubicBezTo>
                  <a:pt x="71735" y="19300"/>
                  <a:pt x="71366" y="18931"/>
                  <a:pt x="70914" y="18931"/>
                </a:cubicBezTo>
                <a:close/>
                <a:moveTo>
                  <a:pt x="68997" y="64460"/>
                </a:moveTo>
                <a:cubicBezTo>
                  <a:pt x="68556" y="64460"/>
                  <a:pt x="68175" y="64830"/>
                  <a:pt x="68175" y="65270"/>
                </a:cubicBezTo>
                <a:cubicBezTo>
                  <a:pt x="68175" y="65449"/>
                  <a:pt x="68235" y="65615"/>
                  <a:pt x="68330" y="65734"/>
                </a:cubicBezTo>
                <a:lnTo>
                  <a:pt x="63103" y="71009"/>
                </a:lnTo>
                <a:lnTo>
                  <a:pt x="63103" y="85118"/>
                </a:lnTo>
                <a:lnTo>
                  <a:pt x="63389" y="85118"/>
                </a:lnTo>
                <a:lnTo>
                  <a:pt x="63389" y="71128"/>
                </a:lnTo>
                <a:lnTo>
                  <a:pt x="68532" y="65961"/>
                </a:lnTo>
                <a:cubicBezTo>
                  <a:pt x="68675" y="66044"/>
                  <a:pt x="68830" y="66103"/>
                  <a:pt x="68997" y="66103"/>
                </a:cubicBezTo>
                <a:cubicBezTo>
                  <a:pt x="69449" y="66092"/>
                  <a:pt x="69818" y="65734"/>
                  <a:pt x="69818" y="65270"/>
                </a:cubicBezTo>
                <a:cubicBezTo>
                  <a:pt x="69818" y="64830"/>
                  <a:pt x="69449" y="64460"/>
                  <a:pt x="68997" y="64460"/>
                </a:cubicBezTo>
                <a:close/>
                <a:moveTo>
                  <a:pt x="29004" y="68306"/>
                </a:moveTo>
                <a:cubicBezTo>
                  <a:pt x="28694" y="68306"/>
                  <a:pt x="28432" y="68461"/>
                  <a:pt x="28242" y="68699"/>
                </a:cubicBezTo>
                <a:lnTo>
                  <a:pt x="17336" y="68699"/>
                </a:lnTo>
                <a:lnTo>
                  <a:pt x="0" y="86154"/>
                </a:lnTo>
                <a:lnTo>
                  <a:pt x="810" y="86951"/>
                </a:lnTo>
                <a:lnTo>
                  <a:pt x="17812" y="69830"/>
                </a:lnTo>
                <a:lnTo>
                  <a:pt x="28242" y="69830"/>
                </a:lnTo>
                <a:cubicBezTo>
                  <a:pt x="28432" y="70068"/>
                  <a:pt x="28694" y="70211"/>
                  <a:pt x="29004" y="70211"/>
                </a:cubicBezTo>
                <a:cubicBezTo>
                  <a:pt x="29528" y="70211"/>
                  <a:pt x="29956" y="69783"/>
                  <a:pt x="29956" y="69259"/>
                </a:cubicBezTo>
                <a:cubicBezTo>
                  <a:pt x="29956" y="68747"/>
                  <a:pt x="29528" y="68306"/>
                  <a:pt x="29004" y="68306"/>
                </a:cubicBezTo>
                <a:close/>
                <a:moveTo>
                  <a:pt x="16538" y="86642"/>
                </a:moveTo>
                <a:cubicBezTo>
                  <a:pt x="16836" y="86642"/>
                  <a:pt x="17074" y="86880"/>
                  <a:pt x="17074" y="87177"/>
                </a:cubicBezTo>
                <a:cubicBezTo>
                  <a:pt x="17074" y="87475"/>
                  <a:pt x="16836" y="87713"/>
                  <a:pt x="16538" y="87713"/>
                </a:cubicBezTo>
                <a:cubicBezTo>
                  <a:pt x="16240" y="87713"/>
                  <a:pt x="16002" y="87475"/>
                  <a:pt x="16002" y="87177"/>
                </a:cubicBezTo>
                <a:cubicBezTo>
                  <a:pt x="16002" y="86880"/>
                  <a:pt x="16240" y="86642"/>
                  <a:pt x="16538" y="86642"/>
                </a:cubicBezTo>
                <a:close/>
                <a:moveTo>
                  <a:pt x="71128" y="86927"/>
                </a:moveTo>
                <a:cubicBezTo>
                  <a:pt x="71426" y="86927"/>
                  <a:pt x="71664" y="87166"/>
                  <a:pt x="71664" y="87463"/>
                </a:cubicBezTo>
                <a:cubicBezTo>
                  <a:pt x="71664" y="87761"/>
                  <a:pt x="71426" y="87999"/>
                  <a:pt x="71128" y="87999"/>
                </a:cubicBezTo>
                <a:cubicBezTo>
                  <a:pt x="70830" y="87999"/>
                  <a:pt x="70592" y="87761"/>
                  <a:pt x="70592" y="87463"/>
                </a:cubicBezTo>
                <a:cubicBezTo>
                  <a:pt x="70592" y="87166"/>
                  <a:pt x="70830" y="86927"/>
                  <a:pt x="71128" y="86927"/>
                </a:cubicBezTo>
                <a:close/>
                <a:moveTo>
                  <a:pt x="71128" y="86630"/>
                </a:moveTo>
                <a:cubicBezTo>
                  <a:pt x="70676" y="86630"/>
                  <a:pt x="70307" y="86999"/>
                  <a:pt x="70307" y="87451"/>
                </a:cubicBezTo>
                <a:cubicBezTo>
                  <a:pt x="70307" y="87916"/>
                  <a:pt x="70664" y="88273"/>
                  <a:pt x="71128" y="88273"/>
                </a:cubicBezTo>
                <a:cubicBezTo>
                  <a:pt x="71569" y="88273"/>
                  <a:pt x="71950" y="87892"/>
                  <a:pt x="71950" y="87451"/>
                </a:cubicBezTo>
                <a:cubicBezTo>
                  <a:pt x="71950" y="86999"/>
                  <a:pt x="71569" y="86630"/>
                  <a:pt x="71128" y="86630"/>
                </a:cubicBezTo>
                <a:close/>
                <a:moveTo>
                  <a:pt x="14276" y="88928"/>
                </a:moveTo>
                <a:cubicBezTo>
                  <a:pt x="14573" y="88928"/>
                  <a:pt x="14811" y="89166"/>
                  <a:pt x="14811" y="89463"/>
                </a:cubicBezTo>
                <a:cubicBezTo>
                  <a:pt x="14811" y="89761"/>
                  <a:pt x="14573" y="89999"/>
                  <a:pt x="14276" y="89999"/>
                </a:cubicBezTo>
                <a:cubicBezTo>
                  <a:pt x="13978" y="89975"/>
                  <a:pt x="13740" y="89737"/>
                  <a:pt x="13740" y="89463"/>
                </a:cubicBezTo>
                <a:cubicBezTo>
                  <a:pt x="13740" y="89166"/>
                  <a:pt x="13978" y="88928"/>
                  <a:pt x="14276" y="88928"/>
                </a:cubicBezTo>
                <a:close/>
                <a:moveTo>
                  <a:pt x="29004" y="71961"/>
                </a:moveTo>
                <a:cubicBezTo>
                  <a:pt x="28599" y="71961"/>
                  <a:pt x="28277" y="72259"/>
                  <a:pt x="28206" y="72628"/>
                </a:cubicBezTo>
                <a:lnTo>
                  <a:pt x="18991" y="72628"/>
                </a:lnTo>
                <a:lnTo>
                  <a:pt x="1786" y="89975"/>
                </a:lnTo>
                <a:lnTo>
                  <a:pt x="2000" y="90178"/>
                </a:lnTo>
                <a:lnTo>
                  <a:pt x="19122" y="72914"/>
                </a:lnTo>
                <a:lnTo>
                  <a:pt x="28206" y="72914"/>
                </a:lnTo>
                <a:lnTo>
                  <a:pt x="28206" y="72926"/>
                </a:lnTo>
                <a:cubicBezTo>
                  <a:pt x="28277" y="73307"/>
                  <a:pt x="28611" y="73592"/>
                  <a:pt x="29004" y="73592"/>
                </a:cubicBezTo>
                <a:cubicBezTo>
                  <a:pt x="29456" y="73592"/>
                  <a:pt x="29825" y="73223"/>
                  <a:pt x="29825" y="72771"/>
                </a:cubicBezTo>
                <a:cubicBezTo>
                  <a:pt x="29825" y="72330"/>
                  <a:pt x="29456" y="71961"/>
                  <a:pt x="29004" y="71961"/>
                </a:cubicBezTo>
                <a:close/>
                <a:moveTo>
                  <a:pt x="71128" y="89880"/>
                </a:moveTo>
                <a:cubicBezTo>
                  <a:pt x="71426" y="89880"/>
                  <a:pt x="71664" y="90118"/>
                  <a:pt x="71664" y="90416"/>
                </a:cubicBezTo>
                <a:cubicBezTo>
                  <a:pt x="71664" y="90714"/>
                  <a:pt x="71426" y="90952"/>
                  <a:pt x="71128" y="90952"/>
                </a:cubicBezTo>
                <a:cubicBezTo>
                  <a:pt x="70830" y="90952"/>
                  <a:pt x="70592" y="90714"/>
                  <a:pt x="70592" y="90416"/>
                </a:cubicBezTo>
                <a:cubicBezTo>
                  <a:pt x="70592" y="90118"/>
                  <a:pt x="70830" y="89880"/>
                  <a:pt x="71128" y="89880"/>
                </a:cubicBezTo>
                <a:close/>
                <a:moveTo>
                  <a:pt x="71128" y="89583"/>
                </a:moveTo>
                <a:cubicBezTo>
                  <a:pt x="70676" y="89583"/>
                  <a:pt x="70307" y="89952"/>
                  <a:pt x="70307" y="90392"/>
                </a:cubicBezTo>
                <a:cubicBezTo>
                  <a:pt x="70307" y="90857"/>
                  <a:pt x="70664" y="91214"/>
                  <a:pt x="71128" y="91214"/>
                </a:cubicBezTo>
                <a:cubicBezTo>
                  <a:pt x="71569" y="91214"/>
                  <a:pt x="71950" y="90845"/>
                  <a:pt x="71950" y="90392"/>
                </a:cubicBezTo>
                <a:cubicBezTo>
                  <a:pt x="71950" y="89952"/>
                  <a:pt x="71569" y="89583"/>
                  <a:pt x="71128" y="89583"/>
                </a:cubicBezTo>
                <a:close/>
                <a:moveTo>
                  <a:pt x="12025" y="91178"/>
                </a:moveTo>
                <a:cubicBezTo>
                  <a:pt x="12323" y="91178"/>
                  <a:pt x="12561" y="91416"/>
                  <a:pt x="12561" y="91714"/>
                </a:cubicBezTo>
                <a:cubicBezTo>
                  <a:pt x="12561" y="92011"/>
                  <a:pt x="12323" y="92261"/>
                  <a:pt x="12025" y="92261"/>
                </a:cubicBezTo>
                <a:cubicBezTo>
                  <a:pt x="11728" y="92261"/>
                  <a:pt x="11490" y="92011"/>
                  <a:pt x="11490" y="91714"/>
                </a:cubicBezTo>
                <a:cubicBezTo>
                  <a:pt x="11490" y="91416"/>
                  <a:pt x="11728" y="91178"/>
                  <a:pt x="12025" y="91178"/>
                </a:cubicBezTo>
                <a:close/>
                <a:moveTo>
                  <a:pt x="29004" y="75474"/>
                </a:moveTo>
                <a:cubicBezTo>
                  <a:pt x="28599" y="75474"/>
                  <a:pt x="28277" y="75771"/>
                  <a:pt x="28206" y="76140"/>
                </a:cubicBezTo>
                <a:lnTo>
                  <a:pt x="20479" y="76140"/>
                </a:lnTo>
                <a:lnTo>
                  <a:pt x="3274" y="93500"/>
                </a:lnTo>
                <a:lnTo>
                  <a:pt x="3489" y="93702"/>
                </a:lnTo>
                <a:lnTo>
                  <a:pt x="20610" y="76438"/>
                </a:lnTo>
                <a:lnTo>
                  <a:pt x="28206" y="76438"/>
                </a:lnTo>
                <a:cubicBezTo>
                  <a:pt x="28277" y="76819"/>
                  <a:pt x="28611" y="77105"/>
                  <a:pt x="29004" y="77105"/>
                </a:cubicBezTo>
                <a:cubicBezTo>
                  <a:pt x="29456" y="77105"/>
                  <a:pt x="29825" y="76736"/>
                  <a:pt x="29825" y="76283"/>
                </a:cubicBezTo>
                <a:cubicBezTo>
                  <a:pt x="29825" y="75843"/>
                  <a:pt x="29456" y="75474"/>
                  <a:pt x="29004" y="75474"/>
                </a:cubicBezTo>
                <a:close/>
                <a:moveTo>
                  <a:pt x="50197" y="48625"/>
                </a:moveTo>
                <a:cubicBezTo>
                  <a:pt x="49756" y="48625"/>
                  <a:pt x="49387" y="48994"/>
                  <a:pt x="49387" y="49435"/>
                </a:cubicBezTo>
                <a:cubicBezTo>
                  <a:pt x="49387" y="49613"/>
                  <a:pt x="49447" y="49780"/>
                  <a:pt x="49530" y="49911"/>
                </a:cubicBezTo>
                <a:lnTo>
                  <a:pt x="40660" y="58841"/>
                </a:lnTo>
                <a:lnTo>
                  <a:pt x="40660" y="82629"/>
                </a:lnTo>
                <a:lnTo>
                  <a:pt x="28897" y="94476"/>
                </a:lnTo>
                <a:lnTo>
                  <a:pt x="29111" y="94667"/>
                </a:lnTo>
                <a:lnTo>
                  <a:pt x="40958" y="82736"/>
                </a:lnTo>
                <a:lnTo>
                  <a:pt x="40958" y="58960"/>
                </a:lnTo>
                <a:lnTo>
                  <a:pt x="49744" y="50113"/>
                </a:lnTo>
                <a:cubicBezTo>
                  <a:pt x="49875" y="50197"/>
                  <a:pt x="50042" y="50256"/>
                  <a:pt x="50197" y="50256"/>
                </a:cubicBezTo>
                <a:cubicBezTo>
                  <a:pt x="50661" y="50256"/>
                  <a:pt x="51018" y="49899"/>
                  <a:pt x="51018" y="49435"/>
                </a:cubicBezTo>
                <a:cubicBezTo>
                  <a:pt x="51018" y="48994"/>
                  <a:pt x="50649" y="48625"/>
                  <a:pt x="50197" y="48625"/>
                </a:cubicBezTo>
                <a:close/>
                <a:moveTo>
                  <a:pt x="51542" y="99108"/>
                </a:moveTo>
                <a:cubicBezTo>
                  <a:pt x="51840" y="99108"/>
                  <a:pt x="52078" y="99346"/>
                  <a:pt x="52078" y="99643"/>
                </a:cubicBezTo>
                <a:cubicBezTo>
                  <a:pt x="52078" y="99941"/>
                  <a:pt x="51840" y="100179"/>
                  <a:pt x="51542" y="100179"/>
                </a:cubicBezTo>
                <a:cubicBezTo>
                  <a:pt x="51245" y="100179"/>
                  <a:pt x="51006" y="99941"/>
                  <a:pt x="51006" y="99643"/>
                </a:cubicBezTo>
                <a:cubicBezTo>
                  <a:pt x="51006" y="99346"/>
                  <a:pt x="51245" y="99108"/>
                  <a:pt x="51542" y="99108"/>
                </a:cubicBezTo>
                <a:close/>
                <a:moveTo>
                  <a:pt x="105204" y="39029"/>
                </a:moveTo>
                <a:cubicBezTo>
                  <a:pt x="104763" y="39029"/>
                  <a:pt x="104394" y="39410"/>
                  <a:pt x="104394" y="39850"/>
                </a:cubicBezTo>
                <a:cubicBezTo>
                  <a:pt x="104394" y="40303"/>
                  <a:pt x="104763" y="40672"/>
                  <a:pt x="105204" y="40672"/>
                </a:cubicBezTo>
                <a:cubicBezTo>
                  <a:pt x="105382" y="40672"/>
                  <a:pt x="105549" y="40612"/>
                  <a:pt x="105668" y="40517"/>
                </a:cubicBezTo>
                <a:lnTo>
                  <a:pt x="142054" y="76831"/>
                </a:lnTo>
                <a:lnTo>
                  <a:pt x="142054" y="99108"/>
                </a:lnTo>
                <a:lnTo>
                  <a:pt x="143899" y="100965"/>
                </a:lnTo>
                <a:lnTo>
                  <a:pt x="150507" y="100965"/>
                </a:lnTo>
                <a:lnTo>
                  <a:pt x="150507" y="100679"/>
                </a:lnTo>
                <a:lnTo>
                  <a:pt x="144018" y="100679"/>
                </a:lnTo>
                <a:lnTo>
                  <a:pt x="142339" y="98988"/>
                </a:lnTo>
                <a:lnTo>
                  <a:pt x="142339" y="76724"/>
                </a:lnTo>
                <a:lnTo>
                  <a:pt x="105882" y="40315"/>
                </a:lnTo>
                <a:cubicBezTo>
                  <a:pt x="105966" y="40184"/>
                  <a:pt x="106025" y="40017"/>
                  <a:pt x="106025" y="39850"/>
                </a:cubicBezTo>
                <a:cubicBezTo>
                  <a:pt x="106025" y="39410"/>
                  <a:pt x="105656" y="39029"/>
                  <a:pt x="105204" y="39029"/>
                </a:cubicBezTo>
                <a:close/>
                <a:moveTo>
                  <a:pt x="59400" y="26003"/>
                </a:moveTo>
                <a:cubicBezTo>
                  <a:pt x="58948" y="26003"/>
                  <a:pt x="58579" y="26372"/>
                  <a:pt x="58579" y="26813"/>
                </a:cubicBezTo>
                <a:cubicBezTo>
                  <a:pt x="58579" y="27218"/>
                  <a:pt x="58877" y="27551"/>
                  <a:pt x="59246" y="27623"/>
                </a:cubicBezTo>
                <a:lnTo>
                  <a:pt x="59246" y="40505"/>
                </a:lnTo>
                <a:lnTo>
                  <a:pt x="57626" y="42148"/>
                </a:lnTo>
                <a:lnTo>
                  <a:pt x="57626" y="55138"/>
                </a:lnTo>
                <a:lnTo>
                  <a:pt x="48304" y="64496"/>
                </a:lnTo>
                <a:lnTo>
                  <a:pt x="48304" y="81332"/>
                </a:lnTo>
                <a:lnTo>
                  <a:pt x="28920" y="100834"/>
                </a:lnTo>
                <a:lnTo>
                  <a:pt x="29111" y="101024"/>
                </a:lnTo>
                <a:lnTo>
                  <a:pt x="48566" y="81486"/>
                </a:lnTo>
                <a:lnTo>
                  <a:pt x="48601" y="81439"/>
                </a:lnTo>
                <a:lnTo>
                  <a:pt x="48601" y="64603"/>
                </a:lnTo>
                <a:lnTo>
                  <a:pt x="57924" y="55245"/>
                </a:lnTo>
                <a:lnTo>
                  <a:pt x="57924" y="42255"/>
                </a:lnTo>
                <a:lnTo>
                  <a:pt x="59543" y="40612"/>
                </a:lnTo>
                <a:lnTo>
                  <a:pt x="59543" y="27623"/>
                </a:lnTo>
                <a:cubicBezTo>
                  <a:pt x="59936" y="27551"/>
                  <a:pt x="60210" y="27218"/>
                  <a:pt x="60210" y="26813"/>
                </a:cubicBezTo>
                <a:cubicBezTo>
                  <a:pt x="60210" y="26372"/>
                  <a:pt x="59841" y="26003"/>
                  <a:pt x="59400" y="26003"/>
                </a:cubicBezTo>
                <a:close/>
                <a:moveTo>
                  <a:pt x="12014" y="90904"/>
                </a:moveTo>
                <a:cubicBezTo>
                  <a:pt x="11561" y="90904"/>
                  <a:pt x="11192" y="91273"/>
                  <a:pt x="11192" y="91726"/>
                </a:cubicBezTo>
                <a:cubicBezTo>
                  <a:pt x="11192" y="92119"/>
                  <a:pt x="11490" y="92452"/>
                  <a:pt x="11859" y="92523"/>
                </a:cubicBezTo>
                <a:lnTo>
                  <a:pt x="11859" y="102465"/>
                </a:lnTo>
                <a:lnTo>
                  <a:pt x="11478" y="102858"/>
                </a:lnTo>
                <a:lnTo>
                  <a:pt x="5763" y="102858"/>
                </a:lnTo>
                <a:lnTo>
                  <a:pt x="5763" y="103132"/>
                </a:lnTo>
                <a:lnTo>
                  <a:pt x="11609" y="103132"/>
                </a:lnTo>
                <a:lnTo>
                  <a:pt x="12156" y="102572"/>
                </a:lnTo>
                <a:lnTo>
                  <a:pt x="12156" y="92523"/>
                </a:lnTo>
                <a:cubicBezTo>
                  <a:pt x="12549" y="92452"/>
                  <a:pt x="12835" y="92119"/>
                  <a:pt x="12835" y="91726"/>
                </a:cubicBezTo>
                <a:cubicBezTo>
                  <a:pt x="12835" y="91273"/>
                  <a:pt x="12454" y="90904"/>
                  <a:pt x="12014" y="90904"/>
                </a:cubicBezTo>
                <a:close/>
                <a:moveTo>
                  <a:pt x="88690" y="33218"/>
                </a:moveTo>
                <a:cubicBezTo>
                  <a:pt x="88237" y="33218"/>
                  <a:pt x="87868" y="33588"/>
                  <a:pt x="87868" y="34040"/>
                </a:cubicBezTo>
                <a:cubicBezTo>
                  <a:pt x="87868" y="34481"/>
                  <a:pt x="88237" y="34850"/>
                  <a:pt x="88690" y="34850"/>
                </a:cubicBezTo>
                <a:cubicBezTo>
                  <a:pt x="88868" y="34850"/>
                  <a:pt x="89023" y="34790"/>
                  <a:pt x="89142" y="34707"/>
                </a:cubicBezTo>
                <a:lnTo>
                  <a:pt x="105097" y="50625"/>
                </a:lnTo>
                <a:lnTo>
                  <a:pt x="105144" y="50673"/>
                </a:lnTo>
                <a:lnTo>
                  <a:pt x="112871" y="50673"/>
                </a:lnTo>
                <a:lnTo>
                  <a:pt x="139791" y="77557"/>
                </a:lnTo>
                <a:lnTo>
                  <a:pt x="139791" y="99822"/>
                </a:lnTo>
                <a:lnTo>
                  <a:pt x="143185" y="103191"/>
                </a:lnTo>
                <a:lnTo>
                  <a:pt x="150709" y="103191"/>
                </a:lnTo>
                <a:lnTo>
                  <a:pt x="150709" y="102918"/>
                </a:lnTo>
                <a:lnTo>
                  <a:pt x="143292" y="102918"/>
                </a:lnTo>
                <a:lnTo>
                  <a:pt x="140077" y="99703"/>
                </a:lnTo>
                <a:lnTo>
                  <a:pt x="140077" y="77414"/>
                </a:lnTo>
                <a:lnTo>
                  <a:pt x="113038" y="50423"/>
                </a:lnTo>
                <a:lnTo>
                  <a:pt x="112990" y="50375"/>
                </a:lnTo>
                <a:lnTo>
                  <a:pt x="105263" y="50375"/>
                </a:lnTo>
                <a:lnTo>
                  <a:pt x="89357" y="34492"/>
                </a:lnTo>
                <a:cubicBezTo>
                  <a:pt x="89440" y="34361"/>
                  <a:pt x="89499" y="34195"/>
                  <a:pt x="89499" y="34040"/>
                </a:cubicBezTo>
                <a:cubicBezTo>
                  <a:pt x="89499" y="33588"/>
                  <a:pt x="89130" y="33218"/>
                  <a:pt x="88690" y="33218"/>
                </a:cubicBezTo>
                <a:close/>
                <a:moveTo>
                  <a:pt x="62365" y="42982"/>
                </a:moveTo>
                <a:cubicBezTo>
                  <a:pt x="61913" y="42982"/>
                  <a:pt x="61544" y="43351"/>
                  <a:pt x="61544" y="43803"/>
                </a:cubicBezTo>
                <a:cubicBezTo>
                  <a:pt x="61544" y="44196"/>
                  <a:pt x="61841" y="44529"/>
                  <a:pt x="62210" y="44601"/>
                </a:cubicBezTo>
                <a:lnTo>
                  <a:pt x="62210" y="50268"/>
                </a:lnTo>
                <a:lnTo>
                  <a:pt x="59900" y="52590"/>
                </a:lnTo>
                <a:lnTo>
                  <a:pt x="59900" y="55852"/>
                </a:lnTo>
                <a:lnTo>
                  <a:pt x="50602" y="65199"/>
                </a:lnTo>
                <a:lnTo>
                  <a:pt x="50602" y="82046"/>
                </a:lnTo>
                <a:lnTo>
                  <a:pt x="28920" y="103834"/>
                </a:lnTo>
                <a:lnTo>
                  <a:pt x="29111" y="104025"/>
                </a:lnTo>
                <a:lnTo>
                  <a:pt x="50840" y="82213"/>
                </a:lnTo>
                <a:lnTo>
                  <a:pt x="50887" y="82165"/>
                </a:lnTo>
                <a:lnTo>
                  <a:pt x="50887" y="65318"/>
                </a:lnTo>
                <a:lnTo>
                  <a:pt x="60198" y="55959"/>
                </a:lnTo>
                <a:lnTo>
                  <a:pt x="60198" y="52697"/>
                </a:lnTo>
                <a:lnTo>
                  <a:pt x="62508" y="50375"/>
                </a:lnTo>
                <a:lnTo>
                  <a:pt x="62508" y="44601"/>
                </a:lnTo>
                <a:cubicBezTo>
                  <a:pt x="62901" y="44529"/>
                  <a:pt x="63175" y="44196"/>
                  <a:pt x="63175" y="43803"/>
                </a:cubicBezTo>
                <a:cubicBezTo>
                  <a:pt x="63175" y="43351"/>
                  <a:pt x="62806" y="42982"/>
                  <a:pt x="62365" y="42982"/>
                </a:cubicBezTo>
                <a:close/>
                <a:moveTo>
                  <a:pt x="14276" y="88630"/>
                </a:moveTo>
                <a:cubicBezTo>
                  <a:pt x="13823" y="88630"/>
                  <a:pt x="13454" y="88999"/>
                  <a:pt x="13454" y="89440"/>
                </a:cubicBezTo>
                <a:cubicBezTo>
                  <a:pt x="13454" y="89844"/>
                  <a:pt x="13752" y="90178"/>
                  <a:pt x="14121" y="90249"/>
                </a:cubicBezTo>
                <a:lnTo>
                  <a:pt x="14121" y="103168"/>
                </a:lnTo>
                <a:lnTo>
                  <a:pt x="12204" y="105096"/>
                </a:lnTo>
                <a:lnTo>
                  <a:pt x="5656" y="105096"/>
                </a:lnTo>
                <a:lnTo>
                  <a:pt x="5656" y="105382"/>
                </a:lnTo>
                <a:lnTo>
                  <a:pt x="12323" y="105382"/>
                </a:lnTo>
                <a:lnTo>
                  <a:pt x="14407" y="103287"/>
                </a:lnTo>
                <a:lnTo>
                  <a:pt x="14407" y="90249"/>
                </a:lnTo>
                <a:lnTo>
                  <a:pt x="14419" y="90249"/>
                </a:lnTo>
                <a:cubicBezTo>
                  <a:pt x="14811" y="90178"/>
                  <a:pt x="15097" y="89844"/>
                  <a:pt x="15097" y="89440"/>
                </a:cubicBezTo>
                <a:cubicBezTo>
                  <a:pt x="15097" y="88999"/>
                  <a:pt x="14716" y="88630"/>
                  <a:pt x="14276" y="88630"/>
                </a:cubicBezTo>
                <a:close/>
                <a:moveTo>
                  <a:pt x="65949" y="104680"/>
                </a:moveTo>
                <a:cubicBezTo>
                  <a:pt x="66246" y="104680"/>
                  <a:pt x="66485" y="104918"/>
                  <a:pt x="66485" y="105215"/>
                </a:cubicBezTo>
                <a:cubicBezTo>
                  <a:pt x="66485" y="105513"/>
                  <a:pt x="66246" y="105751"/>
                  <a:pt x="65949" y="105751"/>
                </a:cubicBezTo>
                <a:cubicBezTo>
                  <a:pt x="65651" y="105751"/>
                  <a:pt x="65413" y="105513"/>
                  <a:pt x="65413" y="105215"/>
                </a:cubicBezTo>
                <a:cubicBezTo>
                  <a:pt x="65413" y="104918"/>
                  <a:pt x="65651" y="104680"/>
                  <a:pt x="65949" y="104680"/>
                </a:cubicBezTo>
                <a:close/>
                <a:moveTo>
                  <a:pt x="50899" y="104918"/>
                </a:moveTo>
                <a:cubicBezTo>
                  <a:pt x="51197" y="104918"/>
                  <a:pt x="51435" y="105156"/>
                  <a:pt x="51435" y="105454"/>
                </a:cubicBezTo>
                <a:cubicBezTo>
                  <a:pt x="51435" y="105751"/>
                  <a:pt x="51197" y="105989"/>
                  <a:pt x="50899" y="105989"/>
                </a:cubicBezTo>
                <a:cubicBezTo>
                  <a:pt x="50602" y="105989"/>
                  <a:pt x="50364" y="105751"/>
                  <a:pt x="50364" y="105454"/>
                </a:cubicBezTo>
                <a:cubicBezTo>
                  <a:pt x="50364" y="105156"/>
                  <a:pt x="50602" y="104918"/>
                  <a:pt x="50899" y="104918"/>
                </a:cubicBezTo>
                <a:close/>
                <a:moveTo>
                  <a:pt x="66616" y="46149"/>
                </a:moveTo>
                <a:lnTo>
                  <a:pt x="66616" y="52042"/>
                </a:lnTo>
                <a:lnTo>
                  <a:pt x="52864" y="65853"/>
                </a:lnTo>
                <a:lnTo>
                  <a:pt x="52816" y="65901"/>
                </a:lnTo>
                <a:lnTo>
                  <a:pt x="52816" y="82748"/>
                </a:lnTo>
                <a:lnTo>
                  <a:pt x="28920" y="106751"/>
                </a:lnTo>
                <a:lnTo>
                  <a:pt x="29111" y="106942"/>
                </a:lnTo>
                <a:lnTo>
                  <a:pt x="53054" y="82915"/>
                </a:lnTo>
                <a:lnTo>
                  <a:pt x="53102" y="82867"/>
                </a:lnTo>
                <a:lnTo>
                  <a:pt x="53102" y="66020"/>
                </a:lnTo>
                <a:lnTo>
                  <a:pt x="66854" y="52209"/>
                </a:lnTo>
                <a:lnTo>
                  <a:pt x="66901" y="52161"/>
                </a:lnTo>
                <a:lnTo>
                  <a:pt x="66901" y="46149"/>
                </a:lnTo>
                <a:close/>
                <a:moveTo>
                  <a:pt x="16538" y="86368"/>
                </a:moveTo>
                <a:cubicBezTo>
                  <a:pt x="16085" y="86368"/>
                  <a:pt x="15716" y="86737"/>
                  <a:pt x="15716" y="87177"/>
                </a:cubicBezTo>
                <a:cubicBezTo>
                  <a:pt x="15716" y="87558"/>
                  <a:pt x="15966" y="87868"/>
                  <a:pt x="16312" y="87975"/>
                </a:cubicBezTo>
                <a:lnTo>
                  <a:pt x="16383" y="103894"/>
                </a:lnTo>
                <a:lnTo>
                  <a:pt x="12930" y="107382"/>
                </a:lnTo>
                <a:lnTo>
                  <a:pt x="5775" y="107382"/>
                </a:lnTo>
                <a:lnTo>
                  <a:pt x="5775" y="107656"/>
                </a:lnTo>
                <a:lnTo>
                  <a:pt x="13049" y="107656"/>
                </a:lnTo>
                <a:lnTo>
                  <a:pt x="16669" y="104013"/>
                </a:lnTo>
                <a:lnTo>
                  <a:pt x="16597" y="87987"/>
                </a:lnTo>
                <a:cubicBezTo>
                  <a:pt x="17014" y="87951"/>
                  <a:pt x="17359" y="87594"/>
                  <a:pt x="17359" y="87177"/>
                </a:cubicBezTo>
                <a:cubicBezTo>
                  <a:pt x="17359" y="86737"/>
                  <a:pt x="16978" y="86368"/>
                  <a:pt x="16538" y="86368"/>
                </a:cubicBezTo>
                <a:close/>
                <a:moveTo>
                  <a:pt x="68199" y="106942"/>
                </a:moveTo>
                <a:cubicBezTo>
                  <a:pt x="68497" y="106942"/>
                  <a:pt x="68735" y="107180"/>
                  <a:pt x="68735" y="107478"/>
                </a:cubicBezTo>
                <a:cubicBezTo>
                  <a:pt x="68735" y="107775"/>
                  <a:pt x="68497" y="108013"/>
                  <a:pt x="68199" y="108013"/>
                </a:cubicBezTo>
                <a:cubicBezTo>
                  <a:pt x="67901" y="108013"/>
                  <a:pt x="67663" y="107775"/>
                  <a:pt x="67663" y="107478"/>
                </a:cubicBezTo>
                <a:cubicBezTo>
                  <a:pt x="67663" y="107180"/>
                  <a:pt x="67901" y="106942"/>
                  <a:pt x="68199" y="106942"/>
                </a:cubicBezTo>
                <a:close/>
                <a:moveTo>
                  <a:pt x="60734" y="107049"/>
                </a:moveTo>
                <a:cubicBezTo>
                  <a:pt x="60222" y="107049"/>
                  <a:pt x="59781" y="107478"/>
                  <a:pt x="59781" y="108001"/>
                </a:cubicBezTo>
                <a:cubicBezTo>
                  <a:pt x="59781" y="108525"/>
                  <a:pt x="60222" y="108954"/>
                  <a:pt x="60734" y="108954"/>
                </a:cubicBezTo>
                <a:cubicBezTo>
                  <a:pt x="61258" y="108954"/>
                  <a:pt x="61686" y="108525"/>
                  <a:pt x="61686" y="108001"/>
                </a:cubicBezTo>
                <a:cubicBezTo>
                  <a:pt x="61710" y="107466"/>
                  <a:pt x="61270" y="107049"/>
                  <a:pt x="60734" y="107049"/>
                </a:cubicBezTo>
                <a:close/>
                <a:moveTo>
                  <a:pt x="70461" y="109228"/>
                </a:moveTo>
                <a:cubicBezTo>
                  <a:pt x="70759" y="109228"/>
                  <a:pt x="70997" y="109466"/>
                  <a:pt x="70997" y="109764"/>
                </a:cubicBezTo>
                <a:cubicBezTo>
                  <a:pt x="70997" y="110061"/>
                  <a:pt x="70759" y="110299"/>
                  <a:pt x="70461" y="110299"/>
                </a:cubicBezTo>
                <a:cubicBezTo>
                  <a:pt x="70164" y="110299"/>
                  <a:pt x="69926" y="110061"/>
                  <a:pt x="69926" y="109764"/>
                </a:cubicBezTo>
                <a:cubicBezTo>
                  <a:pt x="69926" y="109466"/>
                  <a:pt x="70164" y="109228"/>
                  <a:pt x="70461" y="109228"/>
                </a:cubicBezTo>
                <a:close/>
                <a:moveTo>
                  <a:pt x="60734" y="110442"/>
                </a:moveTo>
                <a:cubicBezTo>
                  <a:pt x="61032" y="110442"/>
                  <a:pt x="61270" y="110680"/>
                  <a:pt x="61270" y="110978"/>
                </a:cubicBezTo>
                <a:cubicBezTo>
                  <a:pt x="61270" y="111276"/>
                  <a:pt x="61032" y="111514"/>
                  <a:pt x="60734" y="111514"/>
                </a:cubicBezTo>
                <a:cubicBezTo>
                  <a:pt x="60436" y="111514"/>
                  <a:pt x="60198" y="111276"/>
                  <a:pt x="60198" y="110978"/>
                </a:cubicBezTo>
                <a:cubicBezTo>
                  <a:pt x="60198" y="110680"/>
                  <a:pt x="60436" y="110442"/>
                  <a:pt x="60734" y="110442"/>
                </a:cubicBezTo>
                <a:close/>
                <a:moveTo>
                  <a:pt x="32933" y="66020"/>
                </a:moveTo>
                <a:cubicBezTo>
                  <a:pt x="32492" y="66020"/>
                  <a:pt x="32111" y="66389"/>
                  <a:pt x="32111" y="66842"/>
                </a:cubicBezTo>
                <a:cubicBezTo>
                  <a:pt x="32111" y="67235"/>
                  <a:pt x="32409" y="67568"/>
                  <a:pt x="32790" y="67639"/>
                </a:cubicBezTo>
                <a:lnTo>
                  <a:pt x="32790" y="79772"/>
                </a:lnTo>
                <a:lnTo>
                  <a:pt x="20907" y="91738"/>
                </a:lnTo>
                <a:lnTo>
                  <a:pt x="20907" y="107001"/>
                </a:lnTo>
                <a:lnTo>
                  <a:pt x="16609" y="111335"/>
                </a:lnTo>
                <a:lnTo>
                  <a:pt x="5060" y="111335"/>
                </a:lnTo>
                <a:lnTo>
                  <a:pt x="5060" y="111621"/>
                </a:lnTo>
                <a:lnTo>
                  <a:pt x="16740" y="111621"/>
                </a:lnTo>
                <a:lnTo>
                  <a:pt x="21205" y="107120"/>
                </a:lnTo>
                <a:lnTo>
                  <a:pt x="21205" y="91857"/>
                </a:lnTo>
                <a:lnTo>
                  <a:pt x="33088" y="79891"/>
                </a:lnTo>
                <a:lnTo>
                  <a:pt x="33088" y="67639"/>
                </a:lnTo>
                <a:cubicBezTo>
                  <a:pt x="33469" y="67568"/>
                  <a:pt x="33754" y="67235"/>
                  <a:pt x="33754" y="66842"/>
                </a:cubicBezTo>
                <a:cubicBezTo>
                  <a:pt x="33754" y="66389"/>
                  <a:pt x="33385" y="66020"/>
                  <a:pt x="32933" y="66020"/>
                </a:cubicBezTo>
                <a:close/>
                <a:moveTo>
                  <a:pt x="60734" y="110180"/>
                </a:moveTo>
                <a:cubicBezTo>
                  <a:pt x="60293" y="110180"/>
                  <a:pt x="59924" y="110549"/>
                  <a:pt x="59924" y="110990"/>
                </a:cubicBezTo>
                <a:cubicBezTo>
                  <a:pt x="59924" y="111442"/>
                  <a:pt x="60293" y="111811"/>
                  <a:pt x="60734" y="111811"/>
                </a:cubicBezTo>
                <a:cubicBezTo>
                  <a:pt x="61186" y="111811"/>
                  <a:pt x="61555" y="111442"/>
                  <a:pt x="61555" y="110990"/>
                </a:cubicBezTo>
                <a:cubicBezTo>
                  <a:pt x="61555" y="110538"/>
                  <a:pt x="61198" y="110180"/>
                  <a:pt x="60734" y="110180"/>
                </a:cubicBezTo>
                <a:close/>
                <a:moveTo>
                  <a:pt x="50899" y="111942"/>
                </a:moveTo>
                <a:cubicBezTo>
                  <a:pt x="51197" y="111942"/>
                  <a:pt x="51435" y="112181"/>
                  <a:pt x="51435" y="112478"/>
                </a:cubicBezTo>
                <a:cubicBezTo>
                  <a:pt x="51435" y="112776"/>
                  <a:pt x="51197" y="113014"/>
                  <a:pt x="50899" y="113014"/>
                </a:cubicBezTo>
                <a:cubicBezTo>
                  <a:pt x="50602" y="113014"/>
                  <a:pt x="50364" y="112776"/>
                  <a:pt x="50364" y="112478"/>
                </a:cubicBezTo>
                <a:cubicBezTo>
                  <a:pt x="50364" y="112181"/>
                  <a:pt x="50602" y="111942"/>
                  <a:pt x="50899" y="111942"/>
                </a:cubicBezTo>
                <a:close/>
                <a:moveTo>
                  <a:pt x="35207" y="63722"/>
                </a:moveTo>
                <a:cubicBezTo>
                  <a:pt x="34766" y="63722"/>
                  <a:pt x="34397" y="64103"/>
                  <a:pt x="34397" y="64544"/>
                </a:cubicBezTo>
                <a:cubicBezTo>
                  <a:pt x="34397" y="64949"/>
                  <a:pt x="34695" y="65270"/>
                  <a:pt x="35064" y="65353"/>
                </a:cubicBezTo>
                <a:lnTo>
                  <a:pt x="35064" y="80498"/>
                </a:lnTo>
                <a:lnTo>
                  <a:pt x="23182" y="92464"/>
                </a:lnTo>
                <a:lnTo>
                  <a:pt x="23182" y="107740"/>
                </a:lnTo>
                <a:lnTo>
                  <a:pt x="17371" y="113597"/>
                </a:lnTo>
                <a:lnTo>
                  <a:pt x="5060" y="113597"/>
                </a:lnTo>
                <a:lnTo>
                  <a:pt x="5060" y="113883"/>
                </a:lnTo>
                <a:lnTo>
                  <a:pt x="17502" y="113883"/>
                </a:lnTo>
                <a:lnTo>
                  <a:pt x="23503" y="107835"/>
                </a:lnTo>
                <a:lnTo>
                  <a:pt x="23503" y="92571"/>
                </a:lnTo>
                <a:lnTo>
                  <a:pt x="23479" y="92571"/>
                </a:lnTo>
                <a:lnTo>
                  <a:pt x="35362" y="80605"/>
                </a:lnTo>
                <a:lnTo>
                  <a:pt x="35362" y="65353"/>
                </a:lnTo>
                <a:cubicBezTo>
                  <a:pt x="35755" y="65270"/>
                  <a:pt x="36028" y="64949"/>
                  <a:pt x="36028" y="64544"/>
                </a:cubicBezTo>
                <a:cubicBezTo>
                  <a:pt x="36028" y="64103"/>
                  <a:pt x="35659" y="63722"/>
                  <a:pt x="35207" y="63722"/>
                </a:cubicBezTo>
                <a:close/>
                <a:moveTo>
                  <a:pt x="60734" y="113395"/>
                </a:moveTo>
                <a:cubicBezTo>
                  <a:pt x="61032" y="113395"/>
                  <a:pt x="61270" y="113633"/>
                  <a:pt x="61270" y="113931"/>
                </a:cubicBezTo>
                <a:cubicBezTo>
                  <a:pt x="61270" y="114228"/>
                  <a:pt x="61032" y="114467"/>
                  <a:pt x="60734" y="114467"/>
                </a:cubicBezTo>
                <a:cubicBezTo>
                  <a:pt x="60436" y="114467"/>
                  <a:pt x="60198" y="114228"/>
                  <a:pt x="60198" y="113931"/>
                </a:cubicBezTo>
                <a:cubicBezTo>
                  <a:pt x="60198" y="113633"/>
                  <a:pt x="60436" y="113395"/>
                  <a:pt x="60734" y="113395"/>
                </a:cubicBezTo>
                <a:close/>
                <a:moveTo>
                  <a:pt x="60734" y="113121"/>
                </a:moveTo>
                <a:cubicBezTo>
                  <a:pt x="60293" y="113121"/>
                  <a:pt x="59924" y="113490"/>
                  <a:pt x="59924" y="113943"/>
                </a:cubicBezTo>
                <a:cubicBezTo>
                  <a:pt x="59924" y="114383"/>
                  <a:pt x="60293" y="114764"/>
                  <a:pt x="60734" y="114764"/>
                </a:cubicBezTo>
                <a:cubicBezTo>
                  <a:pt x="61186" y="114764"/>
                  <a:pt x="61555" y="114383"/>
                  <a:pt x="61555" y="113943"/>
                </a:cubicBezTo>
                <a:cubicBezTo>
                  <a:pt x="61555" y="113478"/>
                  <a:pt x="61198" y="113121"/>
                  <a:pt x="60734" y="113121"/>
                </a:cubicBezTo>
                <a:close/>
                <a:moveTo>
                  <a:pt x="50899" y="114919"/>
                </a:moveTo>
                <a:cubicBezTo>
                  <a:pt x="51197" y="114919"/>
                  <a:pt x="51435" y="115157"/>
                  <a:pt x="51435" y="115455"/>
                </a:cubicBezTo>
                <a:cubicBezTo>
                  <a:pt x="51435" y="115752"/>
                  <a:pt x="51197" y="115991"/>
                  <a:pt x="50899" y="115991"/>
                </a:cubicBezTo>
                <a:cubicBezTo>
                  <a:pt x="50602" y="115991"/>
                  <a:pt x="50364" y="115752"/>
                  <a:pt x="50364" y="115455"/>
                </a:cubicBezTo>
                <a:cubicBezTo>
                  <a:pt x="50364" y="115157"/>
                  <a:pt x="50602" y="114919"/>
                  <a:pt x="50899" y="114919"/>
                </a:cubicBezTo>
                <a:close/>
                <a:moveTo>
                  <a:pt x="37433" y="61484"/>
                </a:moveTo>
                <a:cubicBezTo>
                  <a:pt x="36981" y="61484"/>
                  <a:pt x="36612" y="61853"/>
                  <a:pt x="36612" y="62293"/>
                </a:cubicBezTo>
                <a:cubicBezTo>
                  <a:pt x="36612" y="62698"/>
                  <a:pt x="36909" y="63032"/>
                  <a:pt x="37279" y="63103"/>
                </a:cubicBezTo>
                <a:lnTo>
                  <a:pt x="37279" y="81189"/>
                </a:lnTo>
                <a:lnTo>
                  <a:pt x="25408" y="93154"/>
                </a:lnTo>
                <a:lnTo>
                  <a:pt x="25408" y="108418"/>
                </a:lnTo>
                <a:lnTo>
                  <a:pt x="18038" y="115848"/>
                </a:lnTo>
                <a:lnTo>
                  <a:pt x="5060" y="115848"/>
                </a:lnTo>
                <a:lnTo>
                  <a:pt x="5060" y="116133"/>
                </a:lnTo>
                <a:lnTo>
                  <a:pt x="18169" y="116133"/>
                </a:lnTo>
                <a:lnTo>
                  <a:pt x="25706" y="108537"/>
                </a:lnTo>
                <a:lnTo>
                  <a:pt x="25706" y="93273"/>
                </a:lnTo>
                <a:lnTo>
                  <a:pt x="37576" y="81308"/>
                </a:lnTo>
                <a:lnTo>
                  <a:pt x="37576" y="63103"/>
                </a:lnTo>
                <a:cubicBezTo>
                  <a:pt x="37969" y="63032"/>
                  <a:pt x="38255" y="62698"/>
                  <a:pt x="38255" y="62293"/>
                </a:cubicBezTo>
                <a:cubicBezTo>
                  <a:pt x="38255" y="61853"/>
                  <a:pt x="37874" y="61484"/>
                  <a:pt x="37433" y="61484"/>
                </a:cubicBezTo>
                <a:close/>
                <a:moveTo>
                  <a:pt x="50899" y="117872"/>
                </a:moveTo>
                <a:cubicBezTo>
                  <a:pt x="51197" y="117872"/>
                  <a:pt x="51435" y="118110"/>
                  <a:pt x="51435" y="118408"/>
                </a:cubicBezTo>
                <a:cubicBezTo>
                  <a:pt x="51435" y="118705"/>
                  <a:pt x="51197" y="118943"/>
                  <a:pt x="50899" y="118943"/>
                </a:cubicBezTo>
                <a:cubicBezTo>
                  <a:pt x="50602" y="118943"/>
                  <a:pt x="50364" y="118705"/>
                  <a:pt x="50364" y="118408"/>
                </a:cubicBezTo>
                <a:cubicBezTo>
                  <a:pt x="50364" y="118110"/>
                  <a:pt x="50602" y="117872"/>
                  <a:pt x="50899" y="117872"/>
                </a:cubicBezTo>
                <a:close/>
                <a:moveTo>
                  <a:pt x="10192" y="120551"/>
                </a:moveTo>
                <a:cubicBezTo>
                  <a:pt x="9680" y="120551"/>
                  <a:pt x="9239" y="120979"/>
                  <a:pt x="9239" y="121503"/>
                </a:cubicBezTo>
                <a:cubicBezTo>
                  <a:pt x="9239" y="122027"/>
                  <a:pt x="9680" y="122456"/>
                  <a:pt x="10192" y="122456"/>
                </a:cubicBezTo>
                <a:cubicBezTo>
                  <a:pt x="10728" y="122456"/>
                  <a:pt x="11144" y="122027"/>
                  <a:pt x="11144" y="121503"/>
                </a:cubicBezTo>
                <a:cubicBezTo>
                  <a:pt x="11144" y="120979"/>
                  <a:pt x="10716" y="120551"/>
                  <a:pt x="10192" y="120551"/>
                </a:cubicBezTo>
                <a:close/>
                <a:moveTo>
                  <a:pt x="12454" y="120551"/>
                </a:moveTo>
                <a:cubicBezTo>
                  <a:pt x="11942" y="120551"/>
                  <a:pt x="11502" y="120979"/>
                  <a:pt x="11502" y="121503"/>
                </a:cubicBezTo>
                <a:cubicBezTo>
                  <a:pt x="11502" y="122027"/>
                  <a:pt x="11942" y="122456"/>
                  <a:pt x="12454" y="122456"/>
                </a:cubicBezTo>
                <a:cubicBezTo>
                  <a:pt x="12978" y="122456"/>
                  <a:pt x="13407" y="122027"/>
                  <a:pt x="13407" y="121503"/>
                </a:cubicBezTo>
                <a:cubicBezTo>
                  <a:pt x="13407" y="120979"/>
                  <a:pt x="12978" y="120551"/>
                  <a:pt x="12454" y="120551"/>
                </a:cubicBezTo>
                <a:close/>
                <a:moveTo>
                  <a:pt x="14716" y="120551"/>
                </a:moveTo>
                <a:cubicBezTo>
                  <a:pt x="14204" y="120551"/>
                  <a:pt x="13764" y="120979"/>
                  <a:pt x="13764" y="121503"/>
                </a:cubicBezTo>
                <a:cubicBezTo>
                  <a:pt x="13764" y="122027"/>
                  <a:pt x="14204" y="122456"/>
                  <a:pt x="14716" y="122456"/>
                </a:cubicBezTo>
                <a:cubicBezTo>
                  <a:pt x="15240" y="122456"/>
                  <a:pt x="15669" y="122027"/>
                  <a:pt x="15669" y="121503"/>
                </a:cubicBezTo>
                <a:cubicBezTo>
                  <a:pt x="15669" y="120979"/>
                  <a:pt x="15240" y="120551"/>
                  <a:pt x="14716" y="120551"/>
                </a:cubicBezTo>
                <a:close/>
                <a:moveTo>
                  <a:pt x="53804" y="124611"/>
                </a:moveTo>
                <a:cubicBezTo>
                  <a:pt x="54102" y="124611"/>
                  <a:pt x="54340" y="124849"/>
                  <a:pt x="54340" y="125146"/>
                </a:cubicBezTo>
                <a:cubicBezTo>
                  <a:pt x="54340" y="125444"/>
                  <a:pt x="54102" y="125682"/>
                  <a:pt x="53804" y="125682"/>
                </a:cubicBezTo>
                <a:cubicBezTo>
                  <a:pt x="53507" y="125682"/>
                  <a:pt x="53269" y="125444"/>
                  <a:pt x="53269" y="125146"/>
                </a:cubicBezTo>
                <a:cubicBezTo>
                  <a:pt x="53269" y="124849"/>
                  <a:pt x="53507" y="124611"/>
                  <a:pt x="53804" y="124611"/>
                </a:cubicBezTo>
                <a:close/>
                <a:moveTo>
                  <a:pt x="10216" y="125789"/>
                </a:moveTo>
                <a:cubicBezTo>
                  <a:pt x="10513" y="125789"/>
                  <a:pt x="10751" y="126028"/>
                  <a:pt x="10751" y="126325"/>
                </a:cubicBezTo>
                <a:cubicBezTo>
                  <a:pt x="10751" y="126623"/>
                  <a:pt x="10513" y="126861"/>
                  <a:pt x="10216" y="126861"/>
                </a:cubicBezTo>
                <a:cubicBezTo>
                  <a:pt x="9918" y="126861"/>
                  <a:pt x="9680" y="126623"/>
                  <a:pt x="9680" y="126325"/>
                </a:cubicBezTo>
                <a:cubicBezTo>
                  <a:pt x="9680" y="126028"/>
                  <a:pt x="9918" y="125789"/>
                  <a:pt x="10216" y="125789"/>
                </a:cubicBezTo>
                <a:close/>
                <a:moveTo>
                  <a:pt x="12454" y="125789"/>
                </a:moveTo>
                <a:cubicBezTo>
                  <a:pt x="12752" y="125789"/>
                  <a:pt x="12990" y="126028"/>
                  <a:pt x="12990" y="126325"/>
                </a:cubicBezTo>
                <a:cubicBezTo>
                  <a:pt x="12990" y="126623"/>
                  <a:pt x="12752" y="126861"/>
                  <a:pt x="12454" y="126861"/>
                </a:cubicBezTo>
                <a:cubicBezTo>
                  <a:pt x="12156" y="126861"/>
                  <a:pt x="11918" y="126623"/>
                  <a:pt x="11918" y="126325"/>
                </a:cubicBezTo>
                <a:cubicBezTo>
                  <a:pt x="11918" y="126028"/>
                  <a:pt x="12156" y="125789"/>
                  <a:pt x="12454" y="125789"/>
                </a:cubicBezTo>
                <a:close/>
                <a:moveTo>
                  <a:pt x="14716" y="125789"/>
                </a:moveTo>
                <a:cubicBezTo>
                  <a:pt x="15014" y="125789"/>
                  <a:pt x="15252" y="126028"/>
                  <a:pt x="15252" y="126325"/>
                </a:cubicBezTo>
                <a:cubicBezTo>
                  <a:pt x="15252" y="126623"/>
                  <a:pt x="15014" y="126861"/>
                  <a:pt x="14716" y="126861"/>
                </a:cubicBezTo>
                <a:cubicBezTo>
                  <a:pt x="14419" y="126861"/>
                  <a:pt x="14180" y="126623"/>
                  <a:pt x="14180" y="126325"/>
                </a:cubicBezTo>
                <a:cubicBezTo>
                  <a:pt x="14180" y="126028"/>
                  <a:pt x="14419" y="125789"/>
                  <a:pt x="14716" y="125789"/>
                </a:cubicBezTo>
                <a:close/>
                <a:moveTo>
                  <a:pt x="50887" y="125897"/>
                </a:moveTo>
                <a:cubicBezTo>
                  <a:pt x="51185" y="125897"/>
                  <a:pt x="51423" y="126135"/>
                  <a:pt x="51423" y="126432"/>
                </a:cubicBezTo>
                <a:cubicBezTo>
                  <a:pt x="51423" y="126730"/>
                  <a:pt x="51185" y="126968"/>
                  <a:pt x="50887" y="126968"/>
                </a:cubicBezTo>
                <a:cubicBezTo>
                  <a:pt x="50590" y="126968"/>
                  <a:pt x="50352" y="126730"/>
                  <a:pt x="50352" y="126432"/>
                </a:cubicBezTo>
                <a:cubicBezTo>
                  <a:pt x="50352" y="126135"/>
                  <a:pt x="50590" y="125897"/>
                  <a:pt x="50887" y="125897"/>
                </a:cubicBezTo>
                <a:close/>
                <a:moveTo>
                  <a:pt x="56067" y="126849"/>
                </a:moveTo>
                <a:cubicBezTo>
                  <a:pt x="56364" y="126849"/>
                  <a:pt x="56602" y="127087"/>
                  <a:pt x="56602" y="127385"/>
                </a:cubicBezTo>
                <a:cubicBezTo>
                  <a:pt x="56602" y="127682"/>
                  <a:pt x="56364" y="127921"/>
                  <a:pt x="56067" y="127921"/>
                </a:cubicBezTo>
                <a:cubicBezTo>
                  <a:pt x="55769" y="127921"/>
                  <a:pt x="55531" y="127682"/>
                  <a:pt x="55531" y="127385"/>
                </a:cubicBezTo>
                <a:cubicBezTo>
                  <a:pt x="55531" y="127087"/>
                  <a:pt x="55769" y="126849"/>
                  <a:pt x="56067" y="126849"/>
                </a:cubicBezTo>
                <a:close/>
                <a:moveTo>
                  <a:pt x="58317" y="129087"/>
                </a:moveTo>
                <a:cubicBezTo>
                  <a:pt x="58615" y="129087"/>
                  <a:pt x="58853" y="129326"/>
                  <a:pt x="58853" y="129623"/>
                </a:cubicBezTo>
                <a:cubicBezTo>
                  <a:pt x="58853" y="129921"/>
                  <a:pt x="58615" y="130159"/>
                  <a:pt x="58317" y="130159"/>
                </a:cubicBezTo>
                <a:cubicBezTo>
                  <a:pt x="58019" y="130159"/>
                  <a:pt x="57781" y="129921"/>
                  <a:pt x="57781" y="129623"/>
                </a:cubicBezTo>
                <a:cubicBezTo>
                  <a:pt x="57781" y="129326"/>
                  <a:pt x="58019" y="129087"/>
                  <a:pt x="58317" y="129087"/>
                </a:cubicBezTo>
                <a:close/>
                <a:moveTo>
                  <a:pt x="142042" y="105656"/>
                </a:moveTo>
                <a:lnTo>
                  <a:pt x="142042" y="115657"/>
                </a:lnTo>
                <a:lnTo>
                  <a:pt x="157829" y="131409"/>
                </a:lnTo>
                <a:lnTo>
                  <a:pt x="158032" y="131207"/>
                </a:lnTo>
                <a:lnTo>
                  <a:pt x="142327" y="115538"/>
                </a:lnTo>
                <a:lnTo>
                  <a:pt x="142327" y="105656"/>
                </a:lnTo>
                <a:close/>
                <a:moveTo>
                  <a:pt x="139791" y="103406"/>
                </a:moveTo>
                <a:lnTo>
                  <a:pt x="139791" y="116372"/>
                </a:lnTo>
                <a:lnTo>
                  <a:pt x="155591" y="132124"/>
                </a:lnTo>
                <a:lnTo>
                  <a:pt x="155781" y="131921"/>
                </a:lnTo>
                <a:lnTo>
                  <a:pt x="140077" y="116253"/>
                </a:lnTo>
                <a:lnTo>
                  <a:pt x="140077" y="103406"/>
                </a:lnTo>
                <a:close/>
                <a:moveTo>
                  <a:pt x="87201" y="34683"/>
                </a:moveTo>
                <a:cubicBezTo>
                  <a:pt x="86749" y="34683"/>
                  <a:pt x="86380" y="35064"/>
                  <a:pt x="86380" y="35504"/>
                </a:cubicBezTo>
                <a:cubicBezTo>
                  <a:pt x="86380" y="35957"/>
                  <a:pt x="86749" y="36326"/>
                  <a:pt x="87201" y="36326"/>
                </a:cubicBezTo>
                <a:cubicBezTo>
                  <a:pt x="87380" y="36326"/>
                  <a:pt x="87523" y="36266"/>
                  <a:pt x="87654" y="36171"/>
                </a:cubicBezTo>
                <a:lnTo>
                  <a:pt x="104370" y="52876"/>
                </a:lnTo>
                <a:lnTo>
                  <a:pt x="104418" y="52923"/>
                </a:lnTo>
                <a:lnTo>
                  <a:pt x="112145" y="52923"/>
                </a:lnTo>
                <a:lnTo>
                  <a:pt x="137517" y="78260"/>
                </a:lnTo>
                <a:lnTo>
                  <a:pt x="137517" y="117098"/>
                </a:lnTo>
                <a:lnTo>
                  <a:pt x="153305" y="132850"/>
                </a:lnTo>
                <a:lnTo>
                  <a:pt x="153495" y="132647"/>
                </a:lnTo>
                <a:lnTo>
                  <a:pt x="137803" y="116979"/>
                </a:lnTo>
                <a:lnTo>
                  <a:pt x="137803" y="78129"/>
                </a:lnTo>
                <a:lnTo>
                  <a:pt x="137827" y="78129"/>
                </a:lnTo>
                <a:lnTo>
                  <a:pt x="112324" y="52673"/>
                </a:lnTo>
                <a:lnTo>
                  <a:pt x="112276" y="52626"/>
                </a:lnTo>
                <a:lnTo>
                  <a:pt x="104549" y="52626"/>
                </a:lnTo>
                <a:lnTo>
                  <a:pt x="87868" y="35969"/>
                </a:lnTo>
                <a:cubicBezTo>
                  <a:pt x="87952" y="35838"/>
                  <a:pt x="88011" y="35671"/>
                  <a:pt x="88011" y="35504"/>
                </a:cubicBezTo>
                <a:cubicBezTo>
                  <a:pt x="88011" y="35064"/>
                  <a:pt x="87642" y="34683"/>
                  <a:pt x="87201" y="34683"/>
                </a:cubicBezTo>
                <a:close/>
                <a:moveTo>
                  <a:pt x="80998" y="35540"/>
                </a:moveTo>
                <a:lnTo>
                  <a:pt x="79593" y="36945"/>
                </a:lnTo>
                <a:cubicBezTo>
                  <a:pt x="79462" y="36862"/>
                  <a:pt x="79296" y="36802"/>
                  <a:pt x="79129" y="36802"/>
                </a:cubicBezTo>
                <a:cubicBezTo>
                  <a:pt x="78689" y="36802"/>
                  <a:pt x="78319" y="37171"/>
                  <a:pt x="78319" y="37624"/>
                </a:cubicBezTo>
                <a:cubicBezTo>
                  <a:pt x="78319" y="38064"/>
                  <a:pt x="78689" y="38433"/>
                  <a:pt x="79129" y="38433"/>
                </a:cubicBezTo>
                <a:cubicBezTo>
                  <a:pt x="79581" y="38433"/>
                  <a:pt x="79951" y="38064"/>
                  <a:pt x="79951" y="37624"/>
                </a:cubicBezTo>
                <a:cubicBezTo>
                  <a:pt x="79951" y="37445"/>
                  <a:pt x="79891" y="37279"/>
                  <a:pt x="79808" y="37159"/>
                </a:cubicBezTo>
                <a:lnTo>
                  <a:pt x="81129" y="35838"/>
                </a:lnTo>
                <a:lnTo>
                  <a:pt x="84392" y="35838"/>
                </a:lnTo>
                <a:lnTo>
                  <a:pt x="103704" y="55102"/>
                </a:lnTo>
                <a:lnTo>
                  <a:pt x="103751" y="55150"/>
                </a:lnTo>
                <a:lnTo>
                  <a:pt x="111478" y="55150"/>
                </a:lnTo>
                <a:lnTo>
                  <a:pt x="135291" y="78962"/>
                </a:lnTo>
                <a:lnTo>
                  <a:pt x="135291" y="117800"/>
                </a:lnTo>
                <a:lnTo>
                  <a:pt x="151079" y="133552"/>
                </a:lnTo>
                <a:lnTo>
                  <a:pt x="151269" y="133350"/>
                </a:lnTo>
                <a:lnTo>
                  <a:pt x="135565" y="117681"/>
                </a:lnTo>
                <a:lnTo>
                  <a:pt x="135565" y="78843"/>
                </a:lnTo>
                <a:lnTo>
                  <a:pt x="111609" y="54912"/>
                </a:lnTo>
                <a:lnTo>
                  <a:pt x="111562" y="54864"/>
                </a:lnTo>
                <a:lnTo>
                  <a:pt x="103835" y="54864"/>
                </a:lnTo>
                <a:lnTo>
                  <a:pt x="88690" y="39731"/>
                </a:lnTo>
                <a:lnTo>
                  <a:pt x="84534" y="35576"/>
                </a:lnTo>
                <a:lnTo>
                  <a:pt x="84487" y="35540"/>
                </a:lnTo>
                <a:close/>
                <a:moveTo>
                  <a:pt x="82725" y="78879"/>
                </a:moveTo>
                <a:cubicBezTo>
                  <a:pt x="82272" y="78879"/>
                  <a:pt x="81903" y="79248"/>
                  <a:pt x="81903" y="79700"/>
                </a:cubicBezTo>
                <a:cubicBezTo>
                  <a:pt x="81903" y="80093"/>
                  <a:pt x="82201" y="80427"/>
                  <a:pt x="82570" y="80498"/>
                </a:cubicBezTo>
                <a:lnTo>
                  <a:pt x="82570" y="86844"/>
                </a:lnTo>
                <a:lnTo>
                  <a:pt x="84570" y="88821"/>
                </a:lnTo>
                <a:lnTo>
                  <a:pt x="86690" y="88821"/>
                </a:lnTo>
                <a:lnTo>
                  <a:pt x="89928" y="92011"/>
                </a:lnTo>
                <a:lnTo>
                  <a:pt x="89928" y="133278"/>
                </a:lnTo>
                <a:lnTo>
                  <a:pt x="83582" y="139624"/>
                </a:lnTo>
                <a:lnTo>
                  <a:pt x="83796" y="139839"/>
                </a:lnTo>
                <a:lnTo>
                  <a:pt x="90226" y="133397"/>
                </a:lnTo>
                <a:lnTo>
                  <a:pt x="90226" y="91904"/>
                </a:lnTo>
                <a:lnTo>
                  <a:pt x="86832" y="88535"/>
                </a:lnTo>
                <a:lnTo>
                  <a:pt x="84701" y="88535"/>
                </a:lnTo>
                <a:lnTo>
                  <a:pt x="82868" y="86713"/>
                </a:lnTo>
                <a:lnTo>
                  <a:pt x="82868" y="80498"/>
                </a:lnTo>
                <a:cubicBezTo>
                  <a:pt x="83261" y="80427"/>
                  <a:pt x="83534" y="80093"/>
                  <a:pt x="83534" y="79700"/>
                </a:cubicBezTo>
                <a:cubicBezTo>
                  <a:pt x="83534" y="79248"/>
                  <a:pt x="83165" y="78879"/>
                  <a:pt x="82725" y="78879"/>
                </a:cubicBezTo>
                <a:close/>
                <a:moveTo>
                  <a:pt x="110085" y="139255"/>
                </a:moveTo>
                <a:cubicBezTo>
                  <a:pt x="110383" y="139255"/>
                  <a:pt x="110621" y="139493"/>
                  <a:pt x="110621" y="139791"/>
                </a:cubicBezTo>
                <a:cubicBezTo>
                  <a:pt x="110621" y="140089"/>
                  <a:pt x="110383" y="140327"/>
                  <a:pt x="110085" y="140327"/>
                </a:cubicBezTo>
                <a:cubicBezTo>
                  <a:pt x="109788" y="140327"/>
                  <a:pt x="109550" y="140089"/>
                  <a:pt x="109550" y="139791"/>
                </a:cubicBezTo>
                <a:cubicBezTo>
                  <a:pt x="109573" y="139493"/>
                  <a:pt x="109811" y="139255"/>
                  <a:pt x="110085" y="139255"/>
                </a:cubicBezTo>
                <a:close/>
                <a:moveTo>
                  <a:pt x="110085" y="138970"/>
                </a:moveTo>
                <a:cubicBezTo>
                  <a:pt x="109645" y="138970"/>
                  <a:pt x="109276" y="139351"/>
                  <a:pt x="109276" y="139791"/>
                </a:cubicBezTo>
                <a:cubicBezTo>
                  <a:pt x="109276" y="140244"/>
                  <a:pt x="109645" y="140613"/>
                  <a:pt x="110085" y="140613"/>
                </a:cubicBezTo>
                <a:cubicBezTo>
                  <a:pt x="110538" y="140613"/>
                  <a:pt x="110907" y="140244"/>
                  <a:pt x="110907" y="139791"/>
                </a:cubicBezTo>
                <a:cubicBezTo>
                  <a:pt x="110907" y="139351"/>
                  <a:pt x="110538" y="138970"/>
                  <a:pt x="110085" y="138970"/>
                </a:cubicBezTo>
                <a:close/>
                <a:moveTo>
                  <a:pt x="50887" y="125599"/>
                </a:moveTo>
                <a:cubicBezTo>
                  <a:pt x="50435" y="125611"/>
                  <a:pt x="50078" y="125980"/>
                  <a:pt x="50078" y="126432"/>
                </a:cubicBezTo>
                <a:cubicBezTo>
                  <a:pt x="50078" y="126825"/>
                  <a:pt x="50375" y="127159"/>
                  <a:pt x="50756" y="127230"/>
                </a:cubicBezTo>
                <a:lnTo>
                  <a:pt x="50756" y="135922"/>
                </a:lnTo>
                <a:lnTo>
                  <a:pt x="46125" y="140565"/>
                </a:lnTo>
                <a:lnTo>
                  <a:pt x="46327" y="140756"/>
                </a:lnTo>
                <a:lnTo>
                  <a:pt x="51030" y="136029"/>
                </a:lnTo>
                <a:lnTo>
                  <a:pt x="51030" y="127218"/>
                </a:lnTo>
                <a:cubicBezTo>
                  <a:pt x="51423" y="127147"/>
                  <a:pt x="51709" y="126813"/>
                  <a:pt x="51709" y="126409"/>
                </a:cubicBezTo>
                <a:cubicBezTo>
                  <a:pt x="51709" y="125968"/>
                  <a:pt x="51328" y="125599"/>
                  <a:pt x="50887" y="125599"/>
                </a:cubicBezTo>
                <a:close/>
                <a:moveTo>
                  <a:pt x="29563" y="141696"/>
                </a:moveTo>
                <a:cubicBezTo>
                  <a:pt x="29861" y="141696"/>
                  <a:pt x="30099" y="141934"/>
                  <a:pt x="30099" y="142232"/>
                </a:cubicBezTo>
                <a:cubicBezTo>
                  <a:pt x="30099" y="142530"/>
                  <a:pt x="29861" y="142768"/>
                  <a:pt x="29563" y="142768"/>
                </a:cubicBezTo>
                <a:cubicBezTo>
                  <a:pt x="29266" y="142768"/>
                  <a:pt x="29028" y="142530"/>
                  <a:pt x="29028" y="142232"/>
                </a:cubicBezTo>
                <a:cubicBezTo>
                  <a:pt x="29028" y="141934"/>
                  <a:pt x="29266" y="141696"/>
                  <a:pt x="29563" y="141696"/>
                </a:cubicBezTo>
                <a:close/>
                <a:moveTo>
                  <a:pt x="51542" y="98822"/>
                </a:moveTo>
                <a:cubicBezTo>
                  <a:pt x="51090" y="98822"/>
                  <a:pt x="50721" y="99179"/>
                  <a:pt x="50721" y="99643"/>
                </a:cubicBezTo>
                <a:cubicBezTo>
                  <a:pt x="50721" y="99822"/>
                  <a:pt x="50780" y="99977"/>
                  <a:pt x="50876" y="100096"/>
                </a:cubicBezTo>
                <a:lnTo>
                  <a:pt x="48625" y="102346"/>
                </a:lnTo>
                <a:lnTo>
                  <a:pt x="48625" y="106966"/>
                </a:lnTo>
                <a:lnTo>
                  <a:pt x="39112" y="116514"/>
                </a:lnTo>
                <a:lnTo>
                  <a:pt x="39065" y="116562"/>
                </a:lnTo>
                <a:lnTo>
                  <a:pt x="39065" y="119110"/>
                </a:lnTo>
                <a:lnTo>
                  <a:pt x="29409" y="128814"/>
                </a:lnTo>
                <a:lnTo>
                  <a:pt x="29409" y="141434"/>
                </a:lnTo>
                <a:cubicBezTo>
                  <a:pt x="29028" y="141506"/>
                  <a:pt x="28742" y="141827"/>
                  <a:pt x="28742" y="142232"/>
                </a:cubicBezTo>
                <a:cubicBezTo>
                  <a:pt x="28742" y="142684"/>
                  <a:pt x="29111" y="143053"/>
                  <a:pt x="29563" y="143053"/>
                </a:cubicBezTo>
                <a:cubicBezTo>
                  <a:pt x="30004" y="143053"/>
                  <a:pt x="30373" y="142684"/>
                  <a:pt x="30373" y="142232"/>
                </a:cubicBezTo>
                <a:cubicBezTo>
                  <a:pt x="30373" y="141827"/>
                  <a:pt x="30075" y="141506"/>
                  <a:pt x="29706" y="141434"/>
                </a:cubicBezTo>
                <a:lnTo>
                  <a:pt x="29706" y="128933"/>
                </a:lnTo>
                <a:lnTo>
                  <a:pt x="39362" y="119241"/>
                </a:lnTo>
                <a:lnTo>
                  <a:pt x="39362" y="116693"/>
                </a:lnTo>
                <a:lnTo>
                  <a:pt x="48875" y="107132"/>
                </a:lnTo>
                <a:lnTo>
                  <a:pt x="48923" y="107097"/>
                </a:lnTo>
                <a:lnTo>
                  <a:pt x="48923" y="102477"/>
                </a:lnTo>
                <a:lnTo>
                  <a:pt x="51078" y="100310"/>
                </a:lnTo>
                <a:cubicBezTo>
                  <a:pt x="51209" y="100393"/>
                  <a:pt x="51376" y="100453"/>
                  <a:pt x="51542" y="100453"/>
                </a:cubicBezTo>
                <a:cubicBezTo>
                  <a:pt x="51983" y="100453"/>
                  <a:pt x="52364" y="100084"/>
                  <a:pt x="52364" y="99631"/>
                </a:cubicBezTo>
                <a:cubicBezTo>
                  <a:pt x="52364" y="99191"/>
                  <a:pt x="51983" y="98822"/>
                  <a:pt x="51542" y="98822"/>
                </a:cubicBezTo>
                <a:close/>
                <a:moveTo>
                  <a:pt x="124337" y="77212"/>
                </a:moveTo>
                <a:cubicBezTo>
                  <a:pt x="123885" y="77212"/>
                  <a:pt x="123516" y="77581"/>
                  <a:pt x="123516" y="78022"/>
                </a:cubicBezTo>
                <a:cubicBezTo>
                  <a:pt x="123516" y="78474"/>
                  <a:pt x="123885" y="78843"/>
                  <a:pt x="124337" y="78843"/>
                </a:cubicBezTo>
                <a:cubicBezTo>
                  <a:pt x="124516" y="78843"/>
                  <a:pt x="124670" y="78784"/>
                  <a:pt x="124790" y="78700"/>
                </a:cubicBezTo>
                <a:lnTo>
                  <a:pt x="129516" y="83403"/>
                </a:lnTo>
                <a:lnTo>
                  <a:pt x="129516" y="120598"/>
                </a:lnTo>
                <a:lnTo>
                  <a:pt x="152210" y="143256"/>
                </a:lnTo>
                <a:lnTo>
                  <a:pt x="152400" y="143053"/>
                </a:lnTo>
                <a:lnTo>
                  <a:pt x="129778" y="120479"/>
                </a:lnTo>
                <a:lnTo>
                  <a:pt x="129778" y="83284"/>
                </a:lnTo>
                <a:lnTo>
                  <a:pt x="129814" y="83284"/>
                </a:lnTo>
                <a:lnTo>
                  <a:pt x="125004" y="78486"/>
                </a:lnTo>
                <a:cubicBezTo>
                  <a:pt x="125087" y="78355"/>
                  <a:pt x="125147" y="78188"/>
                  <a:pt x="125147" y="78022"/>
                </a:cubicBezTo>
                <a:cubicBezTo>
                  <a:pt x="125147" y="77581"/>
                  <a:pt x="124778" y="77212"/>
                  <a:pt x="124337" y="77212"/>
                </a:cubicBezTo>
                <a:close/>
                <a:moveTo>
                  <a:pt x="110085" y="142208"/>
                </a:moveTo>
                <a:cubicBezTo>
                  <a:pt x="110383" y="142208"/>
                  <a:pt x="110621" y="142446"/>
                  <a:pt x="110621" y="142744"/>
                </a:cubicBezTo>
                <a:cubicBezTo>
                  <a:pt x="110621" y="143042"/>
                  <a:pt x="110383" y="143280"/>
                  <a:pt x="110085" y="143280"/>
                </a:cubicBezTo>
                <a:cubicBezTo>
                  <a:pt x="109788" y="143280"/>
                  <a:pt x="109550" y="143042"/>
                  <a:pt x="109550" y="142744"/>
                </a:cubicBezTo>
                <a:cubicBezTo>
                  <a:pt x="109573" y="142446"/>
                  <a:pt x="109811" y="142208"/>
                  <a:pt x="110085" y="142208"/>
                </a:cubicBezTo>
                <a:close/>
                <a:moveTo>
                  <a:pt x="110085" y="141910"/>
                </a:moveTo>
                <a:cubicBezTo>
                  <a:pt x="109645" y="141910"/>
                  <a:pt x="109276" y="142280"/>
                  <a:pt x="109276" y="142720"/>
                </a:cubicBezTo>
                <a:cubicBezTo>
                  <a:pt x="109276" y="143184"/>
                  <a:pt x="109645" y="143542"/>
                  <a:pt x="110085" y="143542"/>
                </a:cubicBezTo>
                <a:cubicBezTo>
                  <a:pt x="110538" y="143542"/>
                  <a:pt x="110907" y="143172"/>
                  <a:pt x="110907" y="142720"/>
                </a:cubicBezTo>
                <a:cubicBezTo>
                  <a:pt x="110907" y="142280"/>
                  <a:pt x="110538" y="141910"/>
                  <a:pt x="110085" y="141910"/>
                </a:cubicBezTo>
                <a:close/>
                <a:moveTo>
                  <a:pt x="85939" y="142887"/>
                </a:moveTo>
                <a:cubicBezTo>
                  <a:pt x="86237" y="142887"/>
                  <a:pt x="86475" y="143125"/>
                  <a:pt x="86475" y="143423"/>
                </a:cubicBezTo>
                <a:cubicBezTo>
                  <a:pt x="86475" y="143720"/>
                  <a:pt x="86237" y="143958"/>
                  <a:pt x="85939" y="143958"/>
                </a:cubicBezTo>
                <a:cubicBezTo>
                  <a:pt x="85642" y="143958"/>
                  <a:pt x="85404" y="143720"/>
                  <a:pt x="85404" y="143423"/>
                </a:cubicBezTo>
                <a:cubicBezTo>
                  <a:pt x="85404" y="143125"/>
                  <a:pt x="85642" y="142887"/>
                  <a:pt x="85939" y="142887"/>
                </a:cubicBezTo>
                <a:close/>
                <a:moveTo>
                  <a:pt x="76795" y="45780"/>
                </a:moveTo>
                <a:lnTo>
                  <a:pt x="76795" y="67497"/>
                </a:lnTo>
                <a:lnTo>
                  <a:pt x="91131" y="81796"/>
                </a:lnTo>
                <a:lnTo>
                  <a:pt x="91131" y="87320"/>
                </a:lnTo>
                <a:lnTo>
                  <a:pt x="94429" y="90606"/>
                </a:lnTo>
                <a:lnTo>
                  <a:pt x="94429" y="134707"/>
                </a:lnTo>
                <a:lnTo>
                  <a:pt x="86392" y="142756"/>
                </a:lnTo>
                <a:cubicBezTo>
                  <a:pt x="86261" y="142661"/>
                  <a:pt x="86094" y="142601"/>
                  <a:pt x="85939" y="142601"/>
                </a:cubicBezTo>
                <a:cubicBezTo>
                  <a:pt x="85487" y="142601"/>
                  <a:pt x="85118" y="142982"/>
                  <a:pt x="85118" y="143423"/>
                </a:cubicBezTo>
                <a:cubicBezTo>
                  <a:pt x="85118" y="143875"/>
                  <a:pt x="85487" y="144244"/>
                  <a:pt x="85939" y="144244"/>
                </a:cubicBezTo>
                <a:cubicBezTo>
                  <a:pt x="86380" y="144244"/>
                  <a:pt x="86749" y="143875"/>
                  <a:pt x="86749" y="143423"/>
                </a:cubicBezTo>
                <a:cubicBezTo>
                  <a:pt x="86749" y="143244"/>
                  <a:pt x="86690" y="143077"/>
                  <a:pt x="86606" y="142958"/>
                </a:cubicBezTo>
                <a:lnTo>
                  <a:pt x="94714" y="134826"/>
                </a:lnTo>
                <a:lnTo>
                  <a:pt x="94714" y="90476"/>
                </a:lnTo>
                <a:lnTo>
                  <a:pt x="91416" y="87177"/>
                </a:lnTo>
                <a:lnTo>
                  <a:pt x="91416" y="81653"/>
                </a:lnTo>
                <a:lnTo>
                  <a:pt x="77081" y="67354"/>
                </a:lnTo>
                <a:lnTo>
                  <a:pt x="77081" y="45780"/>
                </a:lnTo>
                <a:close/>
                <a:moveTo>
                  <a:pt x="50887" y="104644"/>
                </a:moveTo>
                <a:cubicBezTo>
                  <a:pt x="50435" y="104644"/>
                  <a:pt x="50066" y="105013"/>
                  <a:pt x="50066" y="105454"/>
                </a:cubicBezTo>
                <a:cubicBezTo>
                  <a:pt x="50066" y="105858"/>
                  <a:pt x="50364" y="106192"/>
                  <a:pt x="50733" y="106263"/>
                </a:cubicBezTo>
                <a:lnTo>
                  <a:pt x="50733" y="109418"/>
                </a:lnTo>
                <a:lnTo>
                  <a:pt x="41231" y="118967"/>
                </a:lnTo>
                <a:lnTo>
                  <a:pt x="41184" y="119015"/>
                </a:lnTo>
                <a:lnTo>
                  <a:pt x="41184" y="122872"/>
                </a:lnTo>
                <a:lnTo>
                  <a:pt x="33290" y="130802"/>
                </a:lnTo>
                <a:lnTo>
                  <a:pt x="33254" y="130850"/>
                </a:lnTo>
                <a:lnTo>
                  <a:pt x="33254" y="147518"/>
                </a:lnTo>
                <a:lnTo>
                  <a:pt x="33528" y="147518"/>
                </a:lnTo>
                <a:lnTo>
                  <a:pt x="33528" y="130957"/>
                </a:lnTo>
                <a:lnTo>
                  <a:pt x="41422" y="123015"/>
                </a:lnTo>
                <a:lnTo>
                  <a:pt x="41470" y="122980"/>
                </a:lnTo>
                <a:lnTo>
                  <a:pt x="41470" y="119134"/>
                </a:lnTo>
                <a:lnTo>
                  <a:pt x="50971" y="109585"/>
                </a:lnTo>
                <a:lnTo>
                  <a:pt x="51018" y="109537"/>
                </a:lnTo>
                <a:lnTo>
                  <a:pt x="51018" y="106263"/>
                </a:lnTo>
                <a:cubicBezTo>
                  <a:pt x="51423" y="106204"/>
                  <a:pt x="51709" y="105858"/>
                  <a:pt x="51709" y="105454"/>
                </a:cubicBezTo>
                <a:cubicBezTo>
                  <a:pt x="51709" y="105013"/>
                  <a:pt x="51328" y="104644"/>
                  <a:pt x="50887" y="104644"/>
                </a:cubicBezTo>
                <a:close/>
                <a:moveTo>
                  <a:pt x="50756" y="140005"/>
                </a:moveTo>
                <a:lnTo>
                  <a:pt x="50756" y="147685"/>
                </a:lnTo>
                <a:lnTo>
                  <a:pt x="51030" y="147685"/>
                </a:lnTo>
                <a:lnTo>
                  <a:pt x="51030" y="140005"/>
                </a:lnTo>
                <a:close/>
                <a:moveTo>
                  <a:pt x="88928" y="45327"/>
                </a:moveTo>
                <a:cubicBezTo>
                  <a:pt x="88475" y="45327"/>
                  <a:pt x="88106" y="45708"/>
                  <a:pt x="88106" y="46149"/>
                </a:cubicBezTo>
                <a:cubicBezTo>
                  <a:pt x="88106" y="46553"/>
                  <a:pt x="88404" y="46875"/>
                  <a:pt x="88773" y="46958"/>
                </a:cubicBezTo>
                <a:lnTo>
                  <a:pt x="88773" y="63698"/>
                </a:lnTo>
                <a:lnTo>
                  <a:pt x="103108" y="77998"/>
                </a:lnTo>
                <a:lnTo>
                  <a:pt x="103108" y="83522"/>
                </a:lnTo>
                <a:lnTo>
                  <a:pt x="106418" y="86808"/>
                </a:lnTo>
                <a:lnTo>
                  <a:pt x="106418" y="135183"/>
                </a:lnTo>
                <a:lnTo>
                  <a:pt x="103644" y="137958"/>
                </a:lnTo>
                <a:lnTo>
                  <a:pt x="103644" y="147887"/>
                </a:lnTo>
                <a:lnTo>
                  <a:pt x="103930" y="147887"/>
                </a:lnTo>
                <a:lnTo>
                  <a:pt x="103930" y="138065"/>
                </a:lnTo>
                <a:lnTo>
                  <a:pt x="106716" y="135302"/>
                </a:lnTo>
                <a:lnTo>
                  <a:pt x="106716" y="86689"/>
                </a:lnTo>
                <a:lnTo>
                  <a:pt x="103406" y="83403"/>
                </a:lnTo>
                <a:lnTo>
                  <a:pt x="103406" y="77879"/>
                </a:lnTo>
                <a:lnTo>
                  <a:pt x="89071" y="63579"/>
                </a:lnTo>
                <a:lnTo>
                  <a:pt x="89071" y="46958"/>
                </a:lnTo>
                <a:cubicBezTo>
                  <a:pt x="89464" y="46875"/>
                  <a:pt x="89749" y="46553"/>
                  <a:pt x="89749" y="46149"/>
                </a:cubicBezTo>
                <a:cubicBezTo>
                  <a:pt x="89749" y="45708"/>
                  <a:pt x="89368" y="45327"/>
                  <a:pt x="88928" y="45327"/>
                </a:cubicBezTo>
                <a:close/>
                <a:moveTo>
                  <a:pt x="86678" y="43101"/>
                </a:moveTo>
                <a:cubicBezTo>
                  <a:pt x="86237" y="43101"/>
                  <a:pt x="85856" y="43470"/>
                  <a:pt x="85856" y="43922"/>
                </a:cubicBezTo>
                <a:cubicBezTo>
                  <a:pt x="85856" y="44315"/>
                  <a:pt x="86154" y="44648"/>
                  <a:pt x="86535" y="44720"/>
                </a:cubicBezTo>
                <a:lnTo>
                  <a:pt x="86535" y="64425"/>
                </a:lnTo>
                <a:lnTo>
                  <a:pt x="100858" y="78724"/>
                </a:lnTo>
                <a:lnTo>
                  <a:pt x="100858" y="84249"/>
                </a:lnTo>
                <a:lnTo>
                  <a:pt x="104168" y="87535"/>
                </a:lnTo>
                <a:lnTo>
                  <a:pt x="104168" y="134481"/>
                </a:lnTo>
                <a:lnTo>
                  <a:pt x="101394" y="137267"/>
                </a:lnTo>
                <a:lnTo>
                  <a:pt x="101394" y="147899"/>
                </a:lnTo>
                <a:lnTo>
                  <a:pt x="101679" y="147899"/>
                </a:lnTo>
                <a:lnTo>
                  <a:pt x="101679" y="137386"/>
                </a:lnTo>
                <a:lnTo>
                  <a:pt x="104454" y="134600"/>
                </a:lnTo>
                <a:lnTo>
                  <a:pt x="104454" y="87416"/>
                </a:lnTo>
                <a:lnTo>
                  <a:pt x="101144" y="84130"/>
                </a:lnTo>
                <a:lnTo>
                  <a:pt x="101144" y="78605"/>
                </a:lnTo>
                <a:lnTo>
                  <a:pt x="86809" y="64306"/>
                </a:lnTo>
                <a:lnTo>
                  <a:pt x="86809" y="44720"/>
                </a:lnTo>
                <a:cubicBezTo>
                  <a:pt x="87201" y="44648"/>
                  <a:pt x="87499" y="44315"/>
                  <a:pt x="87499" y="43922"/>
                </a:cubicBezTo>
                <a:cubicBezTo>
                  <a:pt x="87499" y="43470"/>
                  <a:pt x="87130" y="43101"/>
                  <a:pt x="86678" y="43101"/>
                </a:cubicBezTo>
                <a:close/>
                <a:moveTo>
                  <a:pt x="36814" y="117276"/>
                </a:moveTo>
                <a:lnTo>
                  <a:pt x="36814" y="118396"/>
                </a:lnTo>
                <a:lnTo>
                  <a:pt x="27206" y="128052"/>
                </a:lnTo>
                <a:lnTo>
                  <a:pt x="27158" y="128099"/>
                </a:lnTo>
                <a:lnTo>
                  <a:pt x="27158" y="142994"/>
                </a:lnTo>
                <a:lnTo>
                  <a:pt x="32266" y="148054"/>
                </a:lnTo>
                <a:lnTo>
                  <a:pt x="32457" y="147840"/>
                </a:lnTo>
                <a:lnTo>
                  <a:pt x="27444" y="142863"/>
                </a:lnTo>
                <a:lnTo>
                  <a:pt x="27444" y="128218"/>
                </a:lnTo>
                <a:lnTo>
                  <a:pt x="37052" y="118550"/>
                </a:lnTo>
                <a:lnTo>
                  <a:pt x="37100" y="118515"/>
                </a:lnTo>
                <a:lnTo>
                  <a:pt x="37100" y="117276"/>
                </a:lnTo>
                <a:close/>
                <a:moveTo>
                  <a:pt x="108918" y="66699"/>
                </a:moveTo>
                <a:lnTo>
                  <a:pt x="108716" y="66901"/>
                </a:lnTo>
                <a:lnTo>
                  <a:pt x="119408" y="77557"/>
                </a:lnTo>
                <a:lnTo>
                  <a:pt x="119408" y="125396"/>
                </a:lnTo>
                <a:lnTo>
                  <a:pt x="142101" y="148066"/>
                </a:lnTo>
                <a:lnTo>
                  <a:pt x="142292" y="147864"/>
                </a:lnTo>
                <a:lnTo>
                  <a:pt x="119670" y="125277"/>
                </a:lnTo>
                <a:lnTo>
                  <a:pt x="119670" y="77450"/>
                </a:lnTo>
                <a:lnTo>
                  <a:pt x="108918" y="66699"/>
                </a:lnTo>
                <a:close/>
                <a:moveTo>
                  <a:pt x="56055" y="126563"/>
                </a:moveTo>
                <a:cubicBezTo>
                  <a:pt x="55602" y="126563"/>
                  <a:pt x="55233" y="126932"/>
                  <a:pt x="55233" y="127385"/>
                </a:cubicBezTo>
                <a:cubicBezTo>
                  <a:pt x="55233" y="127778"/>
                  <a:pt x="55531" y="128111"/>
                  <a:pt x="55900" y="128183"/>
                </a:cubicBezTo>
                <a:lnTo>
                  <a:pt x="55900" y="148161"/>
                </a:lnTo>
                <a:lnTo>
                  <a:pt x="56186" y="148161"/>
                </a:lnTo>
                <a:lnTo>
                  <a:pt x="56186" y="128183"/>
                </a:lnTo>
                <a:cubicBezTo>
                  <a:pt x="56591" y="128123"/>
                  <a:pt x="56864" y="127778"/>
                  <a:pt x="56864" y="127385"/>
                </a:cubicBezTo>
                <a:cubicBezTo>
                  <a:pt x="56864" y="126932"/>
                  <a:pt x="56495" y="126563"/>
                  <a:pt x="56055" y="126563"/>
                </a:cubicBezTo>
                <a:close/>
                <a:moveTo>
                  <a:pt x="53804" y="124325"/>
                </a:moveTo>
                <a:cubicBezTo>
                  <a:pt x="53352" y="124325"/>
                  <a:pt x="52983" y="124706"/>
                  <a:pt x="52983" y="125146"/>
                </a:cubicBezTo>
                <a:cubicBezTo>
                  <a:pt x="52983" y="125551"/>
                  <a:pt x="53281" y="125873"/>
                  <a:pt x="53650" y="125956"/>
                </a:cubicBezTo>
                <a:lnTo>
                  <a:pt x="53650" y="148173"/>
                </a:lnTo>
                <a:lnTo>
                  <a:pt x="53935" y="148173"/>
                </a:lnTo>
                <a:lnTo>
                  <a:pt x="53935" y="125956"/>
                </a:lnTo>
                <a:cubicBezTo>
                  <a:pt x="54328" y="125873"/>
                  <a:pt x="54626" y="125551"/>
                  <a:pt x="54626" y="125146"/>
                </a:cubicBezTo>
                <a:cubicBezTo>
                  <a:pt x="54626" y="124706"/>
                  <a:pt x="54245" y="124325"/>
                  <a:pt x="53804" y="124325"/>
                </a:cubicBezTo>
                <a:close/>
                <a:moveTo>
                  <a:pt x="58293" y="128814"/>
                </a:moveTo>
                <a:cubicBezTo>
                  <a:pt x="57853" y="128814"/>
                  <a:pt x="57483" y="129183"/>
                  <a:pt x="57483" y="129623"/>
                </a:cubicBezTo>
                <a:cubicBezTo>
                  <a:pt x="57495" y="130028"/>
                  <a:pt x="57793" y="130361"/>
                  <a:pt x="58162" y="130433"/>
                </a:cubicBezTo>
                <a:lnTo>
                  <a:pt x="58162" y="148173"/>
                </a:lnTo>
                <a:lnTo>
                  <a:pt x="58448" y="148173"/>
                </a:lnTo>
                <a:lnTo>
                  <a:pt x="58448" y="130433"/>
                </a:lnTo>
                <a:cubicBezTo>
                  <a:pt x="58829" y="130361"/>
                  <a:pt x="59115" y="130028"/>
                  <a:pt x="59115" y="129623"/>
                </a:cubicBezTo>
                <a:cubicBezTo>
                  <a:pt x="59115" y="129183"/>
                  <a:pt x="58746" y="128814"/>
                  <a:pt x="58293" y="128814"/>
                </a:cubicBezTo>
                <a:close/>
                <a:moveTo>
                  <a:pt x="55281" y="98691"/>
                </a:moveTo>
                <a:cubicBezTo>
                  <a:pt x="54757" y="98691"/>
                  <a:pt x="54328" y="99119"/>
                  <a:pt x="54328" y="99643"/>
                </a:cubicBezTo>
                <a:cubicBezTo>
                  <a:pt x="54328" y="99953"/>
                  <a:pt x="54471" y="100215"/>
                  <a:pt x="54709" y="100393"/>
                </a:cubicBezTo>
                <a:lnTo>
                  <a:pt x="54709" y="120455"/>
                </a:lnTo>
                <a:lnTo>
                  <a:pt x="61258" y="126968"/>
                </a:lnTo>
                <a:lnTo>
                  <a:pt x="61258" y="148173"/>
                </a:lnTo>
                <a:lnTo>
                  <a:pt x="62389" y="148173"/>
                </a:lnTo>
                <a:lnTo>
                  <a:pt x="62389" y="126468"/>
                </a:lnTo>
                <a:lnTo>
                  <a:pt x="55840" y="119967"/>
                </a:lnTo>
                <a:lnTo>
                  <a:pt x="55840" y="100393"/>
                </a:lnTo>
                <a:cubicBezTo>
                  <a:pt x="56079" y="100215"/>
                  <a:pt x="56233" y="99953"/>
                  <a:pt x="56233" y="99643"/>
                </a:cubicBezTo>
                <a:cubicBezTo>
                  <a:pt x="56233" y="99119"/>
                  <a:pt x="55793" y="98691"/>
                  <a:pt x="55281" y="98691"/>
                </a:cubicBezTo>
                <a:close/>
                <a:moveTo>
                  <a:pt x="50887" y="111669"/>
                </a:moveTo>
                <a:cubicBezTo>
                  <a:pt x="50435" y="111669"/>
                  <a:pt x="50066" y="112038"/>
                  <a:pt x="50066" y="112478"/>
                </a:cubicBezTo>
                <a:cubicBezTo>
                  <a:pt x="50066" y="112645"/>
                  <a:pt x="50114" y="112812"/>
                  <a:pt x="50197" y="112931"/>
                </a:cubicBezTo>
                <a:cubicBezTo>
                  <a:pt x="43613" y="119551"/>
                  <a:pt x="43494" y="119670"/>
                  <a:pt x="43470" y="119670"/>
                </a:cubicBezTo>
                <a:lnTo>
                  <a:pt x="43458" y="119729"/>
                </a:lnTo>
                <a:lnTo>
                  <a:pt x="43458" y="123587"/>
                </a:lnTo>
                <a:lnTo>
                  <a:pt x="35576" y="131516"/>
                </a:lnTo>
                <a:lnTo>
                  <a:pt x="35528" y="131564"/>
                </a:lnTo>
                <a:lnTo>
                  <a:pt x="35528" y="148233"/>
                </a:lnTo>
                <a:lnTo>
                  <a:pt x="35790" y="148233"/>
                </a:lnTo>
                <a:lnTo>
                  <a:pt x="35790" y="148221"/>
                </a:lnTo>
                <a:lnTo>
                  <a:pt x="35790" y="131671"/>
                </a:lnTo>
                <a:lnTo>
                  <a:pt x="43684" y="123730"/>
                </a:lnTo>
                <a:lnTo>
                  <a:pt x="43732" y="123694"/>
                </a:lnTo>
                <a:lnTo>
                  <a:pt x="43732" y="119824"/>
                </a:lnTo>
                <a:cubicBezTo>
                  <a:pt x="43863" y="119705"/>
                  <a:pt x="44113" y="119467"/>
                  <a:pt x="44565" y="119003"/>
                </a:cubicBezTo>
                <a:lnTo>
                  <a:pt x="50411" y="113133"/>
                </a:lnTo>
                <a:cubicBezTo>
                  <a:pt x="50542" y="113240"/>
                  <a:pt x="50709" y="113300"/>
                  <a:pt x="50887" y="113300"/>
                </a:cubicBezTo>
                <a:cubicBezTo>
                  <a:pt x="51328" y="113300"/>
                  <a:pt x="51709" y="112931"/>
                  <a:pt x="51709" y="112478"/>
                </a:cubicBezTo>
                <a:cubicBezTo>
                  <a:pt x="51709" y="112038"/>
                  <a:pt x="51328" y="111669"/>
                  <a:pt x="50887" y="111669"/>
                </a:cubicBezTo>
                <a:close/>
                <a:moveTo>
                  <a:pt x="43041" y="134064"/>
                </a:moveTo>
                <a:cubicBezTo>
                  <a:pt x="42505" y="134076"/>
                  <a:pt x="42077" y="134505"/>
                  <a:pt x="42077" y="135029"/>
                </a:cubicBezTo>
                <a:cubicBezTo>
                  <a:pt x="42077" y="135338"/>
                  <a:pt x="42220" y="135612"/>
                  <a:pt x="42458" y="135791"/>
                </a:cubicBezTo>
                <a:lnTo>
                  <a:pt x="42458" y="143601"/>
                </a:lnTo>
                <a:lnTo>
                  <a:pt x="47256" y="148352"/>
                </a:lnTo>
                <a:lnTo>
                  <a:pt x="48054" y="147542"/>
                </a:lnTo>
                <a:lnTo>
                  <a:pt x="43613" y="143125"/>
                </a:lnTo>
                <a:lnTo>
                  <a:pt x="43613" y="135779"/>
                </a:lnTo>
                <a:cubicBezTo>
                  <a:pt x="43851" y="135588"/>
                  <a:pt x="43994" y="135326"/>
                  <a:pt x="43994" y="135017"/>
                </a:cubicBezTo>
                <a:cubicBezTo>
                  <a:pt x="43994" y="134493"/>
                  <a:pt x="43565" y="134064"/>
                  <a:pt x="43041" y="134064"/>
                </a:cubicBezTo>
                <a:close/>
                <a:moveTo>
                  <a:pt x="84415" y="40862"/>
                </a:moveTo>
                <a:cubicBezTo>
                  <a:pt x="83975" y="40862"/>
                  <a:pt x="83594" y="41243"/>
                  <a:pt x="83594" y="41684"/>
                </a:cubicBezTo>
                <a:cubicBezTo>
                  <a:pt x="83594" y="42089"/>
                  <a:pt x="83892" y="42410"/>
                  <a:pt x="84273" y="42493"/>
                </a:cubicBezTo>
                <a:lnTo>
                  <a:pt x="84273" y="65139"/>
                </a:lnTo>
                <a:lnTo>
                  <a:pt x="98596" y="79438"/>
                </a:lnTo>
                <a:lnTo>
                  <a:pt x="98596" y="84963"/>
                </a:lnTo>
                <a:lnTo>
                  <a:pt x="101906" y="88249"/>
                </a:lnTo>
                <a:lnTo>
                  <a:pt x="101906" y="133778"/>
                </a:lnTo>
                <a:lnTo>
                  <a:pt x="99132" y="136565"/>
                </a:lnTo>
                <a:lnTo>
                  <a:pt x="99132" y="148637"/>
                </a:lnTo>
                <a:lnTo>
                  <a:pt x="99417" y="148637"/>
                </a:lnTo>
                <a:lnTo>
                  <a:pt x="99417" y="136684"/>
                </a:lnTo>
                <a:lnTo>
                  <a:pt x="102191" y="133898"/>
                </a:lnTo>
                <a:lnTo>
                  <a:pt x="102191" y="88118"/>
                </a:lnTo>
                <a:lnTo>
                  <a:pt x="98882" y="84832"/>
                </a:lnTo>
                <a:lnTo>
                  <a:pt x="98882" y="79307"/>
                </a:lnTo>
                <a:lnTo>
                  <a:pt x="84546" y="65008"/>
                </a:lnTo>
                <a:lnTo>
                  <a:pt x="84546" y="42470"/>
                </a:lnTo>
                <a:cubicBezTo>
                  <a:pt x="84951" y="42410"/>
                  <a:pt x="85237" y="42089"/>
                  <a:pt x="85237" y="41684"/>
                </a:cubicBezTo>
                <a:cubicBezTo>
                  <a:pt x="85237" y="41243"/>
                  <a:pt x="84868" y="40862"/>
                  <a:pt x="84415" y="40862"/>
                </a:cubicBezTo>
                <a:close/>
                <a:moveTo>
                  <a:pt x="105442" y="65627"/>
                </a:moveTo>
                <a:cubicBezTo>
                  <a:pt x="105001" y="65627"/>
                  <a:pt x="104632" y="66008"/>
                  <a:pt x="104632" y="66449"/>
                </a:cubicBezTo>
                <a:cubicBezTo>
                  <a:pt x="104632" y="66901"/>
                  <a:pt x="105001" y="67270"/>
                  <a:pt x="105442" y="67270"/>
                </a:cubicBezTo>
                <a:cubicBezTo>
                  <a:pt x="105620" y="67270"/>
                  <a:pt x="105787" y="67211"/>
                  <a:pt x="105906" y="67116"/>
                </a:cubicBezTo>
                <a:lnTo>
                  <a:pt x="117146" y="78319"/>
                </a:lnTo>
                <a:lnTo>
                  <a:pt x="117146" y="126135"/>
                </a:lnTo>
                <a:lnTo>
                  <a:pt x="139839" y="148792"/>
                </a:lnTo>
                <a:lnTo>
                  <a:pt x="140030" y="148590"/>
                </a:lnTo>
                <a:lnTo>
                  <a:pt x="117408" y="126016"/>
                </a:lnTo>
                <a:lnTo>
                  <a:pt x="117408" y="78188"/>
                </a:lnTo>
                <a:lnTo>
                  <a:pt x="106097" y="66913"/>
                </a:lnTo>
                <a:cubicBezTo>
                  <a:pt x="106192" y="66782"/>
                  <a:pt x="106251" y="66615"/>
                  <a:pt x="106251" y="66449"/>
                </a:cubicBezTo>
                <a:cubicBezTo>
                  <a:pt x="106251" y="65984"/>
                  <a:pt x="105894" y="65627"/>
                  <a:pt x="105442" y="65627"/>
                </a:cubicBezTo>
                <a:close/>
                <a:moveTo>
                  <a:pt x="50887" y="114621"/>
                </a:moveTo>
                <a:cubicBezTo>
                  <a:pt x="50435" y="114621"/>
                  <a:pt x="50066" y="115002"/>
                  <a:pt x="50066" y="115443"/>
                </a:cubicBezTo>
                <a:cubicBezTo>
                  <a:pt x="50066" y="115610"/>
                  <a:pt x="50114" y="115776"/>
                  <a:pt x="50197" y="115895"/>
                </a:cubicBezTo>
                <a:lnTo>
                  <a:pt x="45696" y="120420"/>
                </a:lnTo>
                <a:lnTo>
                  <a:pt x="45696" y="124265"/>
                </a:lnTo>
                <a:lnTo>
                  <a:pt x="37802" y="132207"/>
                </a:lnTo>
                <a:lnTo>
                  <a:pt x="37755" y="132243"/>
                </a:lnTo>
                <a:lnTo>
                  <a:pt x="37755" y="148911"/>
                </a:lnTo>
                <a:lnTo>
                  <a:pt x="38052" y="148911"/>
                </a:lnTo>
                <a:lnTo>
                  <a:pt x="38052" y="132362"/>
                </a:lnTo>
                <a:lnTo>
                  <a:pt x="45946" y="124432"/>
                </a:lnTo>
                <a:lnTo>
                  <a:pt x="45994" y="124384"/>
                </a:lnTo>
                <a:lnTo>
                  <a:pt x="45994" y="120539"/>
                </a:lnTo>
                <a:lnTo>
                  <a:pt x="50411" y="116098"/>
                </a:lnTo>
                <a:cubicBezTo>
                  <a:pt x="50542" y="116205"/>
                  <a:pt x="50709" y="116264"/>
                  <a:pt x="50887" y="116264"/>
                </a:cubicBezTo>
                <a:cubicBezTo>
                  <a:pt x="51328" y="116264"/>
                  <a:pt x="51709" y="115895"/>
                  <a:pt x="51709" y="115443"/>
                </a:cubicBezTo>
                <a:cubicBezTo>
                  <a:pt x="51709" y="115002"/>
                  <a:pt x="51328" y="114621"/>
                  <a:pt x="50887" y="114621"/>
                </a:cubicBezTo>
                <a:close/>
                <a:moveTo>
                  <a:pt x="82034" y="47804"/>
                </a:moveTo>
                <a:lnTo>
                  <a:pt x="82034" y="65842"/>
                </a:lnTo>
                <a:lnTo>
                  <a:pt x="96369" y="80141"/>
                </a:lnTo>
                <a:lnTo>
                  <a:pt x="96369" y="85665"/>
                </a:lnTo>
                <a:lnTo>
                  <a:pt x="99667" y="88952"/>
                </a:lnTo>
                <a:lnTo>
                  <a:pt x="99667" y="133052"/>
                </a:lnTo>
                <a:lnTo>
                  <a:pt x="96905" y="135838"/>
                </a:lnTo>
                <a:lnTo>
                  <a:pt x="96905" y="149316"/>
                </a:lnTo>
                <a:lnTo>
                  <a:pt x="97191" y="149316"/>
                </a:lnTo>
                <a:lnTo>
                  <a:pt x="97191" y="135957"/>
                </a:lnTo>
                <a:lnTo>
                  <a:pt x="99953" y="133171"/>
                </a:lnTo>
                <a:lnTo>
                  <a:pt x="99953" y="88832"/>
                </a:lnTo>
                <a:lnTo>
                  <a:pt x="96643" y="85546"/>
                </a:lnTo>
                <a:lnTo>
                  <a:pt x="96643" y="80022"/>
                </a:lnTo>
                <a:lnTo>
                  <a:pt x="82320" y="65722"/>
                </a:lnTo>
                <a:lnTo>
                  <a:pt x="82320" y="47804"/>
                </a:lnTo>
                <a:close/>
                <a:moveTo>
                  <a:pt x="70437" y="108942"/>
                </a:moveTo>
                <a:cubicBezTo>
                  <a:pt x="69997" y="108942"/>
                  <a:pt x="69628" y="109311"/>
                  <a:pt x="69628" y="109764"/>
                </a:cubicBezTo>
                <a:cubicBezTo>
                  <a:pt x="69628" y="110157"/>
                  <a:pt x="69926" y="110490"/>
                  <a:pt x="70295" y="110561"/>
                </a:cubicBezTo>
                <a:lnTo>
                  <a:pt x="70295" y="116526"/>
                </a:lnTo>
                <a:lnTo>
                  <a:pt x="73593" y="119824"/>
                </a:lnTo>
                <a:lnTo>
                  <a:pt x="73593" y="149328"/>
                </a:lnTo>
                <a:lnTo>
                  <a:pt x="73878" y="149328"/>
                </a:lnTo>
                <a:lnTo>
                  <a:pt x="73878" y="119681"/>
                </a:lnTo>
                <a:lnTo>
                  <a:pt x="70592" y="116407"/>
                </a:lnTo>
                <a:lnTo>
                  <a:pt x="70592" y="110561"/>
                </a:lnTo>
                <a:cubicBezTo>
                  <a:pt x="70973" y="110490"/>
                  <a:pt x="71259" y="110157"/>
                  <a:pt x="71259" y="109764"/>
                </a:cubicBezTo>
                <a:cubicBezTo>
                  <a:pt x="71259" y="109311"/>
                  <a:pt x="70890" y="108942"/>
                  <a:pt x="70437" y="108942"/>
                </a:cubicBezTo>
                <a:close/>
                <a:moveTo>
                  <a:pt x="65937" y="104406"/>
                </a:moveTo>
                <a:cubicBezTo>
                  <a:pt x="65484" y="104406"/>
                  <a:pt x="65115" y="104775"/>
                  <a:pt x="65115" y="105215"/>
                </a:cubicBezTo>
                <a:cubicBezTo>
                  <a:pt x="65115" y="105620"/>
                  <a:pt x="65413" y="105954"/>
                  <a:pt x="65782" y="106025"/>
                </a:cubicBezTo>
                <a:lnTo>
                  <a:pt x="65782" y="123372"/>
                </a:lnTo>
                <a:lnTo>
                  <a:pt x="69104" y="126670"/>
                </a:lnTo>
                <a:lnTo>
                  <a:pt x="69104" y="149376"/>
                </a:lnTo>
                <a:lnTo>
                  <a:pt x="69390" y="149376"/>
                </a:lnTo>
                <a:lnTo>
                  <a:pt x="69390" y="126551"/>
                </a:lnTo>
                <a:lnTo>
                  <a:pt x="66080" y="123253"/>
                </a:lnTo>
                <a:lnTo>
                  <a:pt x="66080" y="106025"/>
                </a:lnTo>
                <a:cubicBezTo>
                  <a:pt x="66473" y="105954"/>
                  <a:pt x="66747" y="105620"/>
                  <a:pt x="66747" y="105215"/>
                </a:cubicBezTo>
                <a:cubicBezTo>
                  <a:pt x="66747" y="104775"/>
                  <a:pt x="66377" y="104406"/>
                  <a:pt x="65937" y="104406"/>
                </a:cubicBezTo>
                <a:close/>
                <a:moveTo>
                  <a:pt x="68175" y="106680"/>
                </a:moveTo>
                <a:cubicBezTo>
                  <a:pt x="67735" y="106680"/>
                  <a:pt x="67366" y="107049"/>
                  <a:pt x="67366" y="107501"/>
                </a:cubicBezTo>
                <a:cubicBezTo>
                  <a:pt x="67366" y="107894"/>
                  <a:pt x="67663" y="108228"/>
                  <a:pt x="68032" y="108299"/>
                </a:cubicBezTo>
                <a:lnTo>
                  <a:pt x="68032" y="122682"/>
                </a:lnTo>
                <a:lnTo>
                  <a:pt x="71330" y="125968"/>
                </a:lnTo>
                <a:lnTo>
                  <a:pt x="71330" y="149376"/>
                </a:lnTo>
                <a:lnTo>
                  <a:pt x="71616" y="149376"/>
                </a:lnTo>
                <a:lnTo>
                  <a:pt x="71616" y="125837"/>
                </a:lnTo>
                <a:lnTo>
                  <a:pt x="68330" y="122563"/>
                </a:lnTo>
                <a:lnTo>
                  <a:pt x="68330" y="108299"/>
                </a:lnTo>
                <a:cubicBezTo>
                  <a:pt x="68711" y="108228"/>
                  <a:pt x="68997" y="107894"/>
                  <a:pt x="68997" y="107501"/>
                </a:cubicBezTo>
                <a:cubicBezTo>
                  <a:pt x="68997" y="107049"/>
                  <a:pt x="68628" y="106680"/>
                  <a:pt x="68175" y="106680"/>
                </a:cubicBezTo>
                <a:close/>
                <a:moveTo>
                  <a:pt x="102501" y="65615"/>
                </a:moveTo>
                <a:cubicBezTo>
                  <a:pt x="102049" y="65615"/>
                  <a:pt x="101679" y="65984"/>
                  <a:pt x="101679" y="66437"/>
                </a:cubicBezTo>
                <a:cubicBezTo>
                  <a:pt x="101679" y="66877"/>
                  <a:pt x="102049" y="67258"/>
                  <a:pt x="102501" y="67258"/>
                </a:cubicBezTo>
                <a:cubicBezTo>
                  <a:pt x="102680" y="67258"/>
                  <a:pt x="102846" y="67199"/>
                  <a:pt x="102965" y="67104"/>
                </a:cubicBezTo>
                <a:lnTo>
                  <a:pt x="114872" y="78974"/>
                </a:lnTo>
                <a:lnTo>
                  <a:pt x="114872" y="126825"/>
                </a:lnTo>
                <a:lnTo>
                  <a:pt x="114884" y="126825"/>
                </a:lnTo>
                <a:lnTo>
                  <a:pt x="137529" y="149447"/>
                </a:lnTo>
                <a:lnTo>
                  <a:pt x="137732" y="149245"/>
                </a:lnTo>
                <a:lnTo>
                  <a:pt x="115145" y="126706"/>
                </a:lnTo>
                <a:lnTo>
                  <a:pt x="115145" y="78867"/>
                </a:lnTo>
                <a:lnTo>
                  <a:pt x="103168" y="66901"/>
                </a:lnTo>
                <a:cubicBezTo>
                  <a:pt x="103263" y="66758"/>
                  <a:pt x="103323" y="66604"/>
                  <a:pt x="103323" y="66437"/>
                </a:cubicBezTo>
                <a:cubicBezTo>
                  <a:pt x="103323" y="65984"/>
                  <a:pt x="102942" y="65615"/>
                  <a:pt x="102501" y="65615"/>
                </a:cubicBezTo>
                <a:close/>
                <a:moveTo>
                  <a:pt x="50887" y="117574"/>
                </a:moveTo>
                <a:cubicBezTo>
                  <a:pt x="50435" y="117574"/>
                  <a:pt x="50066" y="117943"/>
                  <a:pt x="50066" y="118396"/>
                </a:cubicBezTo>
                <a:cubicBezTo>
                  <a:pt x="50066" y="118574"/>
                  <a:pt x="50125" y="118729"/>
                  <a:pt x="50221" y="118848"/>
                </a:cubicBezTo>
                <a:lnTo>
                  <a:pt x="47958" y="121134"/>
                </a:lnTo>
                <a:lnTo>
                  <a:pt x="47958" y="124980"/>
                </a:lnTo>
                <a:lnTo>
                  <a:pt x="40065" y="132921"/>
                </a:lnTo>
                <a:lnTo>
                  <a:pt x="40017" y="132957"/>
                </a:lnTo>
                <a:lnTo>
                  <a:pt x="40017" y="149626"/>
                </a:lnTo>
                <a:lnTo>
                  <a:pt x="40303" y="149626"/>
                </a:lnTo>
                <a:lnTo>
                  <a:pt x="40303" y="133076"/>
                </a:lnTo>
                <a:lnTo>
                  <a:pt x="48197" y="125146"/>
                </a:lnTo>
                <a:lnTo>
                  <a:pt x="48232" y="125099"/>
                </a:lnTo>
                <a:lnTo>
                  <a:pt x="48232" y="121253"/>
                </a:lnTo>
                <a:lnTo>
                  <a:pt x="50423" y="119062"/>
                </a:lnTo>
                <a:cubicBezTo>
                  <a:pt x="50554" y="119146"/>
                  <a:pt x="50721" y="119205"/>
                  <a:pt x="50887" y="119205"/>
                </a:cubicBezTo>
                <a:cubicBezTo>
                  <a:pt x="51328" y="119205"/>
                  <a:pt x="51709" y="118836"/>
                  <a:pt x="51709" y="118396"/>
                </a:cubicBezTo>
                <a:cubicBezTo>
                  <a:pt x="51709" y="117943"/>
                  <a:pt x="51328" y="117574"/>
                  <a:pt x="50887" y="117574"/>
                </a:cubicBezTo>
                <a:close/>
                <a:moveTo>
                  <a:pt x="76938" y="69556"/>
                </a:moveTo>
                <a:cubicBezTo>
                  <a:pt x="76498" y="69556"/>
                  <a:pt x="76129" y="69937"/>
                  <a:pt x="76129" y="70378"/>
                </a:cubicBezTo>
                <a:cubicBezTo>
                  <a:pt x="76129" y="70830"/>
                  <a:pt x="76498" y="71199"/>
                  <a:pt x="76938" y="71199"/>
                </a:cubicBezTo>
                <a:cubicBezTo>
                  <a:pt x="77129" y="71199"/>
                  <a:pt x="77284" y="71140"/>
                  <a:pt x="77403" y="71045"/>
                </a:cubicBezTo>
                <a:lnTo>
                  <a:pt x="88868" y="82486"/>
                </a:lnTo>
                <a:lnTo>
                  <a:pt x="88868" y="88011"/>
                </a:lnTo>
                <a:lnTo>
                  <a:pt x="92166" y="91309"/>
                </a:lnTo>
                <a:lnTo>
                  <a:pt x="92166" y="133993"/>
                </a:lnTo>
                <a:lnTo>
                  <a:pt x="83534" y="142649"/>
                </a:lnTo>
                <a:lnTo>
                  <a:pt x="83534" y="150042"/>
                </a:lnTo>
                <a:lnTo>
                  <a:pt x="83820" y="150042"/>
                </a:lnTo>
                <a:lnTo>
                  <a:pt x="83820" y="142768"/>
                </a:lnTo>
                <a:lnTo>
                  <a:pt x="92464" y="134112"/>
                </a:lnTo>
                <a:lnTo>
                  <a:pt x="92464" y="91190"/>
                </a:lnTo>
                <a:lnTo>
                  <a:pt x="89166" y="87892"/>
                </a:lnTo>
                <a:lnTo>
                  <a:pt x="89166" y="82379"/>
                </a:lnTo>
                <a:lnTo>
                  <a:pt x="77617" y="70842"/>
                </a:lnTo>
                <a:cubicBezTo>
                  <a:pt x="77700" y="70711"/>
                  <a:pt x="77760" y="70545"/>
                  <a:pt x="77760" y="70378"/>
                </a:cubicBezTo>
                <a:cubicBezTo>
                  <a:pt x="77760" y="69937"/>
                  <a:pt x="77391" y="69556"/>
                  <a:pt x="76938" y="69556"/>
                </a:cubicBezTo>
                <a:close/>
                <a:moveTo>
                  <a:pt x="123301" y="88487"/>
                </a:moveTo>
                <a:cubicBezTo>
                  <a:pt x="122777" y="88487"/>
                  <a:pt x="122349" y="88928"/>
                  <a:pt x="122349" y="89440"/>
                </a:cubicBezTo>
                <a:cubicBezTo>
                  <a:pt x="122349" y="89761"/>
                  <a:pt x="122504" y="90023"/>
                  <a:pt x="122742" y="90202"/>
                </a:cubicBezTo>
                <a:lnTo>
                  <a:pt x="122742" y="124408"/>
                </a:lnTo>
                <a:lnTo>
                  <a:pt x="149674" y="150447"/>
                </a:lnTo>
                <a:lnTo>
                  <a:pt x="150459" y="149626"/>
                </a:lnTo>
                <a:lnTo>
                  <a:pt x="123873" y="123932"/>
                </a:lnTo>
                <a:lnTo>
                  <a:pt x="123873" y="90202"/>
                </a:lnTo>
                <a:cubicBezTo>
                  <a:pt x="124111" y="90023"/>
                  <a:pt x="124254" y="89761"/>
                  <a:pt x="124254" y="89440"/>
                </a:cubicBezTo>
                <a:cubicBezTo>
                  <a:pt x="124254" y="88928"/>
                  <a:pt x="123825" y="88487"/>
                  <a:pt x="123301" y="88487"/>
                </a:cubicBezTo>
                <a:close/>
                <a:moveTo>
                  <a:pt x="94143" y="63687"/>
                </a:moveTo>
                <a:cubicBezTo>
                  <a:pt x="93631" y="63687"/>
                  <a:pt x="93190" y="64115"/>
                  <a:pt x="93190" y="64639"/>
                </a:cubicBezTo>
                <a:cubicBezTo>
                  <a:pt x="93190" y="65151"/>
                  <a:pt x="93631" y="65592"/>
                  <a:pt x="94143" y="65592"/>
                </a:cubicBezTo>
                <a:cubicBezTo>
                  <a:pt x="94190" y="65592"/>
                  <a:pt x="94238" y="65592"/>
                  <a:pt x="94286" y="65568"/>
                </a:cubicBezTo>
                <a:lnTo>
                  <a:pt x="109538" y="80712"/>
                </a:lnTo>
                <a:lnTo>
                  <a:pt x="109538" y="131564"/>
                </a:lnTo>
                <a:lnTo>
                  <a:pt x="109704" y="131731"/>
                </a:lnTo>
                <a:lnTo>
                  <a:pt x="121694" y="143637"/>
                </a:lnTo>
                <a:lnTo>
                  <a:pt x="128838" y="150721"/>
                </a:lnTo>
                <a:lnTo>
                  <a:pt x="129635" y="149923"/>
                </a:lnTo>
                <a:lnTo>
                  <a:pt x="121968" y="142327"/>
                </a:lnTo>
                <a:lnTo>
                  <a:pt x="110669" y="131100"/>
                </a:lnTo>
                <a:lnTo>
                  <a:pt x="110669" y="80248"/>
                </a:lnTo>
                <a:lnTo>
                  <a:pt x="95083" y="64770"/>
                </a:lnTo>
                <a:cubicBezTo>
                  <a:pt x="95083" y="64722"/>
                  <a:pt x="95095" y="64675"/>
                  <a:pt x="95095" y="64639"/>
                </a:cubicBezTo>
                <a:cubicBezTo>
                  <a:pt x="95095" y="64115"/>
                  <a:pt x="94667" y="63687"/>
                  <a:pt x="94143" y="63687"/>
                </a:cubicBezTo>
                <a:close/>
                <a:moveTo>
                  <a:pt x="73164" y="0"/>
                </a:moveTo>
                <a:cubicBezTo>
                  <a:pt x="72640" y="0"/>
                  <a:pt x="72212" y="429"/>
                  <a:pt x="72212" y="953"/>
                </a:cubicBezTo>
                <a:cubicBezTo>
                  <a:pt x="72212" y="1262"/>
                  <a:pt x="72366" y="1548"/>
                  <a:pt x="72604" y="1715"/>
                </a:cubicBezTo>
                <a:lnTo>
                  <a:pt x="72604" y="78129"/>
                </a:lnTo>
                <a:lnTo>
                  <a:pt x="77688" y="83189"/>
                </a:lnTo>
                <a:lnTo>
                  <a:pt x="77688" y="95845"/>
                </a:lnTo>
                <a:lnTo>
                  <a:pt x="84868" y="102977"/>
                </a:lnTo>
                <a:lnTo>
                  <a:pt x="84868" y="115502"/>
                </a:lnTo>
                <a:lnTo>
                  <a:pt x="80963" y="119420"/>
                </a:lnTo>
                <a:lnTo>
                  <a:pt x="80963" y="150983"/>
                </a:lnTo>
                <a:lnTo>
                  <a:pt x="82094" y="150983"/>
                </a:lnTo>
                <a:lnTo>
                  <a:pt x="82094" y="119884"/>
                </a:lnTo>
                <a:lnTo>
                  <a:pt x="85999" y="115955"/>
                </a:lnTo>
                <a:lnTo>
                  <a:pt x="85999" y="102477"/>
                </a:lnTo>
                <a:lnTo>
                  <a:pt x="78819" y="95357"/>
                </a:lnTo>
                <a:lnTo>
                  <a:pt x="78819" y="82701"/>
                </a:lnTo>
                <a:lnTo>
                  <a:pt x="73736" y="77653"/>
                </a:lnTo>
                <a:lnTo>
                  <a:pt x="73736" y="1715"/>
                </a:lnTo>
                <a:cubicBezTo>
                  <a:pt x="73974" y="1536"/>
                  <a:pt x="74117" y="1262"/>
                  <a:pt x="74117" y="953"/>
                </a:cubicBezTo>
                <a:cubicBezTo>
                  <a:pt x="74117" y="429"/>
                  <a:pt x="73688" y="0"/>
                  <a:pt x="73164" y="0"/>
                </a:cubicBezTo>
                <a:close/>
                <a:moveTo>
                  <a:pt x="55043" y="89309"/>
                </a:moveTo>
                <a:lnTo>
                  <a:pt x="34993" y="109525"/>
                </a:lnTo>
                <a:lnTo>
                  <a:pt x="30421" y="109525"/>
                </a:lnTo>
                <a:lnTo>
                  <a:pt x="19169" y="120860"/>
                </a:lnTo>
                <a:lnTo>
                  <a:pt x="19169" y="141256"/>
                </a:lnTo>
                <a:lnTo>
                  <a:pt x="30766" y="152769"/>
                </a:lnTo>
                <a:lnTo>
                  <a:pt x="31564" y="151959"/>
                </a:lnTo>
                <a:lnTo>
                  <a:pt x="20300" y="140791"/>
                </a:lnTo>
                <a:lnTo>
                  <a:pt x="20300" y="121325"/>
                </a:lnTo>
                <a:lnTo>
                  <a:pt x="30885" y="110657"/>
                </a:lnTo>
                <a:lnTo>
                  <a:pt x="35457" y="110657"/>
                </a:lnTo>
                <a:lnTo>
                  <a:pt x="55519" y="90440"/>
                </a:lnTo>
                <a:lnTo>
                  <a:pt x="59817" y="90440"/>
                </a:lnTo>
                <a:lnTo>
                  <a:pt x="62389" y="93000"/>
                </a:lnTo>
                <a:lnTo>
                  <a:pt x="62389" y="94726"/>
                </a:lnTo>
                <a:lnTo>
                  <a:pt x="77165" y="109383"/>
                </a:lnTo>
                <a:cubicBezTo>
                  <a:pt x="77165" y="109430"/>
                  <a:pt x="77153" y="109478"/>
                  <a:pt x="77153" y="109525"/>
                </a:cubicBezTo>
                <a:cubicBezTo>
                  <a:pt x="77153" y="110037"/>
                  <a:pt x="77581" y="110478"/>
                  <a:pt x="78105" y="110478"/>
                </a:cubicBezTo>
                <a:cubicBezTo>
                  <a:pt x="78629" y="110478"/>
                  <a:pt x="79058" y="110037"/>
                  <a:pt x="79058" y="109525"/>
                </a:cubicBezTo>
                <a:cubicBezTo>
                  <a:pt x="79058" y="109002"/>
                  <a:pt x="78629" y="108573"/>
                  <a:pt x="78105" y="108573"/>
                </a:cubicBezTo>
                <a:cubicBezTo>
                  <a:pt x="78057" y="108573"/>
                  <a:pt x="78010" y="108573"/>
                  <a:pt x="77974" y="108585"/>
                </a:cubicBezTo>
                <a:lnTo>
                  <a:pt x="63532" y="94250"/>
                </a:lnTo>
                <a:lnTo>
                  <a:pt x="63532" y="92511"/>
                </a:lnTo>
                <a:lnTo>
                  <a:pt x="60281" y="89309"/>
                </a:lnTo>
                <a:close/>
                <a:moveTo>
                  <a:pt x="10192" y="125504"/>
                </a:moveTo>
                <a:cubicBezTo>
                  <a:pt x="9751" y="125504"/>
                  <a:pt x="9382" y="125873"/>
                  <a:pt x="9382" y="126325"/>
                </a:cubicBezTo>
                <a:cubicBezTo>
                  <a:pt x="9382" y="126730"/>
                  <a:pt x="9680" y="127051"/>
                  <a:pt x="10049" y="127123"/>
                </a:cubicBezTo>
                <a:lnTo>
                  <a:pt x="10049" y="154936"/>
                </a:lnTo>
                <a:lnTo>
                  <a:pt x="10335" y="154936"/>
                </a:lnTo>
                <a:lnTo>
                  <a:pt x="10335" y="127123"/>
                </a:lnTo>
                <a:cubicBezTo>
                  <a:pt x="10728" y="127051"/>
                  <a:pt x="11013" y="126730"/>
                  <a:pt x="11013" y="126325"/>
                </a:cubicBezTo>
                <a:cubicBezTo>
                  <a:pt x="11013" y="125873"/>
                  <a:pt x="10644" y="125504"/>
                  <a:pt x="10192" y="125504"/>
                </a:cubicBezTo>
                <a:close/>
                <a:moveTo>
                  <a:pt x="12454" y="125504"/>
                </a:moveTo>
                <a:cubicBezTo>
                  <a:pt x="12014" y="125504"/>
                  <a:pt x="11644" y="125873"/>
                  <a:pt x="11644" y="126325"/>
                </a:cubicBezTo>
                <a:cubicBezTo>
                  <a:pt x="11644" y="126730"/>
                  <a:pt x="11942" y="127051"/>
                  <a:pt x="12311" y="127123"/>
                </a:cubicBezTo>
                <a:lnTo>
                  <a:pt x="12311" y="154936"/>
                </a:lnTo>
                <a:lnTo>
                  <a:pt x="12597" y="154936"/>
                </a:lnTo>
                <a:lnTo>
                  <a:pt x="12597" y="127123"/>
                </a:lnTo>
                <a:cubicBezTo>
                  <a:pt x="12978" y="127051"/>
                  <a:pt x="13276" y="126730"/>
                  <a:pt x="13276" y="126325"/>
                </a:cubicBezTo>
                <a:cubicBezTo>
                  <a:pt x="13276" y="125873"/>
                  <a:pt x="12906" y="125504"/>
                  <a:pt x="12454" y="125504"/>
                </a:cubicBezTo>
                <a:close/>
                <a:moveTo>
                  <a:pt x="14704" y="125504"/>
                </a:moveTo>
                <a:cubicBezTo>
                  <a:pt x="14252" y="125504"/>
                  <a:pt x="13883" y="125873"/>
                  <a:pt x="13883" y="126325"/>
                </a:cubicBezTo>
                <a:cubicBezTo>
                  <a:pt x="13883" y="126730"/>
                  <a:pt x="14180" y="127051"/>
                  <a:pt x="14550" y="127123"/>
                </a:cubicBezTo>
                <a:lnTo>
                  <a:pt x="14550" y="154948"/>
                </a:lnTo>
                <a:lnTo>
                  <a:pt x="14835" y="154948"/>
                </a:lnTo>
                <a:lnTo>
                  <a:pt x="14835" y="127123"/>
                </a:lnTo>
                <a:lnTo>
                  <a:pt x="14847" y="127123"/>
                </a:lnTo>
                <a:cubicBezTo>
                  <a:pt x="15240" y="127051"/>
                  <a:pt x="15526" y="126730"/>
                  <a:pt x="15526" y="126325"/>
                </a:cubicBezTo>
                <a:cubicBezTo>
                  <a:pt x="15526" y="125873"/>
                  <a:pt x="15145" y="125504"/>
                  <a:pt x="14704" y="125504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●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●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●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3" r:id="rId3"/>
    <p:sldLayoutId id="2147483654" r:id="rId4"/>
    <p:sldLayoutId id="2147483658" r:id="rId5"/>
    <p:sldLayoutId id="2147483669" r:id="rId6"/>
    <p:sldLayoutId id="2147483672" r:id="rId7"/>
    <p:sldLayoutId id="2147483677" r:id="rId8"/>
    <p:sldLayoutId id="2147483678" r:id="rId9"/>
  </p:sldLayoutIdLst>
  <p:hf sldNum="0"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9"/>
          <p:cNvSpPr txBox="1">
            <a:spLocks noGrp="1"/>
          </p:cNvSpPr>
          <p:nvPr>
            <p:ph type="ctrTitle"/>
          </p:nvPr>
        </p:nvSpPr>
        <p:spPr>
          <a:xfrm>
            <a:off x="911150" y="1162040"/>
            <a:ext cx="5637300" cy="17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GeoRust </a:t>
            </a:r>
            <a:r>
              <a:rPr lang="en" dirty="0">
                <a:solidFill>
                  <a:schemeClr val="accent1"/>
                </a:solidFill>
              </a:rPr>
              <a:t>Gruppo 8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206" name="Google Shape;206;p39"/>
          <p:cNvSpPr txBox="1">
            <a:spLocks noGrp="1"/>
          </p:cNvSpPr>
          <p:nvPr>
            <p:ph type="subTitle" idx="1"/>
          </p:nvPr>
        </p:nvSpPr>
        <p:spPr>
          <a:xfrm>
            <a:off x="911150" y="2995689"/>
            <a:ext cx="4528800" cy="1174329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Samuele Accio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Raul Oppezzo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Stefano Tallone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Giulio Titonel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207" name="Google Shape;207;p39"/>
          <p:cNvPicPr preferRelativeResize="0"/>
          <p:nvPr/>
        </p:nvPicPr>
        <p:blipFill rotWithShape="1">
          <a:blip r:embed="rId3">
            <a:alphaModFix/>
          </a:blip>
          <a:srcRect l="39171" r="5369"/>
          <a:stretch/>
        </p:blipFill>
        <p:spPr>
          <a:xfrm>
            <a:off x="6153199" y="0"/>
            <a:ext cx="3005225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39"/>
          <p:cNvSpPr/>
          <p:nvPr/>
        </p:nvSpPr>
        <p:spPr>
          <a:xfrm rot="10800000">
            <a:off x="6153199" y="-1394796"/>
            <a:ext cx="5215451" cy="5113671"/>
          </a:xfrm>
          <a:custGeom>
            <a:avLst/>
            <a:gdLst/>
            <a:ahLst/>
            <a:cxnLst/>
            <a:rect l="l" t="t" r="r" b="b"/>
            <a:pathLst>
              <a:path w="158032" h="154948" extrusionOk="0">
                <a:moveTo>
                  <a:pt x="68675" y="14585"/>
                </a:moveTo>
                <a:cubicBezTo>
                  <a:pt x="68973" y="14585"/>
                  <a:pt x="69211" y="14823"/>
                  <a:pt x="69211" y="15121"/>
                </a:cubicBezTo>
                <a:cubicBezTo>
                  <a:pt x="69211" y="15419"/>
                  <a:pt x="68973" y="15657"/>
                  <a:pt x="68675" y="15657"/>
                </a:cubicBezTo>
                <a:cubicBezTo>
                  <a:pt x="68378" y="15645"/>
                  <a:pt x="68140" y="15407"/>
                  <a:pt x="68140" y="15121"/>
                </a:cubicBezTo>
                <a:cubicBezTo>
                  <a:pt x="68140" y="14823"/>
                  <a:pt x="68378" y="14585"/>
                  <a:pt x="68675" y="14585"/>
                </a:cubicBezTo>
                <a:close/>
                <a:moveTo>
                  <a:pt x="76950" y="17931"/>
                </a:moveTo>
                <a:cubicBezTo>
                  <a:pt x="77248" y="17943"/>
                  <a:pt x="77486" y="18181"/>
                  <a:pt x="77486" y="18467"/>
                </a:cubicBezTo>
                <a:cubicBezTo>
                  <a:pt x="77486" y="18764"/>
                  <a:pt x="77248" y="19002"/>
                  <a:pt x="76950" y="19002"/>
                </a:cubicBezTo>
                <a:cubicBezTo>
                  <a:pt x="76653" y="19002"/>
                  <a:pt x="76414" y="18764"/>
                  <a:pt x="76414" y="18467"/>
                </a:cubicBezTo>
                <a:cubicBezTo>
                  <a:pt x="76414" y="18169"/>
                  <a:pt x="76653" y="17931"/>
                  <a:pt x="76950" y="17931"/>
                </a:cubicBezTo>
                <a:close/>
                <a:moveTo>
                  <a:pt x="76950" y="17645"/>
                </a:moveTo>
                <a:cubicBezTo>
                  <a:pt x="76498" y="17657"/>
                  <a:pt x="76129" y="18026"/>
                  <a:pt x="76129" y="18467"/>
                </a:cubicBezTo>
                <a:cubicBezTo>
                  <a:pt x="76129" y="18919"/>
                  <a:pt x="76498" y="19288"/>
                  <a:pt x="76950" y="19288"/>
                </a:cubicBezTo>
                <a:cubicBezTo>
                  <a:pt x="77391" y="19288"/>
                  <a:pt x="77760" y="18919"/>
                  <a:pt x="77760" y="18467"/>
                </a:cubicBezTo>
                <a:cubicBezTo>
                  <a:pt x="77760" y="18026"/>
                  <a:pt x="77391" y="17645"/>
                  <a:pt x="76950" y="17645"/>
                </a:cubicBezTo>
                <a:close/>
                <a:moveTo>
                  <a:pt x="70938" y="19217"/>
                </a:moveTo>
                <a:cubicBezTo>
                  <a:pt x="71235" y="19217"/>
                  <a:pt x="71473" y="19443"/>
                  <a:pt x="71473" y="19741"/>
                </a:cubicBezTo>
                <a:cubicBezTo>
                  <a:pt x="71473" y="20038"/>
                  <a:pt x="71235" y="20276"/>
                  <a:pt x="70938" y="20276"/>
                </a:cubicBezTo>
                <a:cubicBezTo>
                  <a:pt x="70931" y="20277"/>
                  <a:pt x="70924" y="20277"/>
                  <a:pt x="70917" y="20277"/>
                </a:cubicBezTo>
                <a:cubicBezTo>
                  <a:pt x="70629" y="20277"/>
                  <a:pt x="70402" y="20031"/>
                  <a:pt x="70402" y="19741"/>
                </a:cubicBezTo>
                <a:cubicBezTo>
                  <a:pt x="70402" y="19443"/>
                  <a:pt x="70640" y="19217"/>
                  <a:pt x="70938" y="19217"/>
                </a:cubicBezTo>
                <a:close/>
                <a:moveTo>
                  <a:pt x="76950" y="20884"/>
                </a:moveTo>
                <a:cubicBezTo>
                  <a:pt x="77248" y="20884"/>
                  <a:pt x="77486" y="21134"/>
                  <a:pt x="77486" y="21419"/>
                </a:cubicBezTo>
                <a:cubicBezTo>
                  <a:pt x="77486" y="21717"/>
                  <a:pt x="77248" y="21955"/>
                  <a:pt x="76950" y="21955"/>
                </a:cubicBezTo>
                <a:cubicBezTo>
                  <a:pt x="76653" y="21955"/>
                  <a:pt x="76414" y="21717"/>
                  <a:pt x="76414" y="21419"/>
                </a:cubicBezTo>
                <a:cubicBezTo>
                  <a:pt x="76414" y="21122"/>
                  <a:pt x="76653" y="20884"/>
                  <a:pt x="76950" y="20884"/>
                </a:cubicBezTo>
                <a:close/>
                <a:moveTo>
                  <a:pt x="76950" y="20598"/>
                </a:moveTo>
                <a:cubicBezTo>
                  <a:pt x="76498" y="20598"/>
                  <a:pt x="76129" y="20967"/>
                  <a:pt x="76129" y="21419"/>
                </a:cubicBezTo>
                <a:cubicBezTo>
                  <a:pt x="76129" y="21860"/>
                  <a:pt x="76498" y="22229"/>
                  <a:pt x="76950" y="22229"/>
                </a:cubicBezTo>
                <a:cubicBezTo>
                  <a:pt x="77391" y="22229"/>
                  <a:pt x="77760" y="21860"/>
                  <a:pt x="77760" y="21419"/>
                </a:cubicBezTo>
                <a:cubicBezTo>
                  <a:pt x="77760" y="20967"/>
                  <a:pt x="77391" y="20598"/>
                  <a:pt x="76950" y="20598"/>
                </a:cubicBezTo>
                <a:close/>
                <a:moveTo>
                  <a:pt x="32385" y="24158"/>
                </a:moveTo>
                <a:cubicBezTo>
                  <a:pt x="32683" y="24158"/>
                  <a:pt x="32921" y="24396"/>
                  <a:pt x="32921" y="24694"/>
                </a:cubicBezTo>
                <a:cubicBezTo>
                  <a:pt x="32921" y="24991"/>
                  <a:pt x="32683" y="25229"/>
                  <a:pt x="32385" y="25229"/>
                </a:cubicBezTo>
                <a:cubicBezTo>
                  <a:pt x="32087" y="25229"/>
                  <a:pt x="31849" y="24991"/>
                  <a:pt x="31849" y="24694"/>
                </a:cubicBezTo>
                <a:cubicBezTo>
                  <a:pt x="31849" y="24396"/>
                  <a:pt x="32087" y="24158"/>
                  <a:pt x="32385" y="24158"/>
                </a:cubicBezTo>
                <a:close/>
                <a:moveTo>
                  <a:pt x="34647" y="24158"/>
                </a:moveTo>
                <a:cubicBezTo>
                  <a:pt x="34945" y="24158"/>
                  <a:pt x="35183" y="24396"/>
                  <a:pt x="35183" y="24694"/>
                </a:cubicBezTo>
                <a:cubicBezTo>
                  <a:pt x="35183" y="24991"/>
                  <a:pt x="34945" y="25229"/>
                  <a:pt x="34647" y="25229"/>
                </a:cubicBezTo>
                <a:cubicBezTo>
                  <a:pt x="34350" y="25229"/>
                  <a:pt x="34112" y="24991"/>
                  <a:pt x="34112" y="24694"/>
                </a:cubicBezTo>
                <a:cubicBezTo>
                  <a:pt x="34112" y="24396"/>
                  <a:pt x="34350" y="24158"/>
                  <a:pt x="34647" y="24158"/>
                </a:cubicBezTo>
                <a:close/>
                <a:moveTo>
                  <a:pt x="36909" y="24158"/>
                </a:moveTo>
                <a:cubicBezTo>
                  <a:pt x="37207" y="24158"/>
                  <a:pt x="37445" y="24396"/>
                  <a:pt x="37445" y="24694"/>
                </a:cubicBezTo>
                <a:cubicBezTo>
                  <a:pt x="37445" y="24991"/>
                  <a:pt x="37207" y="25229"/>
                  <a:pt x="36909" y="25229"/>
                </a:cubicBezTo>
                <a:cubicBezTo>
                  <a:pt x="36612" y="25229"/>
                  <a:pt x="36374" y="24991"/>
                  <a:pt x="36374" y="24694"/>
                </a:cubicBezTo>
                <a:cubicBezTo>
                  <a:pt x="36374" y="24396"/>
                  <a:pt x="36612" y="24158"/>
                  <a:pt x="36909" y="24158"/>
                </a:cubicBezTo>
                <a:close/>
                <a:moveTo>
                  <a:pt x="76950" y="23455"/>
                </a:moveTo>
                <a:cubicBezTo>
                  <a:pt x="76426" y="23455"/>
                  <a:pt x="75998" y="23884"/>
                  <a:pt x="75998" y="24408"/>
                </a:cubicBezTo>
                <a:cubicBezTo>
                  <a:pt x="75998" y="24932"/>
                  <a:pt x="76426" y="25360"/>
                  <a:pt x="76950" y="25360"/>
                </a:cubicBezTo>
                <a:cubicBezTo>
                  <a:pt x="77462" y="25360"/>
                  <a:pt x="77903" y="24932"/>
                  <a:pt x="77903" y="24408"/>
                </a:cubicBezTo>
                <a:cubicBezTo>
                  <a:pt x="77903" y="23884"/>
                  <a:pt x="77462" y="23455"/>
                  <a:pt x="76950" y="23455"/>
                </a:cubicBezTo>
                <a:close/>
                <a:moveTo>
                  <a:pt x="59412" y="26277"/>
                </a:moveTo>
                <a:cubicBezTo>
                  <a:pt x="59710" y="26277"/>
                  <a:pt x="59948" y="26515"/>
                  <a:pt x="59948" y="26813"/>
                </a:cubicBezTo>
                <a:cubicBezTo>
                  <a:pt x="59948" y="27111"/>
                  <a:pt x="59710" y="27349"/>
                  <a:pt x="59412" y="27349"/>
                </a:cubicBezTo>
                <a:cubicBezTo>
                  <a:pt x="59115" y="27337"/>
                  <a:pt x="58877" y="27099"/>
                  <a:pt x="58877" y="26813"/>
                </a:cubicBezTo>
                <a:cubicBezTo>
                  <a:pt x="58877" y="26515"/>
                  <a:pt x="59115" y="26277"/>
                  <a:pt x="59412" y="26277"/>
                </a:cubicBezTo>
                <a:close/>
                <a:moveTo>
                  <a:pt x="41660" y="28182"/>
                </a:moveTo>
                <a:cubicBezTo>
                  <a:pt x="41958" y="28182"/>
                  <a:pt x="42196" y="28420"/>
                  <a:pt x="42196" y="28718"/>
                </a:cubicBezTo>
                <a:cubicBezTo>
                  <a:pt x="42196" y="29016"/>
                  <a:pt x="41958" y="29254"/>
                  <a:pt x="41660" y="29254"/>
                </a:cubicBezTo>
                <a:cubicBezTo>
                  <a:pt x="41362" y="29254"/>
                  <a:pt x="41124" y="29016"/>
                  <a:pt x="41124" y="28718"/>
                </a:cubicBezTo>
                <a:cubicBezTo>
                  <a:pt x="41124" y="28420"/>
                  <a:pt x="41362" y="28182"/>
                  <a:pt x="41660" y="28182"/>
                </a:cubicBezTo>
                <a:close/>
                <a:moveTo>
                  <a:pt x="44327" y="32635"/>
                </a:moveTo>
                <a:cubicBezTo>
                  <a:pt x="44625" y="32635"/>
                  <a:pt x="44863" y="32873"/>
                  <a:pt x="44863" y="33171"/>
                </a:cubicBezTo>
                <a:cubicBezTo>
                  <a:pt x="44863" y="33469"/>
                  <a:pt x="44625" y="33707"/>
                  <a:pt x="44327" y="33707"/>
                </a:cubicBezTo>
                <a:cubicBezTo>
                  <a:pt x="44029" y="33707"/>
                  <a:pt x="43791" y="33469"/>
                  <a:pt x="43791" y="33171"/>
                </a:cubicBezTo>
                <a:cubicBezTo>
                  <a:pt x="43791" y="32873"/>
                  <a:pt x="44029" y="32635"/>
                  <a:pt x="44327" y="32635"/>
                </a:cubicBezTo>
                <a:close/>
                <a:moveTo>
                  <a:pt x="88690" y="33504"/>
                </a:moveTo>
                <a:cubicBezTo>
                  <a:pt x="88987" y="33504"/>
                  <a:pt x="89226" y="33742"/>
                  <a:pt x="89226" y="34040"/>
                </a:cubicBezTo>
                <a:cubicBezTo>
                  <a:pt x="89226" y="34338"/>
                  <a:pt x="88987" y="34576"/>
                  <a:pt x="88690" y="34576"/>
                </a:cubicBezTo>
                <a:cubicBezTo>
                  <a:pt x="88392" y="34552"/>
                  <a:pt x="88154" y="34314"/>
                  <a:pt x="88154" y="34040"/>
                </a:cubicBezTo>
                <a:cubicBezTo>
                  <a:pt x="88154" y="33742"/>
                  <a:pt x="88392" y="33504"/>
                  <a:pt x="88690" y="33504"/>
                </a:cubicBezTo>
                <a:close/>
                <a:moveTo>
                  <a:pt x="115896" y="33980"/>
                </a:moveTo>
                <a:cubicBezTo>
                  <a:pt x="116193" y="33980"/>
                  <a:pt x="116431" y="34219"/>
                  <a:pt x="116431" y="34516"/>
                </a:cubicBezTo>
                <a:cubicBezTo>
                  <a:pt x="116431" y="34814"/>
                  <a:pt x="116193" y="35052"/>
                  <a:pt x="115896" y="35052"/>
                </a:cubicBezTo>
                <a:cubicBezTo>
                  <a:pt x="115598" y="35052"/>
                  <a:pt x="115360" y="34814"/>
                  <a:pt x="115360" y="34516"/>
                </a:cubicBezTo>
                <a:cubicBezTo>
                  <a:pt x="115360" y="34219"/>
                  <a:pt x="115598" y="33980"/>
                  <a:pt x="115896" y="33980"/>
                </a:cubicBezTo>
                <a:close/>
                <a:moveTo>
                  <a:pt x="87213" y="34969"/>
                </a:moveTo>
                <a:cubicBezTo>
                  <a:pt x="87511" y="34969"/>
                  <a:pt x="87749" y="35207"/>
                  <a:pt x="87749" y="35504"/>
                </a:cubicBezTo>
                <a:cubicBezTo>
                  <a:pt x="87749" y="35802"/>
                  <a:pt x="87511" y="36040"/>
                  <a:pt x="87213" y="36040"/>
                </a:cubicBezTo>
                <a:cubicBezTo>
                  <a:pt x="86916" y="36040"/>
                  <a:pt x="86678" y="35802"/>
                  <a:pt x="86678" y="35504"/>
                </a:cubicBezTo>
                <a:cubicBezTo>
                  <a:pt x="86678" y="35207"/>
                  <a:pt x="86916" y="34969"/>
                  <a:pt x="87213" y="34969"/>
                </a:cubicBezTo>
                <a:close/>
                <a:moveTo>
                  <a:pt x="123099" y="34993"/>
                </a:moveTo>
                <a:cubicBezTo>
                  <a:pt x="123396" y="34993"/>
                  <a:pt x="123635" y="35231"/>
                  <a:pt x="123635" y="35528"/>
                </a:cubicBezTo>
                <a:cubicBezTo>
                  <a:pt x="123635" y="35826"/>
                  <a:pt x="123396" y="36064"/>
                  <a:pt x="123099" y="36064"/>
                </a:cubicBezTo>
                <a:cubicBezTo>
                  <a:pt x="122801" y="36064"/>
                  <a:pt x="122563" y="35826"/>
                  <a:pt x="122563" y="35528"/>
                </a:cubicBezTo>
                <a:cubicBezTo>
                  <a:pt x="122563" y="35231"/>
                  <a:pt x="122801" y="34993"/>
                  <a:pt x="123099" y="34993"/>
                </a:cubicBezTo>
                <a:close/>
                <a:moveTo>
                  <a:pt x="123111" y="34707"/>
                </a:moveTo>
                <a:cubicBezTo>
                  <a:pt x="122670" y="34707"/>
                  <a:pt x="122289" y="35076"/>
                  <a:pt x="122289" y="35528"/>
                </a:cubicBezTo>
                <a:cubicBezTo>
                  <a:pt x="122289" y="35969"/>
                  <a:pt x="122670" y="36338"/>
                  <a:pt x="123111" y="36338"/>
                </a:cubicBezTo>
                <a:cubicBezTo>
                  <a:pt x="123563" y="36338"/>
                  <a:pt x="123932" y="35969"/>
                  <a:pt x="123932" y="35528"/>
                </a:cubicBezTo>
                <a:cubicBezTo>
                  <a:pt x="123932" y="35076"/>
                  <a:pt x="123563" y="34707"/>
                  <a:pt x="123111" y="34707"/>
                </a:cubicBezTo>
                <a:close/>
                <a:moveTo>
                  <a:pt x="79117" y="37100"/>
                </a:moveTo>
                <a:cubicBezTo>
                  <a:pt x="79415" y="37100"/>
                  <a:pt x="79653" y="37338"/>
                  <a:pt x="79653" y="37636"/>
                </a:cubicBezTo>
                <a:cubicBezTo>
                  <a:pt x="79653" y="37933"/>
                  <a:pt x="79415" y="38171"/>
                  <a:pt x="79117" y="38171"/>
                </a:cubicBezTo>
                <a:cubicBezTo>
                  <a:pt x="78819" y="38171"/>
                  <a:pt x="78581" y="37933"/>
                  <a:pt x="78581" y="37636"/>
                </a:cubicBezTo>
                <a:cubicBezTo>
                  <a:pt x="78581" y="37338"/>
                  <a:pt x="78819" y="37100"/>
                  <a:pt x="79117" y="37100"/>
                </a:cubicBezTo>
                <a:close/>
                <a:moveTo>
                  <a:pt x="125361" y="36838"/>
                </a:moveTo>
                <a:cubicBezTo>
                  <a:pt x="124837" y="36838"/>
                  <a:pt x="124409" y="37255"/>
                  <a:pt x="124409" y="37779"/>
                </a:cubicBezTo>
                <a:cubicBezTo>
                  <a:pt x="124409" y="38302"/>
                  <a:pt x="124837" y="38731"/>
                  <a:pt x="125361" y="38731"/>
                </a:cubicBezTo>
                <a:cubicBezTo>
                  <a:pt x="125885" y="38731"/>
                  <a:pt x="126314" y="38302"/>
                  <a:pt x="126314" y="37779"/>
                </a:cubicBezTo>
                <a:cubicBezTo>
                  <a:pt x="126314" y="37267"/>
                  <a:pt x="125885" y="36838"/>
                  <a:pt x="125361" y="36838"/>
                </a:cubicBezTo>
                <a:close/>
                <a:moveTo>
                  <a:pt x="105204" y="39303"/>
                </a:moveTo>
                <a:cubicBezTo>
                  <a:pt x="105501" y="39303"/>
                  <a:pt x="105740" y="39541"/>
                  <a:pt x="105740" y="39838"/>
                </a:cubicBezTo>
                <a:cubicBezTo>
                  <a:pt x="105740" y="40136"/>
                  <a:pt x="105501" y="40374"/>
                  <a:pt x="105204" y="40374"/>
                </a:cubicBezTo>
                <a:cubicBezTo>
                  <a:pt x="104906" y="40374"/>
                  <a:pt x="104668" y="40136"/>
                  <a:pt x="104668" y="39838"/>
                </a:cubicBezTo>
                <a:cubicBezTo>
                  <a:pt x="104668" y="39541"/>
                  <a:pt x="104906" y="39303"/>
                  <a:pt x="105204" y="39303"/>
                </a:cubicBezTo>
                <a:close/>
                <a:moveTo>
                  <a:pt x="127611" y="39517"/>
                </a:moveTo>
                <a:cubicBezTo>
                  <a:pt x="127909" y="39517"/>
                  <a:pt x="128147" y="39767"/>
                  <a:pt x="128147" y="40053"/>
                </a:cubicBezTo>
                <a:cubicBezTo>
                  <a:pt x="128147" y="40350"/>
                  <a:pt x="127909" y="40588"/>
                  <a:pt x="127611" y="40588"/>
                </a:cubicBezTo>
                <a:cubicBezTo>
                  <a:pt x="127314" y="40588"/>
                  <a:pt x="127076" y="40350"/>
                  <a:pt x="127076" y="40053"/>
                </a:cubicBezTo>
                <a:cubicBezTo>
                  <a:pt x="127076" y="39755"/>
                  <a:pt x="127314" y="39517"/>
                  <a:pt x="127611" y="39517"/>
                </a:cubicBezTo>
                <a:close/>
                <a:moveTo>
                  <a:pt x="127623" y="39231"/>
                </a:moveTo>
                <a:cubicBezTo>
                  <a:pt x="127159" y="39231"/>
                  <a:pt x="126802" y="39600"/>
                  <a:pt x="126802" y="40053"/>
                </a:cubicBezTo>
                <a:cubicBezTo>
                  <a:pt x="126802" y="40493"/>
                  <a:pt x="127171" y="40862"/>
                  <a:pt x="127623" y="40862"/>
                </a:cubicBezTo>
                <a:cubicBezTo>
                  <a:pt x="128064" y="40862"/>
                  <a:pt x="128445" y="40493"/>
                  <a:pt x="128445" y="40053"/>
                </a:cubicBezTo>
                <a:cubicBezTo>
                  <a:pt x="128445" y="39600"/>
                  <a:pt x="128064" y="39231"/>
                  <a:pt x="127623" y="39231"/>
                </a:cubicBezTo>
                <a:close/>
                <a:moveTo>
                  <a:pt x="84427" y="41148"/>
                </a:moveTo>
                <a:cubicBezTo>
                  <a:pt x="84725" y="41148"/>
                  <a:pt x="84963" y="41386"/>
                  <a:pt x="84963" y="41684"/>
                </a:cubicBezTo>
                <a:cubicBezTo>
                  <a:pt x="84963" y="41981"/>
                  <a:pt x="84725" y="42220"/>
                  <a:pt x="84427" y="42220"/>
                </a:cubicBezTo>
                <a:cubicBezTo>
                  <a:pt x="84130" y="42220"/>
                  <a:pt x="83892" y="41970"/>
                  <a:pt x="83892" y="41684"/>
                </a:cubicBezTo>
                <a:cubicBezTo>
                  <a:pt x="83892" y="41386"/>
                  <a:pt x="84130" y="41148"/>
                  <a:pt x="84427" y="41148"/>
                </a:cubicBezTo>
                <a:close/>
                <a:moveTo>
                  <a:pt x="66735" y="42589"/>
                </a:moveTo>
                <a:cubicBezTo>
                  <a:pt x="67032" y="42589"/>
                  <a:pt x="67270" y="42827"/>
                  <a:pt x="67270" y="43124"/>
                </a:cubicBezTo>
                <a:cubicBezTo>
                  <a:pt x="67270" y="43422"/>
                  <a:pt x="67032" y="43660"/>
                  <a:pt x="66735" y="43660"/>
                </a:cubicBezTo>
                <a:cubicBezTo>
                  <a:pt x="66437" y="43660"/>
                  <a:pt x="66199" y="43422"/>
                  <a:pt x="66199" y="43124"/>
                </a:cubicBezTo>
                <a:cubicBezTo>
                  <a:pt x="66199" y="42827"/>
                  <a:pt x="66437" y="42589"/>
                  <a:pt x="66735" y="42589"/>
                </a:cubicBezTo>
                <a:close/>
                <a:moveTo>
                  <a:pt x="68675" y="14299"/>
                </a:moveTo>
                <a:cubicBezTo>
                  <a:pt x="68223" y="14299"/>
                  <a:pt x="67854" y="14669"/>
                  <a:pt x="67854" y="15121"/>
                </a:cubicBezTo>
                <a:cubicBezTo>
                  <a:pt x="67854" y="15526"/>
                  <a:pt x="68151" y="15847"/>
                  <a:pt x="68521" y="15919"/>
                </a:cubicBezTo>
                <a:lnTo>
                  <a:pt x="68521" y="35076"/>
                </a:lnTo>
                <a:lnTo>
                  <a:pt x="66604" y="37017"/>
                </a:lnTo>
                <a:lnTo>
                  <a:pt x="66604" y="42327"/>
                </a:lnTo>
                <a:cubicBezTo>
                  <a:pt x="66211" y="42398"/>
                  <a:pt x="65937" y="42720"/>
                  <a:pt x="65937" y="43124"/>
                </a:cubicBezTo>
                <a:cubicBezTo>
                  <a:pt x="65937" y="43577"/>
                  <a:pt x="66306" y="43946"/>
                  <a:pt x="66747" y="43946"/>
                </a:cubicBezTo>
                <a:cubicBezTo>
                  <a:pt x="67199" y="43946"/>
                  <a:pt x="67568" y="43577"/>
                  <a:pt x="67568" y="43124"/>
                </a:cubicBezTo>
                <a:cubicBezTo>
                  <a:pt x="67568" y="42720"/>
                  <a:pt x="67270" y="42398"/>
                  <a:pt x="66901" y="42327"/>
                </a:cubicBezTo>
                <a:lnTo>
                  <a:pt x="66901" y="37136"/>
                </a:lnTo>
                <a:lnTo>
                  <a:pt x="68818" y="35195"/>
                </a:lnTo>
                <a:lnTo>
                  <a:pt x="68818" y="15919"/>
                </a:lnTo>
                <a:cubicBezTo>
                  <a:pt x="69187" y="15847"/>
                  <a:pt x="69485" y="15526"/>
                  <a:pt x="69485" y="15121"/>
                </a:cubicBezTo>
                <a:cubicBezTo>
                  <a:pt x="69485" y="14669"/>
                  <a:pt x="69116" y="14299"/>
                  <a:pt x="68675" y="14299"/>
                </a:cubicBezTo>
                <a:close/>
                <a:moveTo>
                  <a:pt x="62377" y="43267"/>
                </a:moveTo>
                <a:cubicBezTo>
                  <a:pt x="62675" y="43267"/>
                  <a:pt x="62913" y="43505"/>
                  <a:pt x="62913" y="43803"/>
                </a:cubicBezTo>
                <a:cubicBezTo>
                  <a:pt x="62913" y="44101"/>
                  <a:pt x="62675" y="44339"/>
                  <a:pt x="62377" y="44339"/>
                </a:cubicBezTo>
                <a:cubicBezTo>
                  <a:pt x="62079" y="44327"/>
                  <a:pt x="61841" y="44101"/>
                  <a:pt x="61841" y="43803"/>
                </a:cubicBezTo>
                <a:cubicBezTo>
                  <a:pt x="61841" y="43505"/>
                  <a:pt x="62079" y="43267"/>
                  <a:pt x="62377" y="43267"/>
                </a:cubicBezTo>
                <a:close/>
                <a:moveTo>
                  <a:pt x="86678" y="43386"/>
                </a:moveTo>
                <a:cubicBezTo>
                  <a:pt x="86975" y="43386"/>
                  <a:pt x="87213" y="43625"/>
                  <a:pt x="87213" y="43922"/>
                </a:cubicBezTo>
                <a:cubicBezTo>
                  <a:pt x="87213" y="44220"/>
                  <a:pt x="86975" y="44458"/>
                  <a:pt x="86678" y="44458"/>
                </a:cubicBezTo>
                <a:cubicBezTo>
                  <a:pt x="86380" y="44458"/>
                  <a:pt x="86142" y="44220"/>
                  <a:pt x="86142" y="43922"/>
                </a:cubicBezTo>
                <a:cubicBezTo>
                  <a:pt x="86142" y="43625"/>
                  <a:pt x="86380" y="43386"/>
                  <a:pt x="86678" y="43386"/>
                </a:cubicBezTo>
                <a:close/>
                <a:moveTo>
                  <a:pt x="139184" y="44053"/>
                </a:moveTo>
                <a:cubicBezTo>
                  <a:pt x="139482" y="44053"/>
                  <a:pt x="139720" y="44291"/>
                  <a:pt x="139720" y="44589"/>
                </a:cubicBezTo>
                <a:cubicBezTo>
                  <a:pt x="139720" y="44887"/>
                  <a:pt x="139482" y="45125"/>
                  <a:pt x="139184" y="45125"/>
                </a:cubicBezTo>
                <a:cubicBezTo>
                  <a:pt x="138887" y="45125"/>
                  <a:pt x="138648" y="44887"/>
                  <a:pt x="138648" y="44589"/>
                </a:cubicBezTo>
                <a:cubicBezTo>
                  <a:pt x="138648" y="44291"/>
                  <a:pt x="138887" y="44053"/>
                  <a:pt x="139184" y="44053"/>
                </a:cubicBezTo>
                <a:close/>
                <a:moveTo>
                  <a:pt x="41660" y="27908"/>
                </a:moveTo>
                <a:cubicBezTo>
                  <a:pt x="41208" y="27908"/>
                  <a:pt x="40839" y="28277"/>
                  <a:pt x="40839" y="28718"/>
                </a:cubicBezTo>
                <a:cubicBezTo>
                  <a:pt x="40839" y="29123"/>
                  <a:pt x="41136" y="29456"/>
                  <a:pt x="41505" y="29528"/>
                </a:cubicBezTo>
                <a:lnTo>
                  <a:pt x="41505" y="36636"/>
                </a:lnTo>
                <a:lnTo>
                  <a:pt x="32159" y="46065"/>
                </a:lnTo>
                <a:lnTo>
                  <a:pt x="32373" y="46256"/>
                </a:lnTo>
                <a:lnTo>
                  <a:pt x="41767" y="36790"/>
                </a:lnTo>
                <a:lnTo>
                  <a:pt x="41803" y="36743"/>
                </a:lnTo>
                <a:lnTo>
                  <a:pt x="41803" y="29516"/>
                </a:lnTo>
                <a:cubicBezTo>
                  <a:pt x="42184" y="29456"/>
                  <a:pt x="42482" y="29123"/>
                  <a:pt x="42482" y="28718"/>
                </a:cubicBezTo>
                <a:cubicBezTo>
                  <a:pt x="42482" y="28277"/>
                  <a:pt x="42101" y="27908"/>
                  <a:pt x="41660" y="27908"/>
                </a:cubicBezTo>
                <a:close/>
                <a:moveTo>
                  <a:pt x="88940" y="45613"/>
                </a:moveTo>
                <a:cubicBezTo>
                  <a:pt x="89237" y="45613"/>
                  <a:pt x="89476" y="45851"/>
                  <a:pt x="89476" y="46149"/>
                </a:cubicBezTo>
                <a:cubicBezTo>
                  <a:pt x="89476" y="46446"/>
                  <a:pt x="89237" y="46684"/>
                  <a:pt x="88940" y="46684"/>
                </a:cubicBezTo>
                <a:cubicBezTo>
                  <a:pt x="88642" y="46684"/>
                  <a:pt x="88404" y="46446"/>
                  <a:pt x="88404" y="46149"/>
                </a:cubicBezTo>
                <a:cubicBezTo>
                  <a:pt x="88404" y="45851"/>
                  <a:pt x="88642" y="45613"/>
                  <a:pt x="88940" y="45613"/>
                </a:cubicBezTo>
                <a:close/>
                <a:moveTo>
                  <a:pt x="16847" y="48030"/>
                </a:moveTo>
                <a:cubicBezTo>
                  <a:pt x="17145" y="48030"/>
                  <a:pt x="17383" y="48268"/>
                  <a:pt x="17383" y="48566"/>
                </a:cubicBezTo>
                <a:cubicBezTo>
                  <a:pt x="17383" y="48863"/>
                  <a:pt x="17145" y="49101"/>
                  <a:pt x="16847" y="49101"/>
                </a:cubicBezTo>
                <a:cubicBezTo>
                  <a:pt x="16550" y="49101"/>
                  <a:pt x="16312" y="48863"/>
                  <a:pt x="16312" y="48566"/>
                </a:cubicBezTo>
                <a:cubicBezTo>
                  <a:pt x="16312" y="48268"/>
                  <a:pt x="16550" y="48030"/>
                  <a:pt x="16847" y="48030"/>
                </a:cubicBezTo>
                <a:close/>
                <a:moveTo>
                  <a:pt x="19776" y="48030"/>
                </a:moveTo>
                <a:cubicBezTo>
                  <a:pt x="20074" y="48030"/>
                  <a:pt x="20312" y="48268"/>
                  <a:pt x="20312" y="48566"/>
                </a:cubicBezTo>
                <a:cubicBezTo>
                  <a:pt x="20312" y="48863"/>
                  <a:pt x="20074" y="49101"/>
                  <a:pt x="19776" y="49101"/>
                </a:cubicBezTo>
                <a:cubicBezTo>
                  <a:pt x="19479" y="49101"/>
                  <a:pt x="19241" y="48863"/>
                  <a:pt x="19241" y="48566"/>
                </a:cubicBezTo>
                <a:cubicBezTo>
                  <a:pt x="19241" y="48268"/>
                  <a:pt x="19479" y="48030"/>
                  <a:pt x="19776" y="48030"/>
                </a:cubicBezTo>
                <a:close/>
                <a:moveTo>
                  <a:pt x="16859" y="47744"/>
                </a:moveTo>
                <a:cubicBezTo>
                  <a:pt x="16419" y="47744"/>
                  <a:pt x="16038" y="48113"/>
                  <a:pt x="16038" y="48566"/>
                </a:cubicBezTo>
                <a:cubicBezTo>
                  <a:pt x="16038" y="49006"/>
                  <a:pt x="16419" y="49375"/>
                  <a:pt x="16859" y="49375"/>
                </a:cubicBezTo>
                <a:cubicBezTo>
                  <a:pt x="17312" y="49375"/>
                  <a:pt x="17681" y="49006"/>
                  <a:pt x="17681" y="48566"/>
                </a:cubicBezTo>
                <a:cubicBezTo>
                  <a:pt x="17681" y="48113"/>
                  <a:pt x="17312" y="47744"/>
                  <a:pt x="16859" y="47744"/>
                </a:cubicBezTo>
                <a:close/>
                <a:moveTo>
                  <a:pt x="19776" y="47744"/>
                </a:moveTo>
                <a:cubicBezTo>
                  <a:pt x="19336" y="47744"/>
                  <a:pt x="18967" y="48113"/>
                  <a:pt x="18967" y="48566"/>
                </a:cubicBezTo>
                <a:cubicBezTo>
                  <a:pt x="18967" y="49006"/>
                  <a:pt x="19336" y="49375"/>
                  <a:pt x="19776" y="49375"/>
                </a:cubicBezTo>
                <a:cubicBezTo>
                  <a:pt x="20229" y="49375"/>
                  <a:pt x="20598" y="49006"/>
                  <a:pt x="20598" y="48566"/>
                </a:cubicBezTo>
                <a:cubicBezTo>
                  <a:pt x="20598" y="48113"/>
                  <a:pt x="20229" y="47744"/>
                  <a:pt x="19776" y="47744"/>
                </a:cubicBezTo>
                <a:close/>
                <a:moveTo>
                  <a:pt x="13942" y="47613"/>
                </a:moveTo>
                <a:cubicBezTo>
                  <a:pt x="13430" y="47613"/>
                  <a:pt x="12990" y="48042"/>
                  <a:pt x="12990" y="48566"/>
                </a:cubicBezTo>
                <a:cubicBezTo>
                  <a:pt x="12990" y="49078"/>
                  <a:pt x="13430" y="49518"/>
                  <a:pt x="13942" y="49518"/>
                </a:cubicBezTo>
                <a:cubicBezTo>
                  <a:pt x="14466" y="49518"/>
                  <a:pt x="14895" y="49078"/>
                  <a:pt x="14895" y="48566"/>
                </a:cubicBezTo>
                <a:cubicBezTo>
                  <a:pt x="14895" y="48042"/>
                  <a:pt x="14466" y="47613"/>
                  <a:pt x="13942" y="47613"/>
                </a:cubicBezTo>
                <a:close/>
                <a:moveTo>
                  <a:pt x="44315" y="32326"/>
                </a:moveTo>
                <a:cubicBezTo>
                  <a:pt x="43875" y="32326"/>
                  <a:pt x="43506" y="32695"/>
                  <a:pt x="43506" y="33147"/>
                </a:cubicBezTo>
                <a:cubicBezTo>
                  <a:pt x="43506" y="33564"/>
                  <a:pt x="43803" y="33897"/>
                  <a:pt x="44172" y="33957"/>
                </a:cubicBezTo>
                <a:lnTo>
                  <a:pt x="44172" y="37469"/>
                </a:lnTo>
                <a:lnTo>
                  <a:pt x="32159" y="49578"/>
                </a:lnTo>
                <a:lnTo>
                  <a:pt x="32373" y="49768"/>
                </a:lnTo>
                <a:lnTo>
                  <a:pt x="44422" y="37624"/>
                </a:lnTo>
                <a:lnTo>
                  <a:pt x="44470" y="37576"/>
                </a:lnTo>
                <a:lnTo>
                  <a:pt x="44470" y="33945"/>
                </a:lnTo>
                <a:cubicBezTo>
                  <a:pt x="44851" y="33873"/>
                  <a:pt x="45137" y="33540"/>
                  <a:pt x="45137" y="33147"/>
                </a:cubicBezTo>
                <a:cubicBezTo>
                  <a:pt x="45137" y="32695"/>
                  <a:pt x="44768" y="32326"/>
                  <a:pt x="44315" y="32326"/>
                </a:cubicBezTo>
                <a:close/>
                <a:moveTo>
                  <a:pt x="50221" y="48899"/>
                </a:moveTo>
                <a:cubicBezTo>
                  <a:pt x="50518" y="48899"/>
                  <a:pt x="50756" y="49137"/>
                  <a:pt x="50756" y="49435"/>
                </a:cubicBezTo>
                <a:cubicBezTo>
                  <a:pt x="50756" y="49732"/>
                  <a:pt x="50518" y="49971"/>
                  <a:pt x="50221" y="49971"/>
                </a:cubicBezTo>
                <a:cubicBezTo>
                  <a:pt x="49923" y="49971"/>
                  <a:pt x="49685" y="49732"/>
                  <a:pt x="49685" y="49435"/>
                </a:cubicBezTo>
                <a:cubicBezTo>
                  <a:pt x="49685" y="49137"/>
                  <a:pt x="49923" y="48899"/>
                  <a:pt x="50221" y="48899"/>
                </a:cubicBezTo>
                <a:close/>
                <a:moveTo>
                  <a:pt x="32385" y="23860"/>
                </a:moveTo>
                <a:cubicBezTo>
                  <a:pt x="31945" y="23860"/>
                  <a:pt x="31564" y="24229"/>
                  <a:pt x="31564" y="24670"/>
                </a:cubicBezTo>
                <a:cubicBezTo>
                  <a:pt x="31564" y="25075"/>
                  <a:pt x="31861" y="25408"/>
                  <a:pt x="32242" y="25479"/>
                </a:cubicBezTo>
                <a:lnTo>
                  <a:pt x="32242" y="32826"/>
                </a:lnTo>
                <a:lnTo>
                  <a:pt x="24217" y="40910"/>
                </a:lnTo>
                <a:lnTo>
                  <a:pt x="24217" y="51578"/>
                </a:lnTo>
                <a:lnTo>
                  <a:pt x="22717" y="53102"/>
                </a:lnTo>
                <a:lnTo>
                  <a:pt x="5775" y="53102"/>
                </a:lnTo>
                <a:lnTo>
                  <a:pt x="5775" y="53376"/>
                </a:lnTo>
                <a:lnTo>
                  <a:pt x="22836" y="53376"/>
                </a:lnTo>
                <a:lnTo>
                  <a:pt x="24503" y="51697"/>
                </a:lnTo>
                <a:lnTo>
                  <a:pt x="24503" y="41029"/>
                </a:lnTo>
                <a:lnTo>
                  <a:pt x="24515" y="41029"/>
                </a:lnTo>
                <a:lnTo>
                  <a:pt x="32492" y="32992"/>
                </a:lnTo>
                <a:lnTo>
                  <a:pt x="32540" y="32945"/>
                </a:lnTo>
                <a:lnTo>
                  <a:pt x="32540" y="25479"/>
                </a:lnTo>
                <a:cubicBezTo>
                  <a:pt x="32921" y="25408"/>
                  <a:pt x="33207" y="25075"/>
                  <a:pt x="33207" y="24670"/>
                </a:cubicBezTo>
                <a:cubicBezTo>
                  <a:pt x="33207" y="24229"/>
                  <a:pt x="32838" y="23860"/>
                  <a:pt x="32385" y="23860"/>
                </a:cubicBezTo>
                <a:close/>
                <a:moveTo>
                  <a:pt x="34647" y="23860"/>
                </a:moveTo>
                <a:cubicBezTo>
                  <a:pt x="34207" y="23860"/>
                  <a:pt x="33826" y="24229"/>
                  <a:pt x="33826" y="24670"/>
                </a:cubicBezTo>
                <a:cubicBezTo>
                  <a:pt x="33826" y="25075"/>
                  <a:pt x="34123" y="25408"/>
                  <a:pt x="34504" y="25479"/>
                </a:cubicBezTo>
                <a:lnTo>
                  <a:pt x="34504" y="33564"/>
                </a:lnTo>
                <a:lnTo>
                  <a:pt x="26492" y="41624"/>
                </a:lnTo>
                <a:lnTo>
                  <a:pt x="26492" y="52316"/>
                </a:lnTo>
                <a:lnTo>
                  <a:pt x="23455" y="55364"/>
                </a:lnTo>
                <a:lnTo>
                  <a:pt x="5775" y="55364"/>
                </a:lnTo>
                <a:lnTo>
                  <a:pt x="5775" y="55650"/>
                </a:lnTo>
                <a:lnTo>
                  <a:pt x="23574" y="55650"/>
                </a:lnTo>
                <a:lnTo>
                  <a:pt x="26777" y="52411"/>
                </a:lnTo>
                <a:lnTo>
                  <a:pt x="26777" y="41743"/>
                </a:lnTo>
                <a:lnTo>
                  <a:pt x="34754" y="33707"/>
                </a:lnTo>
                <a:lnTo>
                  <a:pt x="34802" y="33659"/>
                </a:lnTo>
                <a:lnTo>
                  <a:pt x="34802" y="25479"/>
                </a:lnTo>
                <a:cubicBezTo>
                  <a:pt x="35183" y="25408"/>
                  <a:pt x="35469" y="25075"/>
                  <a:pt x="35469" y="24670"/>
                </a:cubicBezTo>
                <a:cubicBezTo>
                  <a:pt x="35469" y="24229"/>
                  <a:pt x="35100" y="23860"/>
                  <a:pt x="34647" y="23860"/>
                </a:cubicBezTo>
                <a:close/>
                <a:moveTo>
                  <a:pt x="141434" y="40148"/>
                </a:moveTo>
                <a:cubicBezTo>
                  <a:pt x="140911" y="40148"/>
                  <a:pt x="140482" y="40553"/>
                  <a:pt x="140482" y="41089"/>
                </a:cubicBezTo>
                <a:cubicBezTo>
                  <a:pt x="140482" y="41398"/>
                  <a:pt x="140625" y="41672"/>
                  <a:pt x="140863" y="41851"/>
                </a:cubicBezTo>
                <a:lnTo>
                  <a:pt x="140863" y="48589"/>
                </a:lnTo>
                <a:lnTo>
                  <a:pt x="151329" y="58710"/>
                </a:lnTo>
                <a:lnTo>
                  <a:pt x="152114" y="57888"/>
                </a:lnTo>
                <a:lnTo>
                  <a:pt x="141994" y="48113"/>
                </a:lnTo>
                <a:lnTo>
                  <a:pt x="141994" y="41862"/>
                </a:lnTo>
                <a:cubicBezTo>
                  <a:pt x="142232" y="41684"/>
                  <a:pt x="142387" y="41422"/>
                  <a:pt x="142387" y="41100"/>
                </a:cubicBezTo>
                <a:cubicBezTo>
                  <a:pt x="142387" y="40588"/>
                  <a:pt x="141946" y="40148"/>
                  <a:pt x="141434" y="40148"/>
                </a:cubicBezTo>
                <a:close/>
                <a:moveTo>
                  <a:pt x="139172" y="43767"/>
                </a:moveTo>
                <a:cubicBezTo>
                  <a:pt x="138720" y="43767"/>
                  <a:pt x="138351" y="44136"/>
                  <a:pt x="138351" y="44589"/>
                </a:cubicBezTo>
                <a:cubicBezTo>
                  <a:pt x="138351" y="44994"/>
                  <a:pt x="138648" y="45315"/>
                  <a:pt x="139017" y="45387"/>
                </a:cubicBezTo>
                <a:lnTo>
                  <a:pt x="139017" y="49113"/>
                </a:lnTo>
                <a:lnTo>
                  <a:pt x="151364" y="61436"/>
                </a:lnTo>
                <a:lnTo>
                  <a:pt x="151555" y="61222"/>
                </a:lnTo>
                <a:lnTo>
                  <a:pt x="139291" y="48994"/>
                </a:lnTo>
                <a:lnTo>
                  <a:pt x="139291" y="45387"/>
                </a:lnTo>
                <a:lnTo>
                  <a:pt x="139315" y="45387"/>
                </a:lnTo>
                <a:cubicBezTo>
                  <a:pt x="139708" y="45315"/>
                  <a:pt x="139994" y="44994"/>
                  <a:pt x="139994" y="44589"/>
                </a:cubicBezTo>
                <a:cubicBezTo>
                  <a:pt x="139994" y="44136"/>
                  <a:pt x="139613" y="43767"/>
                  <a:pt x="139172" y="43767"/>
                </a:cubicBezTo>
                <a:close/>
                <a:moveTo>
                  <a:pt x="37445" y="61758"/>
                </a:moveTo>
                <a:cubicBezTo>
                  <a:pt x="37743" y="61758"/>
                  <a:pt x="37981" y="61996"/>
                  <a:pt x="37981" y="62293"/>
                </a:cubicBezTo>
                <a:cubicBezTo>
                  <a:pt x="37981" y="62591"/>
                  <a:pt x="37743" y="62829"/>
                  <a:pt x="37445" y="62829"/>
                </a:cubicBezTo>
                <a:cubicBezTo>
                  <a:pt x="37148" y="62829"/>
                  <a:pt x="36909" y="62591"/>
                  <a:pt x="36909" y="62293"/>
                </a:cubicBezTo>
                <a:cubicBezTo>
                  <a:pt x="36909" y="61996"/>
                  <a:pt x="37148" y="61758"/>
                  <a:pt x="37445" y="61758"/>
                </a:cubicBezTo>
                <a:close/>
                <a:moveTo>
                  <a:pt x="115907" y="33695"/>
                </a:moveTo>
                <a:cubicBezTo>
                  <a:pt x="115443" y="33695"/>
                  <a:pt x="115086" y="34052"/>
                  <a:pt x="115086" y="34516"/>
                </a:cubicBezTo>
                <a:cubicBezTo>
                  <a:pt x="115086" y="34957"/>
                  <a:pt x="115467" y="35326"/>
                  <a:pt x="115907" y="35326"/>
                </a:cubicBezTo>
                <a:cubicBezTo>
                  <a:pt x="116086" y="35326"/>
                  <a:pt x="116253" y="35266"/>
                  <a:pt x="116372" y="35183"/>
                </a:cubicBezTo>
                <a:lnTo>
                  <a:pt x="126742" y="45541"/>
                </a:lnTo>
                <a:lnTo>
                  <a:pt x="126790" y="45589"/>
                </a:lnTo>
                <a:lnTo>
                  <a:pt x="135053" y="45589"/>
                </a:lnTo>
                <a:lnTo>
                  <a:pt x="136791" y="47315"/>
                </a:lnTo>
                <a:lnTo>
                  <a:pt x="136791" y="49828"/>
                </a:lnTo>
                <a:lnTo>
                  <a:pt x="150412" y="63413"/>
                </a:lnTo>
                <a:lnTo>
                  <a:pt x="150602" y="63210"/>
                </a:lnTo>
                <a:lnTo>
                  <a:pt x="137065" y="49709"/>
                </a:lnTo>
                <a:lnTo>
                  <a:pt x="137065" y="47196"/>
                </a:lnTo>
                <a:lnTo>
                  <a:pt x="135160" y="45291"/>
                </a:lnTo>
                <a:lnTo>
                  <a:pt x="126909" y="45291"/>
                </a:lnTo>
                <a:lnTo>
                  <a:pt x="116574" y="34969"/>
                </a:lnTo>
                <a:cubicBezTo>
                  <a:pt x="116669" y="34838"/>
                  <a:pt x="116729" y="34671"/>
                  <a:pt x="116729" y="34516"/>
                </a:cubicBezTo>
                <a:cubicBezTo>
                  <a:pt x="116729" y="34064"/>
                  <a:pt x="116348" y="33695"/>
                  <a:pt x="115907" y="33695"/>
                </a:cubicBezTo>
                <a:close/>
                <a:moveTo>
                  <a:pt x="35231" y="64008"/>
                </a:moveTo>
                <a:cubicBezTo>
                  <a:pt x="35528" y="64008"/>
                  <a:pt x="35766" y="64246"/>
                  <a:pt x="35766" y="64544"/>
                </a:cubicBezTo>
                <a:cubicBezTo>
                  <a:pt x="35766" y="64841"/>
                  <a:pt x="35528" y="65080"/>
                  <a:pt x="35231" y="65080"/>
                </a:cubicBezTo>
                <a:cubicBezTo>
                  <a:pt x="34933" y="65068"/>
                  <a:pt x="34695" y="64830"/>
                  <a:pt x="34695" y="64544"/>
                </a:cubicBezTo>
                <a:cubicBezTo>
                  <a:pt x="34695" y="64246"/>
                  <a:pt x="34933" y="64008"/>
                  <a:pt x="35231" y="64008"/>
                </a:cubicBezTo>
                <a:close/>
                <a:moveTo>
                  <a:pt x="36898" y="23872"/>
                </a:moveTo>
                <a:cubicBezTo>
                  <a:pt x="36445" y="23872"/>
                  <a:pt x="36076" y="24241"/>
                  <a:pt x="36076" y="24694"/>
                </a:cubicBezTo>
                <a:cubicBezTo>
                  <a:pt x="36076" y="25087"/>
                  <a:pt x="36374" y="25420"/>
                  <a:pt x="36743" y="25491"/>
                </a:cubicBezTo>
                <a:lnTo>
                  <a:pt x="36731" y="34254"/>
                </a:lnTo>
                <a:lnTo>
                  <a:pt x="28730" y="42339"/>
                </a:lnTo>
                <a:lnTo>
                  <a:pt x="28730" y="53007"/>
                </a:lnTo>
                <a:lnTo>
                  <a:pt x="24158" y="57626"/>
                </a:lnTo>
                <a:lnTo>
                  <a:pt x="13061" y="57626"/>
                </a:lnTo>
                <a:lnTo>
                  <a:pt x="5834" y="64901"/>
                </a:lnTo>
                <a:lnTo>
                  <a:pt x="6037" y="65091"/>
                </a:lnTo>
                <a:lnTo>
                  <a:pt x="13180" y="57888"/>
                </a:lnTo>
                <a:lnTo>
                  <a:pt x="24277" y="57888"/>
                </a:lnTo>
                <a:lnTo>
                  <a:pt x="24277" y="57912"/>
                </a:lnTo>
                <a:lnTo>
                  <a:pt x="29004" y="53126"/>
                </a:lnTo>
                <a:lnTo>
                  <a:pt x="29004" y="42458"/>
                </a:lnTo>
                <a:lnTo>
                  <a:pt x="37029" y="34373"/>
                </a:lnTo>
                <a:lnTo>
                  <a:pt x="37040" y="25491"/>
                </a:lnTo>
                <a:cubicBezTo>
                  <a:pt x="37433" y="25420"/>
                  <a:pt x="37719" y="25087"/>
                  <a:pt x="37719" y="24694"/>
                </a:cubicBezTo>
                <a:cubicBezTo>
                  <a:pt x="37719" y="24241"/>
                  <a:pt x="37338" y="23872"/>
                  <a:pt x="36898" y="23872"/>
                </a:cubicBezTo>
                <a:close/>
                <a:moveTo>
                  <a:pt x="68997" y="64734"/>
                </a:moveTo>
                <a:cubicBezTo>
                  <a:pt x="69294" y="64734"/>
                  <a:pt x="69533" y="64972"/>
                  <a:pt x="69533" y="65270"/>
                </a:cubicBezTo>
                <a:cubicBezTo>
                  <a:pt x="69533" y="65568"/>
                  <a:pt x="69294" y="65806"/>
                  <a:pt x="68997" y="65806"/>
                </a:cubicBezTo>
                <a:cubicBezTo>
                  <a:pt x="68699" y="65806"/>
                  <a:pt x="68461" y="65568"/>
                  <a:pt x="68461" y="65270"/>
                </a:cubicBezTo>
                <a:cubicBezTo>
                  <a:pt x="68461" y="64972"/>
                  <a:pt x="68699" y="64734"/>
                  <a:pt x="68997" y="64734"/>
                </a:cubicBezTo>
                <a:close/>
                <a:moveTo>
                  <a:pt x="115134" y="65246"/>
                </a:moveTo>
                <a:cubicBezTo>
                  <a:pt x="115431" y="65246"/>
                  <a:pt x="115669" y="65484"/>
                  <a:pt x="115669" y="65782"/>
                </a:cubicBezTo>
                <a:cubicBezTo>
                  <a:pt x="115669" y="66080"/>
                  <a:pt x="115431" y="66318"/>
                  <a:pt x="115134" y="66318"/>
                </a:cubicBezTo>
                <a:cubicBezTo>
                  <a:pt x="114836" y="66318"/>
                  <a:pt x="114598" y="66080"/>
                  <a:pt x="114598" y="65782"/>
                </a:cubicBezTo>
                <a:cubicBezTo>
                  <a:pt x="114598" y="65484"/>
                  <a:pt x="114836" y="65246"/>
                  <a:pt x="115134" y="65246"/>
                </a:cubicBezTo>
                <a:close/>
                <a:moveTo>
                  <a:pt x="115134" y="64960"/>
                </a:moveTo>
                <a:cubicBezTo>
                  <a:pt x="114681" y="64960"/>
                  <a:pt x="114312" y="65330"/>
                  <a:pt x="114312" y="65782"/>
                </a:cubicBezTo>
                <a:cubicBezTo>
                  <a:pt x="114312" y="66223"/>
                  <a:pt x="114681" y="66604"/>
                  <a:pt x="115134" y="66604"/>
                </a:cubicBezTo>
                <a:cubicBezTo>
                  <a:pt x="115574" y="66604"/>
                  <a:pt x="115955" y="66246"/>
                  <a:pt x="115955" y="65782"/>
                </a:cubicBezTo>
                <a:cubicBezTo>
                  <a:pt x="115955" y="65330"/>
                  <a:pt x="115574" y="64960"/>
                  <a:pt x="115134" y="64960"/>
                </a:cubicBezTo>
                <a:close/>
                <a:moveTo>
                  <a:pt x="102525" y="65901"/>
                </a:moveTo>
                <a:cubicBezTo>
                  <a:pt x="102822" y="65901"/>
                  <a:pt x="103061" y="66139"/>
                  <a:pt x="103061" y="66437"/>
                </a:cubicBezTo>
                <a:cubicBezTo>
                  <a:pt x="103061" y="66735"/>
                  <a:pt x="102822" y="66973"/>
                  <a:pt x="102525" y="66973"/>
                </a:cubicBezTo>
                <a:cubicBezTo>
                  <a:pt x="102227" y="66973"/>
                  <a:pt x="101989" y="66735"/>
                  <a:pt x="101989" y="66437"/>
                </a:cubicBezTo>
                <a:cubicBezTo>
                  <a:pt x="101989" y="66139"/>
                  <a:pt x="102227" y="65901"/>
                  <a:pt x="102525" y="65901"/>
                </a:cubicBezTo>
                <a:close/>
                <a:moveTo>
                  <a:pt x="105442" y="65901"/>
                </a:moveTo>
                <a:cubicBezTo>
                  <a:pt x="105740" y="65901"/>
                  <a:pt x="105978" y="66139"/>
                  <a:pt x="105978" y="66437"/>
                </a:cubicBezTo>
                <a:cubicBezTo>
                  <a:pt x="105966" y="66735"/>
                  <a:pt x="105728" y="66973"/>
                  <a:pt x="105442" y="66973"/>
                </a:cubicBezTo>
                <a:cubicBezTo>
                  <a:pt x="105144" y="66973"/>
                  <a:pt x="104906" y="66735"/>
                  <a:pt x="104906" y="66437"/>
                </a:cubicBezTo>
                <a:cubicBezTo>
                  <a:pt x="104906" y="66139"/>
                  <a:pt x="105144" y="65901"/>
                  <a:pt x="105442" y="65901"/>
                </a:cubicBezTo>
                <a:close/>
                <a:moveTo>
                  <a:pt x="32957" y="66306"/>
                </a:moveTo>
                <a:cubicBezTo>
                  <a:pt x="33254" y="66306"/>
                  <a:pt x="33492" y="66544"/>
                  <a:pt x="33492" y="66842"/>
                </a:cubicBezTo>
                <a:cubicBezTo>
                  <a:pt x="33492" y="67139"/>
                  <a:pt x="33254" y="67377"/>
                  <a:pt x="32957" y="67377"/>
                </a:cubicBezTo>
                <a:cubicBezTo>
                  <a:pt x="32659" y="67377"/>
                  <a:pt x="32409" y="67139"/>
                  <a:pt x="32409" y="66842"/>
                </a:cubicBezTo>
                <a:cubicBezTo>
                  <a:pt x="32409" y="66544"/>
                  <a:pt x="32659" y="66306"/>
                  <a:pt x="32957" y="66306"/>
                </a:cubicBezTo>
                <a:close/>
                <a:moveTo>
                  <a:pt x="68997" y="67449"/>
                </a:moveTo>
                <a:cubicBezTo>
                  <a:pt x="69294" y="67449"/>
                  <a:pt x="69533" y="67687"/>
                  <a:pt x="69533" y="67985"/>
                </a:cubicBezTo>
                <a:cubicBezTo>
                  <a:pt x="69533" y="68282"/>
                  <a:pt x="69294" y="68520"/>
                  <a:pt x="68997" y="68520"/>
                </a:cubicBezTo>
                <a:cubicBezTo>
                  <a:pt x="68699" y="68520"/>
                  <a:pt x="68461" y="68282"/>
                  <a:pt x="68461" y="67985"/>
                </a:cubicBezTo>
                <a:cubicBezTo>
                  <a:pt x="68461" y="67687"/>
                  <a:pt x="68699" y="67449"/>
                  <a:pt x="68997" y="67449"/>
                </a:cubicBezTo>
                <a:close/>
                <a:moveTo>
                  <a:pt x="117392" y="67519"/>
                </a:moveTo>
                <a:cubicBezTo>
                  <a:pt x="117530" y="67519"/>
                  <a:pt x="117665" y="67566"/>
                  <a:pt x="117765" y="67675"/>
                </a:cubicBezTo>
                <a:cubicBezTo>
                  <a:pt x="117872" y="67770"/>
                  <a:pt x="117920" y="67913"/>
                  <a:pt x="117920" y="68044"/>
                </a:cubicBezTo>
                <a:cubicBezTo>
                  <a:pt x="117920" y="68092"/>
                  <a:pt x="117920" y="68128"/>
                  <a:pt x="117908" y="68175"/>
                </a:cubicBezTo>
                <a:cubicBezTo>
                  <a:pt x="117860" y="68354"/>
                  <a:pt x="117705" y="68520"/>
                  <a:pt x="117515" y="68568"/>
                </a:cubicBezTo>
                <a:cubicBezTo>
                  <a:pt x="117470" y="68577"/>
                  <a:pt x="117426" y="68581"/>
                  <a:pt x="117382" y="68581"/>
                </a:cubicBezTo>
                <a:cubicBezTo>
                  <a:pt x="117243" y="68581"/>
                  <a:pt x="117115" y="68534"/>
                  <a:pt x="117015" y="68425"/>
                </a:cubicBezTo>
                <a:cubicBezTo>
                  <a:pt x="116872" y="68294"/>
                  <a:pt x="116836" y="68104"/>
                  <a:pt x="116872" y="67925"/>
                </a:cubicBezTo>
                <a:cubicBezTo>
                  <a:pt x="116919" y="67747"/>
                  <a:pt x="117062" y="67580"/>
                  <a:pt x="117265" y="67532"/>
                </a:cubicBezTo>
                <a:cubicBezTo>
                  <a:pt x="117307" y="67524"/>
                  <a:pt x="117350" y="67519"/>
                  <a:pt x="117392" y="67519"/>
                </a:cubicBezTo>
                <a:close/>
                <a:moveTo>
                  <a:pt x="117403" y="67226"/>
                </a:moveTo>
                <a:cubicBezTo>
                  <a:pt x="117330" y="67226"/>
                  <a:pt x="117256" y="67237"/>
                  <a:pt x="117181" y="67258"/>
                </a:cubicBezTo>
                <a:cubicBezTo>
                  <a:pt x="116908" y="67330"/>
                  <a:pt x="116669" y="67556"/>
                  <a:pt x="116598" y="67854"/>
                </a:cubicBezTo>
                <a:cubicBezTo>
                  <a:pt x="116574" y="67901"/>
                  <a:pt x="116562" y="67985"/>
                  <a:pt x="116562" y="68044"/>
                </a:cubicBezTo>
                <a:cubicBezTo>
                  <a:pt x="116562" y="68270"/>
                  <a:pt x="116658" y="68461"/>
                  <a:pt x="116800" y="68628"/>
                </a:cubicBezTo>
                <a:cubicBezTo>
                  <a:pt x="116961" y="68779"/>
                  <a:pt x="117154" y="68857"/>
                  <a:pt x="117361" y="68857"/>
                </a:cubicBezTo>
                <a:cubicBezTo>
                  <a:pt x="117431" y="68857"/>
                  <a:pt x="117502" y="68848"/>
                  <a:pt x="117574" y="68830"/>
                </a:cubicBezTo>
                <a:cubicBezTo>
                  <a:pt x="117860" y="68759"/>
                  <a:pt x="118098" y="68532"/>
                  <a:pt x="118170" y="68235"/>
                </a:cubicBezTo>
                <a:cubicBezTo>
                  <a:pt x="118241" y="67949"/>
                  <a:pt x="118158" y="67651"/>
                  <a:pt x="117955" y="67461"/>
                </a:cubicBezTo>
                <a:cubicBezTo>
                  <a:pt x="117805" y="67311"/>
                  <a:pt x="117610" y="67226"/>
                  <a:pt x="117403" y="67226"/>
                </a:cubicBezTo>
                <a:close/>
                <a:moveTo>
                  <a:pt x="104668" y="29420"/>
                </a:moveTo>
                <a:cubicBezTo>
                  <a:pt x="104156" y="29420"/>
                  <a:pt x="103704" y="29849"/>
                  <a:pt x="103704" y="30373"/>
                </a:cubicBezTo>
                <a:cubicBezTo>
                  <a:pt x="103704" y="30897"/>
                  <a:pt x="104132" y="31325"/>
                  <a:pt x="104656" y="31325"/>
                </a:cubicBezTo>
                <a:cubicBezTo>
                  <a:pt x="104704" y="31325"/>
                  <a:pt x="104751" y="31325"/>
                  <a:pt x="104787" y="31313"/>
                </a:cubicBezTo>
                <a:lnTo>
                  <a:pt x="123682" y="50054"/>
                </a:lnTo>
                <a:lnTo>
                  <a:pt x="130135" y="50054"/>
                </a:lnTo>
                <a:lnTo>
                  <a:pt x="150781" y="70533"/>
                </a:lnTo>
                <a:lnTo>
                  <a:pt x="151579" y="69723"/>
                </a:lnTo>
                <a:lnTo>
                  <a:pt x="130612" y="48923"/>
                </a:lnTo>
                <a:lnTo>
                  <a:pt x="124158" y="48923"/>
                </a:lnTo>
                <a:lnTo>
                  <a:pt x="105609" y="30504"/>
                </a:lnTo>
                <a:cubicBezTo>
                  <a:pt x="105609" y="30468"/>
                  <a:pt x="105620" y="30421"/>
                  <a:pt x="105620" y="30373"/>
                </a:cubicBezTo>
                <a:cubicBezTo>
                  <a:pt x="105620" y="29849"/>
                  <a:pt x="105192" y="29420"/>
                  <a:pt x="104668" y="29420"/>
                </a:cubicBezTo>
                <a:close/>
                <a:moveTo>
                  <a:pt x="76950" y="69854"/>
                </a:moveTo>
                <a:cubicBezTo>
                  <a:pt x="77248" y="69854"/>
                  <a:pt x="77486" y="70092"/>
                  <a:pt x="77486" y="70390"/>
                </a:cubicBezTo>
                <a:cubicBezTo>
                  <a:pt x="77486" y="70687"/>
                  <a:pt x="77248" y="70926"/>
                  <a:pt x="76950" y="70926"/>
                </a:cubicBezTo>
                <a:cubicBezTo>
                  <a:pt x="76653" y="70914"/>
                  <a:pt x="76414" y="70675"/>
                  <a:pt x="76414" y="70390"/>
                </a:cubicBezTo>
                <a:cubicBezTo>
                  <a:pt x="76414" y="70092"/>
                  <a:pt x="76653" y="69854"/>
                  <a:pt x="76950" y="69854"/>
                </a:cubicBezTo>
                <a:close/>
                <a:moveTo>
                  <a:pt x="119646" y="69366"/>
                </a:moveTo>
                <a:cubicBezTo>
                  <a:pt x="119122" y="69366"/>
                  <a:pt x="118694" y="69794"/>
                  <a:pt x="118694" y="70318"/>
                </a:cubicBezTo>
                <a:cubicBezTo>
                  <a:pt x="118694" y="70842"/>
                  <a:pt x="119122" y="71271"/>
                  <a:pt x="119646" y="71271"/>
                </a:cubicBezTo>
                <a:cubicBezTo>
                  <a:pt x="120170" y="71271"/>
                  <a:pt x="120599" y="70842"/>
                  <a:pt x="120599" y="70318"/>
                </a:cubicBezTo>
                <a:cubicBezTo>
                  <a:pt x="120599" y="69794"/>
                  <a:pt x="120170" y="69366"/>
                  <a:pt x="119646" y="69366"/>
                </a:cubicBezTo>
                <a:close/>
                <a:moveTo>
                  <a:pt x="50578" y="11811"/>
                </a:moveTo>
                <a:cubicBezTo>
                  <a:pt x="50054" y="11811"/>
                  <a:pt x="49625" y="12252"/>
                  <a:pt x="49625" y="12764"/>
                </a:cubicBezTo>
                <a:cubicBezTo>
                  <a:pt x="49625" y="13085"/>
                  <a:pt x="49768" y="13347"/>
                  <a:pt x="50006" y="13526"/>
                </a:cubicBezTo>
                <a:lnTo>
                  <a:pt x="50006" y="41505"/>
                </a:lnTo>
                <a:lnTo>
                  <a:pt x="30694" y="60984"/>
                </a:lnTo>
                <a:lnTo>
                  <a:pt x="14109" y="60984"/>
                </a:lnTo>
                <a:lnTo>
                  <a:pt x="3572" y="71616"/>
                </a:lnTo>
                <a:lnTo>
                  <a:pt x="4370" y="72414"/>
                </a:lnTo>
                <a:lnTo>
                  <a:pt x="14585" y="62139"/>
                </a:lnTo>
                <a:lnTo>
                  <a:pt x="31147" y="62139"/>
                </a:lnTo>
                <a:lnTo>
                  <a:pt x="31147" y="62115"/>
                </a:lnTo>
                <a:lnTo>
                  <a:pt x="51137" y="41981"/>
                </a:lnTo>
                <a:lnTo>
                  <a:pt x="51137" y="13526"/>
                </a:lnTo>
                <a:cubicBezTo>
                  <a:pt x="51376" y="13347"/>
                  <a:pt x="51530" y="13085"/>
                  <a:pt x="51530" y="12764"/>
                </a:cubicBezTo>
                <a:cubicBezTo>
                  <a:pt x="51530" y="12252"/>
                  <a:pt x="51090" y="11811"/>
                  <a:pt x="50578" y="11811"/>
                </a:cubicBezTo>
                <a:close/>
                <a:moveTo>
                  <a:pt x="29004" y="72259"/>
                </a:moveTo>
                <a:cubicBezTo>
                  <a:pt x="29301" y="72259"/>
                  <a:pt x="29540" y="72497"/>
                  <a:pt x="29540" y="72795"/>
                </a:cubicBezTo>
                <a:cubicBezTo>
                  <a:pt x="29540" y="73092"/>
                  <a:pt x="29301" y="73331"/>
                  <a:pt x="29004" y="73331"/>
                </a:cubicBezTo>
                <a:cubicBezTo>
                  <a:pt x="28706" y="73331"/>
                  <a:pt x="28468" y="73092"/>
                  <a:pt x="28468" y="72795"/>
                </a:cubicBezTo>
                <a:cubicBezTo>
                  <a:pt x="28492" y="72497"/>
                  <a:pt x="28730" y="72259"/>
                  <a:pt x="29004" y="72259"/>
                </a:cubicBezTo>
                <a:close/>
                <a:moveTo>
                  <a:pt x="29004" y="75771"/>
                </a:moveTo>
                <a:cubicBezTo>
                  <a:pt x="29301" y="75771"/>
                  <a:pt x="29540" y="76009"/>
                  <a:pt x="29540" y="76307"/>
                </a:cubicBezTo>
                <a:cubicBezTo>
                  <a:pt x="29540" y="76605"/>
                  <a:pt x="29301" y="76843"/>
                  <a:pt x="29004" y="76843"/>
                </a:cubicBezTo>
                <a:cubicBezTo>
                  <a:pt x="28706" y="76843"/>
                  <a:pt x="28468" y="76605"/>
                  <a:pt x="28468" y="76307"/>
                </a:cubicBezTo>
                <a:cubicBezTo>
                  <a:pt x="28492" y="76009"/>
                  <a:pt x="28730" y="75771"/>
                  <a:pt x="29004" y="75771"/>
                </a:cubicBezTo>
                <a:close/>
                <a:moveTo>
                  <a:pt x="123730" y="55185"/>
                </a:moveTo>
                <a:lnTo>
                  <a:pt x="123539" y="55388"/>
                </a:lnTo>
                <a:lnTo>
                  <a:pt x="140291" y="72104"/>
                </a:lnTo>
                <a:lnTo>
                  <a:pt x="140327" y="72152"/>
                </a:lnTo>
                <a:lnTo>
                  <a:pt x="144590" y="72152"/>
                </a:lnTo>
                <a:lnTo>
                  <a:pt x="149900" y="77462"/>
                </a:lnTo>
                <a:lnTo>
                  <a:pt x="150090" y="77260"/>
                </a:lnTo>
                <a:lnTo>
                  <a:pt x="144732" y="71902"/>
                </a:lnTo>
                <a:lnTo>
                  <a:pt x="144685" y="71854"/>
                </a:lnTo>
                <a:lnTo>
                  <a:pt x="140434" y="71854"/>
                </a:lnTo>
                <a:lnTo>
                  <a:pt x="123730" y="55185"/>
                </a:lnTo>
                <a:close/>
                <a:moveTo>
                  <a:pt x="124325" y="77486"/>
                </a:moveTo>
                <a:cubicBezTo>
                  <a:pt x="124623" y="77486"/>
                  <a:pt x="124861" y="77724"/>
                  <a:pt x="124861" y="78022"/>
                </a:cubicBezTo>
                <a:cubicBezTo>
                  <a:pt x="124861" y="78319"/>
                  <a:pt x="124623" y="78569"/>
                  <a:pt x="124325" y="78569"/>
                </a:cubicBezTo>
                <a:cubicBezTo>
                  <a:pt x="124039" y="78569"/>
                  <a:pt x="123801" y="78319"/>
                  <a:pt x="123801" y="78022"/>
                </a:cubicBezTo>
                <a:cubicBezTo>
                  <a:pt x="123801" y="77724"/>
                  <a:pt x="124028" y="77486"/>
                  <a:pt x="124325" y="77486"/>
                </a:cubicBezTo>
                <a:close/>
                <a:moveTo>
                  <a:pt x="82725" y="79141"/>
                </a:moveTo>
                <a:cubicBezTo>
                  <a:pt x="83022" y="79141"/>
                  <a:pt x="83261" y="79379"/>
                  <a:pt x="83261" y="79677"/>
                </a:cubicBezTo>
                <a:cubicBezTo>
                  <a:pt x="83261" y="79974"/>
                  <a:pt x="83022" y="80212"/>
                  <a:pt x="82725" y="80212"/>
                </a:cubicBezTo>
                <a:cubicBezTo>
                  <a:pt x="82427" y="80212"/>
                  <a:pt x="82189" y="79974"/>
                  <a:pt x="82189" y="79677"/>
                </a:cubicBezTo>
                <a:cubicBezTo>
                  <a:pt x="82189" y="79379"/>
                  <a:pt x="82427" y="79141"/>
                  <a:pt x="82725" y="79141"/>
                </a:cubicBezTo>
                <a:close/>
                <a:moveTo>
                  <a:pt x="68997" y="67163"/>
                </a:moveTo>
                <a:cubicBezTo>
                  <a:pt x="68556" y="67163"/>
                  <a:pt x="68175" y="67532"/>
                  <a:pt x="68175" y="67985"/>
                </a:cubicBezTo>
                <a:cubicBezTo>
                  <a:pt x="68175" y="68163"/>
                  <a:pt x="68235" y="68342"/>
                  <a:pt x="68342" y="68473"/>
                </a:cubicBezTo>
                <a:lnTo>
                  <a:pt x="65354" y="71699"/>
                </a:lnTo>
                <a:lnTo>
                  <a:pt x="65354" y="85094"/>
                </a:lnTo>
                <a:lnTo>
                  <a:pt x="65639" y="85094"/>
                </a:lnTo>
                <a:lnTo>
                  <a:pt x="65639" y="71807"/>
                </a:lnTo>
                <a:lnTo>
                  <a:pt x="68556" y="68663"/>
                </a:lnTo>
                <a:cubicBezTo>
                  <a:pt x="68687" y="68759"/>
                  <a:pt x="68830" y="68794"/>
                  <a:pt x="68997" y="68794"/>
                </a:cubicBezTo>
                <a:cubicBezTo>
                  <a:pt x="69004" y="68794"/>
                  <a:pt x="69011" y="68795"/>
                  <a:pt x="69019" y="68795"/>
                </a:cubicBezTo>
                <a:cubicBezTo>
                  <a:pt x="69461" y="68795"/>
                  <a:pt x="69818" y="68441"/>
                  <a:pt x="69818" y="67985"/>
                </a:cubicBezTo>
                <a:cubicBezTo>
                  <a:pt x="69818" y="67532"/>
                  <a:pt x="69449" y="67163"/>
                  <a:pt x="68997" y="67163"/>
                </a:cubicBezTo>
                <a:close/>
                <a:moveTo>
                  <a:pt x="70914" y="18931"/>
                </a:moveTo>
                <a:cubicBezTo>
                  <a:pt x="70473" y="18931"/>
                  <a:pt x="70104" y="19300"/>
                  <a:pt x="70104" y="19741"/>
                </a:cubicBezTo>
                <a:cubicBezTo>
                  <a:pt x="70104" y="20145"/>
                  <a:pt x="70402" y="20479"/>
                  <a:pt x="70771" y="20550"/>
                </a:cubicBezTo>
                <a:lnTo>
                  <a:pt x="70771" y="35790"/>
                </a:lnTo>
                <a:lnTo>
                  <a:pt x="68854" y="37731"/>
                </a:lnTo>
                <a:lnTo>
                  <a:pt x="68854" y="62258"/>
                </a:lnTo>
                <a:lnTo>
                  <a:pt x="60877" y="70247"/>
                </a:lnTo>
                <a:lnTo>
                  <a:pt x="60829" y="70294"/>
                </a:lnTo>
                <a:lnTo>
                  <a:pt x="60829" y="85118"/>
                </a:lnTo>
                <a:lnTo>
                  <a:pt x="61115" y="85118"/>
                </a:lnTo>
                <a:lnTo>
                  <a:pt x="61115" y="70414"/>
                </a:lnTo>
                <a:lnTo>
                  <a:pt x="69092" y="62413"/>
                </a:lnTo>
                <a:lnTo>
                  <a:pt x="69152" y="62353"/>
                </a:lnTo>
                <a:lnTo>
                  <a:pt x="69152" y="37850"/>
                </a:lnTo>
                <a:lnTo>
                  <a:pt x="71069" y="35909"/>
                </a:lnTo>
                <a:lnTo>
                  <a:pt x="71069" y="20550"/>
                </a:lnTo>
                <a:cubicBezTo>
                  <a:pt x="71450" y="20479"/>
                  <a:pt x="71735" y="20145"/>
                  <a:pt x="71735" y="19741"/>
                </a:cubicBezTo>
                <a:cubicBezTo>
                  <a:pt x="71735" y="19300"/>
                  <a:pt x="71366" y="18931"/>
                  <a:pt x="70914" y="18931"/>
                </a:cubicBezTo>
                <a:close/>
                <a:moveTo>
                  <a:pt x="68997" y="64460"/>
                </a:moveTo>
                <a:cubicBezTo>
                  <a:pt x="68556" y="64460"/>
                  <a:pt x="68175" y="64830"/>
                  <a:pt x="68175" y="65270"/>
                </a:cubicBezTo>
                <a:cubicBezTo>
                  <a:pt x="68175" y="65449"/>
                  <a:pt x="68235" y="65615"/>
                  <a:pt x="68330" y="65734"/>
                </a:cubicBezTo>
                <a:lnTo>
                  <a:pt x="63103" y="71009"/>
                </a:lnTo>
                <a:lnTo>
                  <a:pt x="63103" y="85118"/>
                </a:lnTo>
                <a:lnTo>
                  <a:pt x="63389" y="85118"/>
                </a:lnTo>
                <a:lnTo>
                  <a:pt x="63389" y="71128"/>
                </a:lnTo>
                <a:lnTo>
                  <a:pt x="68532" y="65961"/>
                </a:lnTo>
                <a:cubicBezTo>
                  <a:pt x="68675" y="66044"/>
                  <a:pt x="68830" y="66103"/>
                  <a:pt x="68997" y="66103"/>
                </a:cubicBezTo>
                <a:cubicBezTo>
                  <a:pt x="69449" y="66092"/>
                  <a:pt x="69818" y="65734"/>
                  <a:pt x="69818" y="65270"/>
                </a:cubicBezTo>
                <a:cubicBezTo>
                  <a:pt x="69818" y="64830"/>
                  <a:pt x="69449" y="64460"/>
                  <a:pt x="68997" y="64460"/>
                </a:cubicBezTo>
                <a:close/>
                <a:moveTo>
                  <a:pt x="29004" y="68306"/>
                </a:moveTo>
                <a:cubicBezTo>
                  <a:pt x="28694" y="68306"/>
                  <a:pt x="28432" y="68461"/>
                  <a:pt x="28242" y="68699"/>
                </a:cubicBezTo>
                <a:lnTo>
                  <a:pt x="17336" y="68699"/>
                </a:lnTo>
                <a:lnTo>
                  <a:pt x="0" y="86154"/>
                </a:lnTo>
                <a:lnTo>
                  <a:pt x="810" y="86951"/>
                </a:lnTo>
                <a:lnTo>
                  <a:pt x="17812" y="69830"/>
                </a:lnTo>
                <a:lnTo>
                  <a:pt x="28242" y="69830"/>
                </a:lnTo>
                <a:cubicBezTo>
                  <a:pt x="28432" y="70068"/>
                  <a:pt x="28694" y="70211"/>
                  <a:pt x="29004" y="70211"/>
                </a:cubicBezTo>
                <a:cubicBezTo>
                  <a:pt x="29528" y="70211"/>
                  <a:pt x="29956" y="69783"/>
                  <a:pt x="29956" y="69259"/>
                </a:cubicBezTo>
                <a:cubicBezTo>
                  <a:pt x="29956" y="68747"/>
                  <a:pt x="29528" y="68306"/>
                  <a:pt x="29004" y="68306"/>
                </a:cubicBezTo>
                <a:close/>
                <a:moveTo>
                  <a:pt x="16538" y="86642"/>
                </a:moveTo>
                <a:cubicBezTo>
                  <a:pt x="16836" y="86642"/>
                  <a:pt x="17074" y="86880"/>
                  <a:pt x="17074" y="87177"/>
                </a:cubicBezTo>
                <a:cubicBezTo>
                  <a:pt x="17074" y="87475"/>
                  <a:pt x="16836" y="87713"/>
                  <a:pt x="16538" y="87713"/>
                </a:cubicBezTo>
                <a:cubicBezTo>
                  <a:pt x="16240" y="87713"/>
                  <a:pt x="16002" y="87475"/>
                  <a:pt x="16002" y="87177"/>
                </a:cubicBezTo>
                <a:cubicBezTo>
                  <a:pt x="16002" y="86880"/>
                  <a:pt x="16240" y="86642"/>
                  <a:pt x="16538" y="86642"/>
                </a:cubicBezTo>
                <a:close/>
                <a:moveTo>
                  <a:pt x="71128" y="86927"/>
                </a:moveTo>
                <a:cubicBezTo>
                  <a:pt x="71426" y="86927"/>
                  <a:pt x="71664" y="87166"/>
                  <a:pt x="71664" y="87463"/>
                </a:cubicBezTo>
                <a:cubicBezTo>
                  <a:pt x="71664" y="87761"/>
                  <a:pt x="71426" y="87999"/>
                  <a:pt x="71128" y="87999"/>
                </a:cubicBezTo>
                <a:cubicBezTo>
                  <a:pt x="70830" y="87999"/>
                  <a:pt x="70592" y="87761"/>
                  <a:pt x="70592" y="87463"/>
                </a:cubicBezTo>
                <a:cubicBezTo>
                  <a:pt x="70592" y="87166"/>
                  <a:pt x="70830" y="86927"/>
                  <a:pt x="71128" y="86927"/>
                </a:cubicBezTo>
                <a:close/>
                <a:moveTo>
                  <a:pt x="71128" y="86630"/>
                </a:moveTo>
                <a:cubicBezTo>
                  <a:pt x="70676" y="86630"/>
                  <a:pt x="70307" y="86999"/>
                  <a:pt x="70307" y="87451"/>
                </a:cubicBezTo>
                <a:cubicBezTo>
                  <a:pt x="70307" y="87916"/>
                  <a:pt x="70664" y="88273"/>
                  <a:pt x="71128" y="88273"/>
                </a:cubicBezTo>
                <a:cubicBezTo>
                  <a:pt x="71569" y="88273"/>
                  <a:pt x="71950" y="87892"/>
                  <a:pt x="71950" y="87451"/>
                </a:cubicBezTo>
                <a:cubicBezTo>
                  <a:pt x="71950" y="86999"/>
                  <a:pt x="71569" y="86630"/>
                  <a:pt x="71128" y="86630"/>
                </a:cubicBezTo>
                <a:close/>
                <a:moveTo>
                  <a:pt x="14276" y="88928"/>
                </a:moveTo>
                <a:cubicBezTo>
                  <a:pt x="14573" y="88928"/>
                  <a:pt x="14811" y="89166"/>
                  <a:pt x="14811" y="89463"/>
                </a:cubicBezTo>
                <a:cubicBezTo>
                  <a:pt x="14811" y="89761"/>
                  <a:pt x="14573" y="89999"/>
                  <a:pt x="14276" y="89999"/>
                </a:cubicBezTo>
                <a:cubicBezTo>
                  <a:pt x="13978" y="89975"/>
                  <a:pt x="13740" y="89737"/>
                  <a:pt x="13740" y="89463"/>
                </a:cubicBezTo>
                <a:cubicBezTo>
                  <a:pt x="13740" y="89166"/>
                  <a:pt x="13978" y="88928"/>
                  <a:pt x="14276" y="88928"/>
                </a:cubicBezTo>
                <a:close/>
                <a:moveTo>
                  <a:pt x="29004" y="71961"/>
                </a:moveTo>
                <a:cubicBezTo>
                  <a:pt x="28599" y="71961"/>
                  <a:pt x="28277" y="72259"/>
                  <a:pt x="28206" y="72628"/>
                </a:cubicBezTo>
                <a:lnTo>
                  <a:pt x="18991" y="72628"/>
                </a:lnTo>
                <a:lnTo>
                  <a:pt x="1786" y="89975"/>
                </a:lnTo>
                <a:lnTo>
                  <a:pt x="2000" y="90178"/>
                </a:lnTo>
                <a:lnTo>
                  <a:pt x="19122" y="72914"/>
                </a:lnTo>
                <a:lnTo>
                  <a:pt x="28206" y="72914"/>
                </a:lnTo>
                <a:lnTo>
                  <a:pt x="28206" y="72926"/>
                </a:lnTo>
                <a:cubicBezTo>
                  <a:pt x="28277" y="73307"/>
                  <a:pt x="28611" y="73592"/>
                  <a:pt x="29004" y="73592"/>
                </a:cubicBezTo>
                <a:cubicBezTo>
                  <a:pt x="29456" y="73592"/>
                  <a:pt x="29825" y="73223"/>
                  <a:pt x="29825" y="72771"/>
                </a:cubicBezTo>
                <a:cubicBezTo>
                  <a:pt x="29825" y="72330"/>
                  <a:pt x="29456" y="71961"/>
                  <a:pt x="29004" y="71961"/>
                </a:cubicBezTo>
                <a:close/>
                <a:moveTo>
                  <a:pt x="71128" y="89880"/>
                </a:moveTo>
                <a:cubicBezTo>
                  <a:pt x="71426" y="89880"/>
                  <a:pt x="71664" y="90118"/>
                  <a:pt x="71664" y="90416"/>
                </a:cubicBezTo>
                <a:cubicBezTo>
                  <a:pt x="71664" y="90714"/>
                  <a:pt x="71426" y="90952"/>
                  <a:pt x="71128" y="90952"/>
                </a:cubicBezTo>
                <a:cubicBezTo>
                  <a:pt x="70830" y="90952"/>
                  <a:pt x="70592" y="90714"/>
                  <a:pt x="70592" y="90416"/>
                </a:cubicBezTo>
                <a:cubicBezTo>
                  <a:pt x="70592" y="90118"/>
                  <a:pt x="70830" y="89880"/>
                  <a:pt x="71128" y="89880"/>
                </a:cubicBezTo>
                <a:close/>
                <a:moveTo>
                  <a:pt x="71128" y="89583"/>
                </a:moveTo>
                <a:cubicBezTo>
                  <a:pt x="70676" y="89583"/>
                  <a:pt x="70307" y="89952"/>
                  <a:pt x="70307" y="90392"/>
                </a:cubicBezTo>
                <a:cubicBezTo>
                  <a:pt x="70307" y="90857"/>
                  <a:pt x="70664" y="91214"/>
                  <a:pt x="71128" y="91214"/>
                </a:cubicBezTo>
                <a:cubicBezTo>
                  <a:pt x="71569" y="91214"/>
                  <a:pt x="71950" y="90845"/>
                  <a:pt x="71950" y="90392"/>
                </a:cubicBezTo>
                <a:cubicBezTo>
                  <a:pt x="71950" y="89952"/>
                  <a:pt x="71569" y="89583"/>
                  <a:pt x="71128" y="89583"/>
                </a:cubicBezTo>
                <a:close/>
                <a:moveTo>
                  <a:pt x="12025" y="91178"/>
                </a:moveTo>
                <a:cubicBezTo>
                  <a:pt x="12323" y="91178"/>
                  <a:pt x="12561" y="91416"/>
                  <a:pt x="12561" y="91714"/>
                </a:cubicBezTo>
                <a:cubicBezTo>
                  <a:pt x="12561" y="92011"/>
                  <a:pt x="12323" y="92261"/>
                  <a:pt x="12025" y="92261"/>
                </a:cubicBezTo>
                <a:cubicBezTo>
                  <a:pt x="11728" y="92261"/>
                  <a:pt x="11490" y="92011"/>
                  <a:pt x="11490" y="91714"/>
                </a:cubicBezTo>
                <a:cubicBezTo>
                  <a:pt x="11490" y="91416"/>
                  <a:pt x="11728" y="91178"/>
                  <a:pt x="12025" y="91178"/>
                </a:cubicBezTo>
                <a:close/>
                <a:moveTo>
                  <a:pt x="29004" y="75474"/>
                </a:moveTo>
                <a:cubicBezTo>
                  <a:pt x="28599" y="75474"/>
                  <a:pt x="28277" y="75771"/>
                  <a:pt x="28206" y="76140"/>
                </a:cubicBezTo>
                <a:lnTo>
                  <a:pt x="20479" y="76140"/>
                </a:lnTo>
                <a:lnTo>
                  <a:pt x="3274" y="93500"/>
                </a:lnTo>
                <a:lnTo>
                  <a:pt x="3489" y="93702"/>
                </a:lnTo>
                <a:lnTo>
                  <a:pt x="20610" y="76438"/>
                </a:lnTo>
                <a:lnTo>
                  <a:pt x="28206" y="76438"/>
                </a:lnTo>
                <a:cubicBezTo>
                  <a:pt x="28277" y="76819"/>
                  <a:pt x="28611" y="77105"/>
                  <a:pt x="29004" y="77105"/>
                </a:cubicBezTo>
                <a:cubicBezTo>
                  <a:pt x="29456" y="77105"/>
                  <a:pt x="29825" y="76736"/>
                  <a:pt x="29825" y="76283"/>
                </a:cubicBezTo>
                <a:cubicBezTo>
                  <a:pt x="29825" y="75843"/>
                  <a:pt x="29456" y="75474"/>
                  <a:pt x="29004" y="75474"/>
                </a:cubicBezTo>
                <a:close/>
                <a:moveTo>
                  <a:pt x="50197" y="48625"/>
                </a:moveTo>
                <a:cubicBezTo>
                  <a:pt x="49756" y="48625"/>
                  <a:pt x="49387" y="48994"/>
                  <a:pt x="49387" y="49435"/>
                </a:cubicBezTo>
                <a:cubicBezTo>
                  <a:pt x="49387" y="49613"/>
                  <a:pt x="49447" y="49780"/>
                  <a:pt x="49530" y="49911"/>
                </a:cubicBezTo>
                <a:lnTo>
                  <a:pt x="40660" y="58841"/>
                </a:lnTo>
                <a:lnTo>
                  <a:pt x="40660" y="82629"/>
                </a:lnTo>
                <a:lnTo>
                  <a:pt x="28897" y="94476"/>
                </a:lnTo>
                <a:lnTo>
                  <a:pt x="29111" y="94667"/>
                </a:lnTo>
                <a:lnTo>
                  <a:pt x="40958" y="82736"/>
                </a:lnTo>
                <a:lnTo>
                  <a:pt x="40958" y="58960"/>
                </a:lnTo>
                <a:lnTo>
                  <a:pt x="49744" y="50113"/>
                </a:lnTo>
                <a:cubicBezTo>
                  <a:pt x="49875" y="50197"/>
                  <a:pt x="50042" y="50256"/>
                  <a:pt x="50197" y="50256"/>
                </a:cubicBezTo>
                <a:cubicBezTo>
                  <a:pt x="50661" y="50256"/>
                  <a:pt x="51018" y="49899"/>
                  <a:pt x="51018" y="49435"/>
                </a:cubicBezTo>
                <a:cubicBezTo>
                  <a:pt x="51018" y="48994"/>
                  <a:pt x="50649" y="48625"/>
                  <a:pt x="50197" y="48625"/>
                </a:cubicBezTo>
                <a:close/>
                <a:moveTo>
                  <a:pt x="51542" y="99108"/>
                </a:moveTo>
                <a:cubicBezTo>
                  <a:pt x="51840" y="99108"/>
                  <a:pt x="52078" y="99346"/>
                  <a:pt x="52078" y="99643"/>
                </a:cubicBezTo>
                <a:cubicBezTo>
                  <a:pt x="52078" y="99941"/>
                  <a:pt x="51840" y="100179"/>
                  <a:pt x="51542" y="100179"/>
                </a:cubicBezTo>
                <a:cubicBezTo>
                  <a:pt x="51245" y="100179"/>
                  <a:pt x="51006" y="99941"/>
                  <a:pt x="51006" y="99643"/>
                </a:cubicBezTo>
                <a:cubicBezTo>
                  <a:pt x="51006" y="99346"/>
                  <a:pt x="51245" y="99108"/>
                  <a:pt x="51542" y="99108"/>
                </a:cubicBezTo>
                <a:close/>
                <a:moveTo>
                  <a:pt x="105204" y="39029"/>
                </a:moveTo>
                <a:cubicBezTo>
                  <a:pt x="104763" y="39029"/>
                  <a:pt x="104394" y="39410"/>
                  <a:pt x="104394" y="39850"/>
                </a:cubicBezTo>
                <a:cubicBezTo>
                  <a:pt x="104394" y="40303"/>
                  <a:pt x="104763" y="40672"/>
                  <a:pt x="105204" y="40672"/>
                </a:cubicBezTo>
                <a:cubicBezTo>
                  <a:pt x="105382" y="40672"/>
                  <a:pt x="105549" y="40612"/>
                  <a:pt x="105668" y="40517"/>
                </a:cubicBezTo>
                <a:lnTo>
                  <a:pt x="142054" y="76831"/>
                </a:lnTo>
                <a:lnTo>
                  <a:pt x="142054" y="99108"/>
                </a:lnTo>
                <a:lnTo>
                  <a:pt x="143899" y="100965"/>
                </a:lnTo>
                <a:lnTo>
                  <a:pt x="150507" y="100965"/>
                </a:lnTo>
                <a:lnTo>
                  <a:pt x="150507" y="100679"/>
                </a:lnTo>
                <a:lnTo>
                  <a:pt x="144018" y="100679"/>
                </a:lnTo>
                <a:lnTo>
                  <a:pt x="142339" y="98988"/>
                </a:lnTo>
                <a:lnTo>
                  <a:pt x="142339" y="76724"/>
                </a:lnTo>
                <a:lnTo>
                  <a:pt x="105882" y="40315"/>
                </a:lnTo>
                <a:cubicBezTo>
                  <a:pt x="105966" y="40184"/>
                  <a:pt x="106025" y="40017"/>
                  <a:pt x="106025" y="39850"/>
                </a:cubicBezTo>
                <a:cubicBezTo>
                  <a:pt x="106025" y="39410"/>
                  <a:pt x="105656" y="39029"/>
                  <a:pt x="105204" y="39029"/>
                </a:cubicBezTo>
                <a:close/>
                <a:moveTo>
                  <a:pt x="59400" y="26003"/>
                </a:moveTo>
                <a:cubicBezTo>
                  <a:pt x="58948" y="26003"/>
                  <a:pt x="58579" y="26372"/>
                  <a:pt x="58579" y="26813"/>
                </a:cubicBezTo>
                <a:cubicBezTo>
                  <a:pt x="58579" y="27218"/>
                  <a:pt x="58877" y="27551"/>
                  <a:pt x="59246" y="27623"/>
                </a:cubicBezTo>
                <a:lnTo>
                  <a:pt x="59246" y="40505"/>
                </a:lnTo>
                <a:lnTo>
                  <a:pt x="57626" y="42148"/>
                </a:lnTo>
                <a:lnTo>
                  <a:pt x="57626" y="55138"/>
                </a:lnTo>
                <a:lnTo>
                  <a:pt x="48304" y="64496"/>
                </a:lnTo>
                <a:lnTo>
                  <a:pt x="48304" y="81332"/>
                </a:lnTo>
                <a:lnTo>
                  <a:pt x="28920" y="100834"/>
                </a:lnTo>
                <a:lnTo>
                  <a:pt x="29111" y="101024"/>
                </a:lnTo>
                <a:lnTo>
                  <a:pt x="48566" y="81486"/>
                </a:lnTo>
                <a:lnTo>
                  <a:pt x="48601" y="81439"/>
                </a:lnTo>
                <a:lnTo>
                  <a:pt x="48601" y="64603"/>
                </a:lnTo>
                <a:lnTo>
                  <a:pt x="57924" y="55245"/>
                </a:lnTo>
                <a:lnTo>
                  <a:pt x="57924" y="42255"/>
                </a:lnTo>
                <a:lnTo>
                  <a:pt x="59543" y="40612"/>
                </a:lnTo>
                <a:lnTo>
                  <a:pt x="59543" y="27623"/>
                </a:lnTo>
                <a:cubicBezTo>
                  <a:pt x="59936" y="27551"/>
                  <a:pt x="60210" y="27218"/>
                  <a:pt x="60210" y="26813"/>
                </a:cubicBezTo>
                <a:cubicBezTo>
                  <a:pt x="60210" y="26372"/>
                  <a:pt x="59841" y="26003"/>
                  <a:pt x="59400" y="26003"/>
                </a:cubicBezTo>
                <a:close/>
                <a:moveTo>
                  <a:pt x="12014" y="90904"/>
                </a:moveTo>
                <a:cubicBezTo>
                  <a:pt x="11561" y="90904"/>
                  <a:pt x="11192" y="91273"/>
                  <a:pt x="11192" y="91726"/>
                </a:cubicBezTo>
                <a:cubicBezTo>
                  <a:pt x="11192" y="92119"/>
                  <a:pt x="11490" y="92452"/>
                  <a:pt x="11859" y="92523"/>
                </a:cubicBezTo>
                <a:lnTo>
                  <a:pt x="11859" y="102465"/>
                </a:lnTo>
                <a:lnTo>
                  <a:pt x="11478" y="102858"/>
                </a:lnTo>
                <a:lnTo>
                  <a:pt x="5763" y="102858"/>
                </a:lnTo>
                <a:lnTo>
                  <a:pt x="5763" y="103132"/>
                </a:lnTo>
                <a:lnTo>
                  <a:pt x="11609" y="103132"/>
                </a:lnTo>
                <a:lnTo>
                  <a:pt x="12156" y="102572"/>
                </a:lnTo>
                <a:lnTo>
                  <a:pt x="12156" y="92523"/>
                </a:lnTo>
                <a:cubicBezTo>
                  <a:pt x="12549" y="92452"/>
                  <a:pt x="12835" y="92119"/>
                  <a:pt x="12835" y="91726"/>
                </a:cubicBezTo>
                <a:cubicBezTo>
                  <a:pt x="12835" y="91273"/>
                  <a:pt x="12454" y="90904"/>
                  <a:pt x="12014" y="90904"/>
                </a:cubicBezTo>
                <a:close/>
                <a:moveTo>
                  <a:pt x="88690" y="33218"/>
                </a:moveTo>
                <a:cubicBezTo>
                  <a:pt x="88237" y="33218"/>
                  <a:pt x="87868" y="33588"/>
                  <a:pt x="87868" y="34040"/>
                </a:cubicBezTo>
                <a:cubicBezTo>
                  <a:pt x="87868" y="34481"/>
                  <a:pt x="88237" y="34850"/>
                  <a:pt x="88690" y="34850"/>
                </a:cubicBezTo>
                <a:cubicBezTo>
                  <a:pt x="88868" y="34850"/>
                  <a:pt x="89023" y="34790"/>
                  <a:pt x="89142" y="34707"/>
                </a:cubicBezTo>
                <a:lnTo>
                  <a:pt x="105097" y="50625"/>
                </a:lnTo>
                <a:lnTo>
                  <a:pt x="105144" y="50673"/>
                </a:lnTo>
                <a:lnTo>
                  <a:pt x="112871" y="50673"/>
                </a:lnTo>
                <a:lnTo>
                  <a:pt x="139791" y="77557"/>
                </a:lnTo>
                <a:lnTo>
                  <a:pt x="139791" y="99822"/>
                </a:lnTo>
                <a:lnTo>
                  <a:pt x="143185" y="103191"/>
                </a:lnTo>
                <a:lnTo>
                  <a:pt x="150709" y="103191"/>
                </a:lnTo>
                <a:lnTo>
                  <a:pt x="150709" y="102918"/>
                </a:lnTo>
                <a:lnTo>
                  <a:pt x="143292" y="102918"/>
                </a:lnTo>
                <a:lnTo>
                  <a:pt x="140077" y="99703"/>
                </a:lnTo>
                <a:lnTo>
                  <a:pt x="140077" y="77414"/>
                </a:lnTo>
                <a:lnTo>
                  <a:pt x="113038" y="50423"/>
                </a:lnTo>
                <a:lnTo>
                  <a:pt x="112990" y="50375"/>
                </a:lnTo>
                <a:lnTo>
                  <a:pt x="105263" y="50375"/>
                </a:lnTo>
                <a:lnTo>
                  <a:pt x="89357" y="34492"/>
                </a:lnTo>
                <a:cubicBezTo>
                  <a:pt x="89440" y="34361"/>
                  <a:pt x="89499" y="34195"/>
                  <a:pt x="89499" y="34040"/>
                </a:cubicBezTo>
                <a:cubicBezTo>
                  <a:pt x="89499" y="33588"/>
                  <a:pt x="89130" y="33218"/>
                  <a:pt x="88690" y="33218"/>
                </a:cubicBezTo>
                <a:close/>
                <a:moveTo>
                  <a:pt x="62365" y="42982"/>
                </a:moveTo>
                <a:cubicBezTo>
                  <a:pt x="61913" y="42982"/>
                  <a:pt x="61544" y="43351"/>
                  <a:pt x="61544" y="43803"/>
                </a:cubicBezTo>
                <a:cubicBezTo>
                  <a:pt x="61544" y="44196"/>
                  <a:pt x="61841" y="44529"/>
                  <a:pt x="62210" y="44601"/>
                </a:cubicBezTo>
                <a:lnTo>
                  <a:pt x="62210" y="50268"/>
                </a:lnTo>
                <a:lnTo>
                  <a:pt x="59900" y="52590"/>
                </a:lnTo>
                <a:lnTo>
                  <a:pt x="59900" y="55852"/>
                </a:lnTo>
                <a:lnTo>
                  <a:pt x="50602" y="65199"/>
                </a:lnTo>
                <a:lnTo>
                  <a:pt x="50602" y="82046"/>
                </a:lnTo>
                <a:lnTo>
                  <a:pt x="28920" y="103834"/>
                </a:lnTo>
                <a:lnTo>
                  <a:pt x="29111" y="104025"/>
                </a:lnTo>
                <a:lnTo>
                  <a:pt x="50840" y="82213"/>
                </a:lnTo>
                <a:lnTo>
                  <a:pt x="50887" y="82165"/>
                </a:lnTo>
                <a:lnTo>
                  <a:pt x="50887" y="65318"/>
                </a:lnTo>
                <a:lnTo>
                  <a:pt x="60198" y="55959"/>
                </a:lnTo>
                <a:lnTo>
                  <a:pt x="60198" y="52697"/>
                </a:lnTo>
                <a:lnTo>
                  <a:pt x="62508" y="50375"/>
                </a:lnTo>
                <a:lnTo>
                  <a:pt x="62508" y="44601"/>
                </a:lnTo>
                <a:cubicBezTo>
                  <a:pt x="62901" y="44529"/>
                  <a:pt x="63175" y="44196"/>
                  <a:pt x="63175" y="43803"/>
                </a:cubicBezTo>
                <a:cubicBezTo>
                  <a:pt x="63175" y="43351"/>
                  <a:pt x="62806" y="42982"/>
                  <a:pt x="62365" y="42982"/>
                </a:cubicBezTo>
                <a:close/>
                <a:moveTo>
                  <a:pt x="14276" y="88630"/>
                </a:moveTo>
                <a:cubicBezTo>
                  <a:pt x="13823" y="88630"/>
                  <a:pt x="13454" y="88999"/>
                  <a:pt x="13454" y="89440"/>
                </a:cubicBezTo>
                <a:cubicBezTo>
                  <a:pt x="13454" y="89844"/>
                  <a:pt x="13752" y="90178"/>
                  <a:pt x="14121" y="90249"/>
                </a:cubicBezTo>
                <a:lnTo>
                  <a:pt x="14121" y="103168"/>
                </a:lnTo>
                <a:lnTo>
                  <a:pt x="12204" y="105096"/>
                </a:lnTo>
                <a:lnTo>
                  <a:pt x="5656" y="105096"/>
                </a:lnTo>
                <a:lnTo>
                  <a:pt x="5656" y="105382"/>
                </a:lnTo>
                <a:lnTo>
                  <a:pt x="12323" y="105382"/>
                </a:lnTo>
                <a:lnTo>
                  <a:pt x="14407" y="103287"/>
                </a:lnTo>
                <a:lnTo>
                  <a:pt x="14407" y="90249"/>
                </a:lnTo>
                <a:lnTo>
                  <a:pt x="14419" y="90249"/>
                </a:lnTo>
                <a:cubicBezTo>
                  <a:pt x="14811" y="90178"/>
                  <a:pt x="15097" y="89844"/>
                  <a:pt x="15097" y="89440"/>
                </a:cubicBezTo>
                <a:cubicBezTo>
                  <a:pt x="15097" y="88999"/>
                  <a:pt x="14716" y="88630"/>
                  <a:pt x="14276" y="88630"/>
                </a:cubicBezTo>
                <a:close/>
                <a:moveTo>
                  <a:pt x="65949" y="104680"/>
                </a:moveTo>
                <a:cubicBezTo>
                  <a:pt x="66246" y="104680"/>
                  <a:pt x="66485" y="104918"/>
                  <a:pt x="66485" y="105215"/>
                </a:cubicBezTo>
                <a:cubicBezTo>
                  <a:pt x="66485" y="105513"/>
                  <a:pt x="66246" y="105751"/>
                  <a:pt x="65949" y="105751"/>
                </a:cubicBezTo>
                <a:cubicBezTo>
                  <a:pt x="65651" y="105751"/>
                  <a:pt x="65413" y="105513"/>
                  <a:pt x="65413" y="105215"/>
                </a:cubicBezTo>
                <a:cubicBezTo>
                  <a:pt x="65413" y="104918"/>
                  <a:pt x="65651" y="104680"/>
                  <a:pt x="65949" y="104680"/>
                </a:cubicBezTo>
                <a:close/>
                <a:moveTo>
                  <a:pt x="50899" y="104918"/>
                </a:moveTo>
                <a:cubicBezTo>
                  <a:pt x="51197" y="104918"/>
                  <a:pt x="51435" y="105156"/>
                  <a:pt x="51435" y="105454"/>
                </a:cubicBezTo>
                <a:cubicBezTo>
                  <a:pt x="51435" y="105751"/>
                  <a:pt x="51197" y="105989"/>
                  <a:pt x="50899" y="105989"/>
                </a:cubicBezTo>
                <a:cubicBezTo>
                  <a:pt x="50602" y="105989"/>
                  <a:pt x="50364" y="105751"/>
                  <a:pt x="50364" y="105454"/>
                </a:cubicBezTo>
                <a:cubicBezTo>
                  <a:pt x="50364" y="105156"/>
                  <a:pt x="50602" y="104918"/>
                  <a:pt x="50899" y="104918"/>
                </a:cubicBezTo>
                <a:close/>
                <a:moveTo>
                  <a:pt x="66616" y="46149"/>
                </a:moveTo>
                <a:lnTo>
                  <a:pt x="66616" y="52042"/>
                </a:lnTo>
                <a:lnTo>
                  <a:pt x="52864" y="65853"/>
                </a:lnTo>
                <a:lnTo>
                  <a:pt x="52816" y="65901"/>
                </a:lnTo>
                <a:lnTo>
                  <a:pt x="52816" y="82748"/>
                </a:lnTo>
                <a:lnTo>
                  <a:pt x="28920" y="106751"/>
                </a:lnTo>
                <a:lnTo>
                  <a:pt x="29111" y="106942"/>
                </a:lnTo>
                <a:lnTo>
                  <a:pt x="53054" y="82915"/>
                </a:lnTo>
                <a:lnTo>
                  <a:pt x="53102" y="82867"/>
                </a:lnTo>
                <a:lnTo>
                  <a:pt x="53102" y="66020"/>
                </a:lnTo>
                <a:lnTo>
                  <a:pt x="66854" y="52209"/>
                </a:lnTo>
                <a:lnTo>
                  <a:pt x="66901" y="52161"/>
                </a:lnTo>
                <a:lnTo>
                  <a:pt x="66901" y="46149"/>
                </a:lnTo>
                <a:close/>
                <a:moveTo>
                  <a:pt x="16538" y="86368"/>
                </a:moveTo>
                <a:cubicBezTo>
                  <a:pt x="16085" y="86368"/>
                  <a:pt x="15716" y="86737"/>
                  <a:pt x="15716" y="87177"/>
                </a:cubicBezTo>
                <a:cubicBezTo>
                  <a:pt x="15716" y="87558"/>
                  <a:pt x="15966" y="87868"/>
                  <a:pt x="16312" y="87975"/>
                </a:cubicBezTo>
                <a:lnTo>
                  <a:pt x="16383" y="103894"/>
                </a:lnTo>
                <a:lnTo>
                  <a:pt x="12930" y="107382"/>
                </a:lnTo>
                <a:lnTo>
                  <a:pt x="5775" y="107382"/>
                </a:lnTo>
                <a:lnTo>
                  <a:pt x="5775" y="107656"/>
                </a:lnTo>
                <a:lnTo>
                  <a:pt x="13049" y="107656"/>
                </a:lnTo>
                <a:lnTo>
                  <a:pt x="16669" y="104013"/>
                </a:lnTo>
                <a:lnTo>
                  <a:pt x="16597" y="87987"/>
                </a:lnTo>
                <a:cubicBezTo>
                  <a:pt x="17014" y="87951"/>
                  <a:pt x="17359" y="87594"/>
                  <a:pt x="17359" y="87177"/>
                </a:cubicBezTo>
                <a:cubicBezTo>
                  <a:pt x="17359" y="86737"/>
                  <a:pt x="16978" y="86368"/>
                  <a:pt x="16538" y="86368"/>
                </a:cubicBezTo>
                <a:close/>
                <a:moveTo>
                  <a:pt x="68199" y="106942"/>
                </a:moveTo>
                <a:cubicBezTo>
                  <a:pt x="68497" y="106942"/>
                  <a:pt x="68735" y="107180"/>
                  <a:pt x="68735" y="107478"/>
                </a:cubicBezTo>
                <a:cubicBezTo>
                  <a:pt x="68735" y="107775"/>
                  <a:pt x="68497" y="108013"/>
                  <a:pt x="68199" y="108013"/>
                </a:cubicBezTo>
                <a:cubicBezTo>
                  <a:pt x="67901" y="108013"/>
                  <a:pt x="67663" y="107775"/>
                  <a:pt x="67663" y="107478"/>
                </a:cubicBezTo>
                <a:cubicBezTo>
                  <a:pt x="67663" y="107180"/>
                  <a:pt x="67901" y="106942"/>
                  <a:pt x="68199" y="106942"/>
                </a:cubicBezTo>
                <a:close/>
                <a:moveTo>
                  <a:pt x="60734" y="107049"/>
                </a:moveTo>
                <a:cubicBezTo>
                  <a:pt x="60222" y="107049"/>
                  <a:pt x="59781" y="107478"/>
                  <a:pt x="59781" y="108001"/>
                </a:cubicBezTo>
                <a:cubicBezTo>
                  <a:pt x="59781" y="108525"/>
                  <a:pt x="60222" y="108954"/>
                  <a:pt x="60734" y="108954"/>
                </a:cubicBezTo>
                <a:cubicBezTo>
                  <a:pt x="61258" y="108954"/>
                  <a:pt x="61686" y="108525"/>
                  <a:pt x="61686" y="108001"/>
                </a:cubicBezTo>
                <a:cubicBezTo>
                  <a:pt x="61710" y="107466"/>
                  <a:pt x="61270" y="107049"/>
                  <a:pt x="60734" y="107049"/>
                </a:cubicBezTo>
                <a:close/>
                <a:moveTo>
                  <a:pt x="70461" y="109228"/>
                </a:moveTo>
                <a:cubicBezTo>
                  <a:pt x="70759" y="109228"/>
                  <a:pt x="70997" y="109466"/>
                  <a:pt x="70997" y="109764"/>
                </a:cubicBezTo>
                <a:cubicBezTo>
                  <a:pt x="70997" y="110061"/>
                  <a:pt x="70759" y="110299"/>
                  <a:pt x="70461" y="110299"/>
                </a:cubicBezTo>
                <a:cubicBezTo>
                  <a:pt x="70164" y="110299"/>
                  <a:pt x="69926" y="110061"/>
                  <a:pt x="69926" y="109764"/>
                </a:cubicBezTo>
                <a:cubicBezTo>
                  <a:pt x="69926" y="109466"/>
                  <a:pt x="70164" y="109228"/>
                  <a:pt x="70461" y="109228"/>
                </a:cubicBezTo>
                <a:close/>
                <a:moveTo>
                  <a:pt x="60734" y="110442"/>
                </a:moveTo>
                <a:cubicBezTo>
                  <a:pt x="61032" y="110442"/>
                  <a:pt x="61270" y="110680"/>
                  <a:pt x="61270" y="110978"/>
                </a:cubicBezTo>
                <a:cubicBezTo>
                  <a:pt x="61270" y="111276"/>
                  <a:pt x="61032" y="111514"/>
                  <a:pt x="60734" y="111514"/>
                </a:cubicBezTo>
                <a:cubicBezTo>
                  <a:pt x="60436" y="111514"/>
                  <a:pt x="60198" y="111276"/>
                  <a:pt x="60198" y="110978"/>
                </a:cubicBezTo>
                <a:cubicBezTo>
                  <a:pt x="60198" y="110680"/>
                  <a:pt x="60436" y="110442"/>
                  <a:pt x="60734" y="110442"/>
                </a:cubicBezTo>
                <a:close/>
                <a:moveTo>
                  <a:pt x="32933" y="66020"/>
                </a:moveTo>
                <a:cubicBezTo>
                  <a:pt x="32492" y="66020"/>
                  <a:pt x="32111" y="66389"/>
                  <a:pt x="32111" y="66842"/>
                </a:cubicBezTo>
                <a:cubicBezTo>
                  <a:pt x="32111" y="67235"/>
                  <a:pt x="32409" y="67568"/>
                  <a:pt x="32790" y="67639"/>
                </a:cubicBezTo>
                <a:lnTo>
                  <a:pt x="32790" y="79772"/>
                </a:lnTo>
                <a:lnTo>
                  <a:pt x="20907" y="91738"/>
                </a:lnTo>
                <a:lnTo>
                  <a:pt x="20907" y="107001"/>
                </a:lnTo>
                <a:lnTo>
                  <a:pt x="16609" y="111335"/>
                </a:lnTo>
                <a:lnTo>
                  <a:pt x="5060" y="111335"/>
                </a:lnTo>
                <a:lnTo>
                  <a:pt x="5060" y="111621"/>
                </a:lnTo>
                <a:lnTo>
                  <a:pt x="16740" y="111621"/>
                </a:lnTo>
                <a:lnTo>
                  <a:pt x="21205" y="107120"/>
                </a:lnTo>
                <a:lnTo>
                  <a:pt x="21205" y="91857"/>
                </a:lnTo>
                <a:lnTo>
                  <a:pt x="33088" y="79891"/>
                </a:lnTo>
                <a:lnTo>
                  <a:pt x="33088" y="67639"/>
                </a:lnTo>
                <a:cubicBezTo>
                  <a:pt x="33469" y="67568"/>
                  <a:pt x="33754" y="67235"/>
                  <a:pt x="33754" y="66842"/>
                </a:cubicBezTo>
                <a:cubicBezTo>
                  <a:pt x="33754" y="66389"/>
                  <a:pt x="33385" y="66020"/>
                  <a:pt x="32933" y="66020"/>
                </a:cubicBezTo>
                <a:close/>
                <a:moveTo>
                  <a:pt x="60734" y="110180"/>
                </a:moveTo>
                <a:cubicBezTo>
                  <a:pt x="60293" y="110180"/>
                  <a:pt x="59924" y="110549"/>
                  <a:pt x="59924" y="110990"/>
                </a:cubicBezTo>
                <a:cubicBezTo>
                  <a:pt x="59924" y="111442"/>
                  <a:pt x="60293" y="111811"/>
                  <a:pt x="60734" y="111811"/>
                </a:cubicBezTo>
                <a:cubicBezTo>
                  <a:pt x="61186" y="111811"/>
                  <a:pt x="61555" y="111442"/>
                  <a:pt x="61555" y="110990"/>
                </a:cubicBezTo>
                <a:cubicBezTo>
                  <a:pt x="61555" y="110538"/>
                  <a:pt x="61198" y="110180"/>
                  <a:pt x="60734" y="110180"/>
                </a:cubicBezTo>
                <a:close/>
                <a:moveTo>
                  <a:pt x="50899" y="111942"/>
                </a:moveTo>
                <a:cubicBezTo>
                  <a:pt x="51197" y="111942"/>
                  <a:pt x="51435" y="112181"/>
                  <a:pt x="51435" y="112478"/>
                </a:cubicBezTo>
                <a:cubicBezTo>
                  <a:pt x="51435" y="112776"/>
                  <a:pt x="51197" y="113014"/>
                  <a:pt x="50899" y="113014"/>
                </a:cubicBezTo>
                <a:cubicBezTo>
                  <a:pt x="50602" y="113014"/>
                  <a:pt x="50364" y="112776"/>
                  <a:pt x="50364" y="112478"/>
                </a:cubicBezTo>
                <a:cubicBezTo>
                  <a:pt x="50364" y="112181"/>
                  <a:pt x="50602" y="111942"/>
                  <a:pt x="50899" y="111942"/>
                </a:cubicBezTo>
                <a:close/>
                <a:moveTo>
                  <a:pt x="35207" y="63722"/>
                </a:moveTo>
                <a:cubicBezTo>
                  <a:pt x="34766" y="63722"/>
                  <a:pt x="34397" y="64103"/>
                  <a:pt x="34397" y="64544"/>
                </a:cubicBezTo>
                <a:cubicBezTo>
                  <a:pt x="34397" y="64949"/>
                  <a:pt x="34695" y="65270"/>
                  <a:pt x="35064" y="65353"/>
                </a:cubicBezTo>
                <a:lnTo>
                  <a:pt x="35064" y="80498"/>
                </a:lnTo>
                <a:lnTo>
                  <a:pt x="23182" y="92464"/>
                </a:lnTo>
                <a:lnTo>
                  <a:pt x="23182" y="107740"/>
                </a:lnTo>
                <a:lnTo>
                  <a:pt x="17371" y="113597"/>
                </a:lnTo>
                <a:lnTo>
                  <a:pt x="5060" y="113597"/>
                </a:lnTo>
                <a:lnTo>
                  <a:pt x="5060" y="113883"/>
                </a:lnTo>
                <a:lnTo>
                  <a:pt x="17502" y="113883"/>
                </a:lnTo>
                <a:lnTo>
                  <a:pt x="23503" y="107835"/>
                </a:lnTo>
                <a:lnTo>
                  <a:pt x="23503" y="92571"/>
                </a:lnTo>
                <a:lnTo>
                  <a:pt x="23479" y="92571"/>
                </a:lnTo>
                <a:lnTo>
                  <a:pt x="35362" y="80605"/>
                </a:lnTo>
                <a:lnTo>
                  <a:pt x="35362" y="65353"/>
                </a:lnTo>
                <a:cubicBezTo>
                  <a:pt x="35755" y="65270"/>
                  <a:pt x="36028" y="64949"/>
                  <a:pt x="36028" y="64544"/>
                </a:cubicBezTo>
                <a:cubicBezTo>
                  <a:pt x="36028" y="64103"/>
                  <a:pt x="35659" y="63722"/>
                  <a:pt x="35207" y="63722"/>
                </a:cubicBezTo>
                <a:close/>
                <a:moveTo>
                  <a:pt x="60734" y="113395"/>
                </a:moveTo>
                <a:cubicBezTo>
                  <a:pt x="61032" y="113395"/>
                  <a:pt x="61270" y="113633"/>
                  <a:pt x="61270" y="113931"/>
                </a:cubicBezTo>
                <a:cubicBezTo>
                  <a:pt x="61270" y="114228"/>
                  <a:pt x="61032" y="114467"/>
                  <a:pt x="60734" y="114467"/>
                </a:cubicBezTo>
                <a:cubicBezTo>
                  <a:pt x="60436" y="114467"/>
                  <a:pt x="60198" y="114228"/>
                  <a:pt x="60198" y="113931"/>
                </a:cubicBezTo>
                <a:cubicBezTo>
                  <a:pt x="60198" y="113633"/>
                  <a:pt x="60436" y="113395"/>
                  <a:pt x="60734" y="113395"/>
                </a:cubicBezTo>
                <a:close/>
                <a:moveTo>
                  <a:pt x="60734" y="113121"/>
                </a:moveTo>
                <a:cubicBezTo>
                  <a:pt x="60293" y="113121"/>
                  <a:pt x="59924" y="113490"/>
                  <a:pt x="59924" y="113943"/>
                </a:cubicBezTo>
                <a:cubicBezTo>
                  <a:pt x="59924" y="114383"/>
                  <a:pt x="60293" y="114764"/>
                  <a:pt x="60734" y="114764"/>
                </a:cubicBezTo>
                <a:cubicBezTo>
                  <a:pt x="61186" y="114764"/>
                  <a:pt x="61555" y="114383"/>
                  <a:pt x="61555" y="113943"/>
                </a:cubicBezTo>
                <a:cubicBezTo>
                  <a:pt x="61555" y="113478"/>
                  <a:pt x="61198" y="113121"/>
                  <a:pt x="60734" y="113121"/>
                </a:cubicBezTo>
                <a:close/>
                <a:moveTo>
                  <a:pt x="50899" y="114919"/>
                </a:moveTo>
                <a:cubicBezTo>
                  <a:pt x="51197" y="114919"/>
                  <a:pt x="51435" y="115157"/>
                  <a:pt x="51435" y="115455"/>
                </a:cubicBezTo>
                <a:cubicBezTo>
                  <a:pt x="51435" y="115752"/>
                  <a:pt x="51197" y="115991"/>
                  <a:pt x="50899" y="115991"/>
                </a:cubicBezTo>
                <a:cubicBezTo>
                  <a:pt x="50602" y="115991"/>
                  <a:pt x="50364" y="115752"/>
                  <a:pt x="50364" y="115455"/>
                </a:cubicBezTo>
                <a:cubicBezTo>
                  <a:pt x="50364" y="115157"/>
                  <a:pt x="50602" y="114919"/>
                  <a:pt x="50899" y="114919"/>
                </a:cubicBezTo>
                <a:close/>
                <a:moveTo>
                  <a:pt x="37433" y="61484"/>
                </a:moveTo>
                <a:cubicBezTo>
                  <a:pt x="36981" y="61484"/>
                  <a:pt x="36612" y="61853"/>
                  <a:pt x="36612" y="62293"/>
                </a:cubicBezTo>
                <a:cubicBezTo>
                  <a:pt x="36612" y="62698"/>
                  <a:pt x="36909" y="63032"/>
                  <a:pt x="37279" y="63103"/>
                </a:cubicBezTo>
                <a:lnTo>
                  <a:pt x="37279" y="81189"/>
                </a:lnTo>
                <a:lnTo>
                  <a:pt x="25408" y="93154"/>
                </a:lnTo>
                <a:lnTo>
                  <a:pt x="25408" y="108418"/>
                </a:lnTo>
                <a:lnTo>
                  <a:pt x="18038" y="115848"/>
                </a:lnTo>
                <a:lnTo>
                  <a:pt x="5060" y="115848"/>
                </a:lnTo>
                <a:lnTo>
                  <a:pt x="5060" y="116133"/>
                </a:lnTo>
                <a:lnTo>
                  <a:pt x="18169" y="116133"/>
                </a:lnTo>
                <a:lnTo>
                  <a:pt x="25706" y="108537"/>
                </a:lnTo>
                <a:lnTo>
                  <a:pt x="25706" y="93273"/>
                </a:lnTo>
                <a:lnTo>
                  <a:pt x="37576" y="81308"/>
                </a:lnTo>
                <a:lnTo>
                  <a:pt x="37576" y="63103"/>
                </a:lnTo>
                <a:cubicBezTo>
                  <a:pt x="37969" y="63032"/>
                  <a:pt x="38255" y="62698"/>
                  <a:pt x="38255" y="62293"/>
                </a:cubicBezTo>
                <a:cubicBezTo>
                  <a:pt x="38255" y="61853"/>
                  <a:pt x="37874" y="61484"/>
                  <a:pt x="37433" y="61484"/>
                </a:cubicBezTo>
                <a:close/>
                <a:moveTo>
                  <a:pt x="50899" y="117872"/>
                </a:moveTo>
                <a:cubicBezTo>
                  <a:pt x="51197" y="117872"/>
                  <a:pt x="51435" y="118110"/>
                  <a:pt x="51435" y="118408"/>
                </a:cubicBezTo>
                <a:cubicBezTo>
                  <a:pt x="51435" y="118705"/>
                  <a:pt x="51197" y="118943"/>
                  <a:pt x="50899" y="118943"/>
                </a:cubicBezTo>
                <a:cubicBezTo>
                  <a:pt x="50602" y="118943"/>
                  <a:pt x="50364" y="118705"/>
                  <a:pt x="50364" y="118408"/>
                </a:cubicBezTo>
                <a:cubicBezTo>
                  <a:pt x="50364" y="118110"/>
                  <a:pt x="50602" y="117872"/>
                  <a:pt x="50899" y="117872"/>
                </a:cubicBezTo>
                <a:close/>
                <a:moveTo>
                  <a:pt x="10192" y="120551"/>
                </a:moveTo>
                <a:cubicBezTo>
                  <a:pt x="9680" y="120551"/>
                  <a:pt x="9239" y="120979"/>
                  <a:pt x="9239" y="121503"/>
                </a:cubicBezTo>
                <a:cubicBezTo>
                  <a:pt x="9239" y="122027"/>
                  <a:pt x="9680" y="122456"/>
                  <a:pt x="10192" y="122456"/>
                </a:cubicBezTo>
                <a:cubicBezTo>
                  <a:pt x="10728" y="122456"/>
                  <a:pt x="11144" y="122027"/>
                  <a:pt x="11144" y="121503"/>
                </a:cubicBezTo>
                <a:cubicBezTo>
                  <a:pt x="11144" y="120979"/>
                  <a:pt x="10716" y="120551"/>
                  <a:pt x="10192" y="120551"/>
                </a:cubicBezTo>
                <a:close/>
                <a:moveTo>
                  <a:pt x="12454" y="120551"/>
                </a:moveTo>
                <a:cubicBezTo>
                  <a:pt x="11942" y="120551"/>
                  <a:pt x="11502" y="120979"/>
                  <a:pt x="11502" y="121503"/>
                </a:cubicBezTo>
                <a:cubicBezTo>
                  <a:pt x="11502" y="122027"/>
                  <a:pt x="11942" y="122456"/>
                  <a:pt x="12454" y="122456"/>
                </a:cubicBezTo>
                <a:cubicBezTo>
                  <a:pt x="12978" y="122456"/>
                  <a:pt x="13407" y="122027"/>
                  <a:pt x="13407" y="121503"/>
                </a:cubicBezTo>
                <a:cubicBezTo>
                  <a:pt x="13407" y="120979"/>
                  <a:pt x="12978" y="120551"/>
                  <a:pt x="12454" y="120551"/>
                </a:cubicBezTo>
                <a:close/>
                <a:moveTo>
                  <a:pt x="14716" y="120551"/>
                </a:moveTo>
                <a:cubicBezTo>
                  <a:pt x="14204" y="120551"/>
                  <a:pt x="13764" y="120979"/>
                  <a:pt x="13764" y="121503"/>
                </a:cubicBezTo>
                <a:cubicBezTo>
                  <a:pt x="13764" y="122027"/>
                  <a:pt x="14204" y="122456"/>
                  <a:pt x="14716" y="122456"/>
                </a:cubicBezTo>
                <a:cubicBezTo>
                  <a:pt x="15240" y="122456"/>
                  <a:pt x="15669" y="122027"/>
                  <a:pt x="15669" y="121503"/>
                </a:cubicBezTo>
                <a:cubicBezTo>
                  <a:pt x="15669" y="120979"/>
                  <a:pt x="15240" y="120551"/>
                  <a:pt x="14716" y="120551"/>
                </a:cubicBezTo>
                <a:close/>
                <a:moveTo>
                  <a:pt x="53804" y="124611"/>
                </a:moveTo>
                <a:cubicBezTo>
                  <a:pt x="54102" y="124611"/>
                  <a:pt x="54340" y="124849"/>
                  <a:pt x="54340" y="125146"/>
                </a:cubicBezTo>
                <a:cubicBezTo>
                  <a:pt x="54340" y="125444"/>
                  <a:pt x="54102" y="125682"/>
                  <a:pt x="53804" y="125682"/>
                </a:cubicBezTo>
                <a:cubicBezTo>
                  <a:pt x="53507" y="125682"/>
                  <a:pt x="53269" y="125444"/>
                  <a:pt x="53269" y="125146"/>
                </a:cubicBezTo>
                <a:cubicBezTo>
                  <a:pt x="53269" y="124849"/>
                  <a:pt x="53507" y="124611"/>
                  <a:pt x="53804" y="124611"/>
                </a:cubicBezTo>
                <a:close/>
                <a:moveTo>
                  <a:pt x="10216" y="125789"/>
                </a:moveTo>
                <a:cubicBezTo>
                  <a:pt x="10513" y="125789"/>
                  <a:pt x="10751" y="126028"/>
                  <a:pt x="10751" y="126325"/>
                </a:cubicBezTo>
                <a:cubicBezTo>
                  <a:pt x="10751" y="126623"/>
                  <a:pt x="10513" y="126861"/>
                  <a:pt x="10216" y="126861"/>
                </a:cubicBezTo>
                <a:cubicBezTo>
                  <a:pt x="9918" y="126861"/>
                  <a:pt x="9680" y="126623"/>
                  <a:pt x="9680" y="126325"/>
                </a:cubicBezTo>
                <a:cubicBezTo>
                  <a:pt x="9680" y="126028"/>
                  <a:pt x="9918" y="125789"/>
                  <a:pt x="10216" y="125789"/>
                </a:cubicBezTo>
                <a:close/>
                <a:moveTo>
                  <a:pt x="12454" y="125789"/>
                </a:moveTo>
                <a:cubicBezTo>
                  <a:pt x="12752" y="125789"/>
                  <a:pt x="12990" y="126028"/>
                  <a:pt x="12990" y="126325"/>
                </a:cubicBezTo>
                <a:cubicBezTo>
                  <a:pt x="12990" y="126623"/>
                  <a:pt x="12752" y="126861"/>
                  <a:pt x="12454" y="126861"/>
                </a:cubicBezTo>
                <a:cubicBezTo>
                  <a:pt x="12156" y="126861"/>
                  <a:pt x="11918" y="126623"/>
                  <a:pt x="11918" y="126325"/>
                </a:cubicBezTo>
                <a:cubicBezTo>
                  <a:pt x="11918" y="126028"/>
                  <a:pt x="12156" y="125789"/>
                  <a:pt x="12454" y="125789"/>
                </a:cubicBezTo>
                <a:close/>
                <a:moveTo>
                  <a:pt x="14716" y="125789"/>
                </a:moveTo>
                <a:cubicBezTo>
                  <a:pt x="15014" y="125789"/>
                  <a:pt x="15252" y="126028"/>
                  <a:pt x="15252" y="126325"/>
                </a:cubicBezTo>
                <a:cubicBezTo>
                  <a:pt x="15252" y="126623"/>
                  <a:pt x="15014" y="126861"/>
                  <a:pt x="14716" y="126861"/>
                </a:cubicBezTo>
                <a:cubicBezTo>
                  <a:pt x="14419" y="126861"/>
                  <a:pt x="14180" y="126623"/>
                  <a:pt x="14180" y="126325"/>
                </a:cubicBezTo>
                <a:cubicBezTo>
                  <a:pt x="14180" y="126028"/>
                  <a:pt x="14419" y="125789"/>
                  <a:pt x="14716" y="125789"/>
                </a:cubicBezTo>
                <a:close/>
                <a:moveTo>
                  <a:pt x="50887" y="125897"/>
                </a:moveTo>
                <a:cubicBezTo>
                  <a:pt x="51185" y="125897"/>
                  <a:pt x="51423" y="126135"/>
                  <a:pt x="51423" y="126432"/>
                </a:cubicBezTo>
                <a:cubicBezTo>
                  <a:pt x="51423" y="126730"/>
                  <a:pt x="51185" y="126968"/>
                  <a:pt x="50887" y="126968"/>
                </a:cubicBezTo>
                <a:cubicBezTo>
                  <a:pt x="50590" y="126968"/>
                  <a:pt x="50352" y="126730"/>
                  <a:pt x="50352" y="126432"/>
                </a:cubicBezTo>
                <a:cubicBezTo>
                  <a:pt x="50352" y="126135"/>
                  <a:pt x="50590" y="125897"/>
                  <a:pt x="50887" y="125897"/>
                </a:cubicBezTo>
                <a:close/>
                <a:moveTo>
                  <a:pt x="56067" y="126849"/>
                </a:moveTo>
                <a:cubicBezTo>
                  <a:pt x="56364" y="126849"/>
                  <a:pt x="56602" y="127087"/>
                  <a:pt x="56602" y="127385"/>
                </a:cubicBezTo>
                <a:cubicBezTo>
                  <a:pt x="56602" y="127682"/>
                  <a:pt x="56364" y="127921"/>
                  <a:pt x="56067" y="127921"/>
                </a:cubicBezTo>
                <a:cubicBezTo>
                  <a:pt x="55769" y="127921"/>
                  <a:pt x="55531" y="127682"/>
                  <a:pt x="55531" y="127385"/>
                </a:cubicBezTo>
                <a:cubicBezTo>
                  <a:pt x="55531" y="127087"/>
                  <a:pt x="55769" y="126849"/>
                  <a:pt x="56067" y="126849"/>
                </a:cubicBezTo>
                <a:close/>
                <a:moveTo>
                  <a:pt x="58317" y="129087"/>
                </a:moveTo>
                <a:cubicBezTo>
                  <a:pt x="58615" y="129087"/>
                  <a:pt x="58853" y="129326"/>
                  <a:pt x="58853" y="129623"/>
                </a:cubicBezTo>
                <a:cubicBezTo>
                  <a:pt x="58853" y="129921"/>
                  <a:pt x="58615" y="130159"/>
                  <a:pt x="58317" y="130159"/>
                </a:cubicBezTo>
                <a:cubicBezTo>
                  <a:pt x="58019" y="130159"/>
                  <a:pt x="57781" y="129921"/>
                  <a:pt x="57781" y="129623"/>
                </a:cubicBezTo>
                <a:cubicBezTo>
                  <a:pt x="57781" y="129326"/>
                  <a:pt x="58019" y="129087"/>
                  <a:pt x="58317" y="129087"/>
                </a:cubicBezTo>
                <a:close/>
                <a:moveTo>
                  <a:pt x="142042" y="105656"/>
                </a:moveTo>
                <a:lnTo>
                  <a:pt x="142042" y="115657"/>
                </a:lnTo>
                <a:lnTo>
                  <a:pt x="157829" y="131409"/>
                </a:lnTo>
                <a:lnTo>
                  <a:pt x="158032" y="131207"/>
                </a:lnTo>
                <a:lnTo>
                  <a:pt x="142327" y="115538"/>
                </a:lnTo>
                <a:lnTo>
                  <a:pt x="142327" y="105656"/>
                </a:lnTo>
                <a:close/>
                <a:moveTo>
                  <a:pt x="139791" y="103406"/>
                </a:moveTo>
                <a:lnTo>
                  <a:pt x="139791" y="116372"/>
                </a:lnTo>
                <a:lnTo>
                  <a:pt x="155591" y="132124"/>
                </a:lnTo>
                <a:lnTo>
                  <a:pt x="155781" y="131921"/>
                </a:lnTo>
                <a:lnTo>
                  <a:pt x="140077" y="116253"/>
                </a:lnTo>
                <a:lnTo>
                  <a:pt x="140077" y="103406"/>
                </a:lnTo>
                <a:close/>
                <a:moveTo>
                  <a:pt x="87201" y="34683"/>
                </a:moveTo>
                <a:cubicBezTo>
                  <a:pt x="86749" y="34683"/>
                  <a:pt x="86380" y="35064"/>
                  <a:pt x="86380" y="35504"/>
                </a:cubicBezTo>
                <a:cubicBezTo>
                  <a:pt x="86380" y="35957"/>
                  <a:pt x="86749" y="36326"/>
                  <a:pt x="87201" y="36326"/>
                </a:cubicBezTo>
                <a:cubicBezTo>
                  <a:pt x="87380" y="36326"/>
                  <a:pt x="87523" y="36266"/>
                  <a:pt x="87654" y="36171"/>
                </a:cubicBezTo>
                <a:lnTo>
                  <a:pt x="104370" y="52876"/>
                </a:lnTo>
                <a:lnTo>
                  <a:pt x="104418" y="52923"/>
                </a:lnTo>
                <a:lnTo>
                  <a:pt x="112145" y="52923"/>
                </a:lnTo>
                <a:lnTo>
                  <a:pt x="137517" y="78260"/>
                </a:lnTo>
                <a:lnTo>
                  <a:pt x="137517" y="117098"/>
                </a:lnTo>
                <a:lnTo>
                  <a:pt x="153305" y="132850"/>
                </a:lnTo>
                <a:lnTo>
                  <a:pt x="153495" y="132647"/>
                </a:lnTo>
                <a:lnTo>
                  <a:pt x="137803" y="116979"/>
                </a:lnTo>
                <a:lnTo>
                  <a:pt x="137803" y="78129"/>
                </a:lnTo>
                <a:lnTo>
                  <a:pt x="137827" y="78129"/>
                </a:lnTo>
                <a:lnTo>
                  <a:pt x="112324" y="52673"/>
                </a:lnTo>
                <a:lnTo>
                  <a:pt x="112276" y="52626"/>
                </a:lnTo>
                <a:lnTo>
                  <a:pt x="104549" y="52626"/>
                </a:lnTo>
                <a:lnTo>
                  <a:pt x="87868" y="35969"/>
                </a:lnTo>
                <a:cubicBezTo>
                  <a:pt x="87952" y="35838"/>
                  <a:pt x="88011" y="35671"/>
                  <a:pt x="88011" y="35504"/>
                </a:cubicBezTo>
                <a:cubicBezTo>
                  <a:pt x="88011" y="35064"/>
                  <a:pt x="87642" y="34683"/>
                  <a:pt x="87201" y="34683"/>
                </a:cubicBezTo>
                <a:close/>
                <a:moveTo>
                  <a:pt x="80998" y="35540"/>
                </a:moveTo>
                <a:lnTo>
                  <a:pt x="79593" y="36945"/>
                </a:lnTo>
                <a:cubicBezTo>
                  <a:pt x="79462" y="36862"/>
                  <a:pt x="79296" y="36802"/>
                  <a:pt x="79129" y="36802"/>
                </a:cubicBezTo>
                <a:cubicBezTo>
                  <a:pt x="78689" y="36802"/>
                  <a:pt x="78319" y="37171"/>
                  <a:pt x="78319" y="37624"/>
                </a:cubicBezTo>
                <a:cubicBezTo>
                  <a:pt x="78319" y="38064"/>
                  <a:pt x="78689" y="38433"/>
                  <a:pt x="79129" y="38433"/>
                </a:cubicBezTo>
                <a:cubicBezTo>
                  <a:pt x="79581" y="38433"/>
                  <a:pt x="79951" y="38064"/>
                  <a:pt x="79951" y="37624"/>
                </a:cubicBezTo>
                <a:cubicBezTo>
                  <a:pt x="79951" y="37445"/>
                  <a:pt x="79891" y="37279"/>
                  <a:pt x="79808" y="37159"/>
                </a:cubicBezTo>
                <a:lnTo>
                  <a:pt x="81129" y="35838"/>
                </a:lnTo>
                <a:lnTo>
                  <a:pt x="84392" y="35838"/>
                </a:lnTo>
                <a:lnTo>
                  <a:pt x="103704" y="55102"/>
                </a:lnTo>
                <a:lnTo>
                  <a:pt x="103751" y="55150"/>
                </a:lnTo>
                <a:lnTo>
                  <a:pt x="111478" y="55150"/>
                </a:lnTo>
                <a:lnTo>
                  <a:pt x="135291" y="78962"/>
                </a:lnTo>
                <a:lnTo>
                  <a:pt x="135291" y="117800"/>
                </a:lnTo>
                <a:lnTo>
                  <a:pt x="151079" y="133552"/>
                </a:lnTo>
                <a:lnTo>
                  <a:pt x="151269" y="133350"/>
                </a:lnTo>
                <a:lnTo>
                  <a:pt x="135565" y="117681"/>
                </a:lnTo>
                <a:lnTo>
                  <a:pt x="135565" y="78843"/>
                </a:lnTo>
                <a:lnTo>
                  <a:pt x="111609" y="54912"/>
                </a:lnTo>
                <a:lnTo>
                  <a:pt x="111562" y="54864"/>
                </a:lnTo>
                <a:lnTo>
                  <a:pt x="103835" y="54864"/>
                </a:lnTo>
                <a:lnTo>
                  <a:pt x="88690" y="39731"/>
                </a:lnTo>
                <a:lnTo>
                  <a:pt x="84534" y="35576"/>
                </a:lnTo>
                <a:lnTo>
                  <a:pt x="84487" y="35540"/>
                </a:lnTo>
                <a:close/>
                <a:moveTo>
                  <a:pt x="82725" y="78879"/>
                </a:moveTo>
                <a:cubicBezTo>
                  <a:pt x="82272" y="78879"/>
                  <a:pt x="81903" y="79248"/>
                  <a:pt x="81903" y="79700"/>
                </a:cubicBezTo>
                <a:cubicBezTo>
                  <a:pt x="81903" y="80093"/>
                  <a:pt x="82201" y="80427"/>
                  <a:pt x="82570" y="80498"/>
                </a:cubicBezTo>
                <a:lnTo>
                  <a:pt x="82570" y="86844"/>
                </a:lnTo>
                <a:lnTo>
                  <a:pt x="84570" y="88821"/>
                </a:lnTo>
                <a:lnTo>
                  <a:pt x="86690" y="88821"/>
                </a:lnTo>
                <a:lnTo>
                  <a:pt x="89928" y="92011"/>
                </a:lnTo>
                <a:lnTo>
                  <a:pt x="89928" y="133278"/>
                </a:lnTo>
                <a:lnTo>
                  <a:pt x="83582" y="139624"/>
                </a:lnTo>
                <a:lnTo>
                  <a:pt x="83796" y="139839"/>
                </a:lnTo>
                <a:lnTo>
                  <a:pt x="90226" y="133397"/>
                </a:lnTo>
                <a:lnTo>
                  <a:pt x="90226" y="91904"/>
                </a:lnTo>
                <a:lnTo>
                  <a:pt x="86832" y="88535"/>
                </a:lnTo>
                <a:lnTo>
                  <a:pt x="84701" y="88535"/>
                </a:lnTo>
                <a:lnTo>
                  <a:pt x="82868" y="86713"/>
                </a:lnTo>
                <a:lnTo>
                  <a:pt x="82868" y="80498"/>
                </a:lnTo>
                <a:cubicBezTo>
                  <a:pt x="83261" y="80427"/>
                  <a:pt x="83534" y="80093"/>
                  <a:pt x="83534" y="79700"/>
                </a:cubicBezTo>
                <a:cubicBezTo>
                  <a:pt x="83534" y="79248"/>
                  <a:pt x="83165" y="78879"/>
                  <a:pt x="82725" y="78879"/>
                </a:cubicBezTo>
                <a:close/>
                <a:moveTo>
                  <a:pt x="110085" y="139255"/>
                </a:moveTo>
                <a:cubicBezTo>
                  <a:pt x="110383" y="139255"/>
                  <a:pt x="110621" y="139493"/>
                  <a:pt x="110621" y="139791"/>
                </a:cubicBezTo>
                <a:cubicBezTo>
                  <a:pt x="110621" y="140089"/>
                  <a:pt x="110383" y="140327"/>
                  <a:pt x="110085" y="140327"/>
                </a:cubicBezTo>
                <a:cubicBezTo>
                  <a:pt x="109788" y="140327"/>
                  <a:pt x="109550" y="140089"/>
                  <a:pt x="109550" y="139791"/>
                </a:cubicBezTo>
                <a:cubicBezTo>
                  <a:pt x="109573" y="139493"/>
                  <a:pt x="109811" y="139255"/>
                  <a:pt x="110085" y="139255"/>
                </a:cubicBezTo>
                <a:close/>
                <a:moveTo>
                  <a:pt x="110085" y="138970"/>
                </a:moveTo>
                <a:cubicBezTo>
                  <a:pt x="109645" y="138970"/>
                  <a:pt x="109276" y="139351"/>
                  <a:pt x="109276" y="139791"/>
                </a:cubicBezTo>
                <a:cubicBezTo>
                  <a:pt x="109276" y="140244"/>
                  <a:pt x="109645" y="140613"/>
                  <a:pt x="110085" y="140613"/>
                </a:cubicBezTo>
                <a:cubicBezTo>
                  <a:pt x="110538" y="140613"/>
                  <a:pt x="110907" y="140244"/>
                  <a:pt x="110907" y="139791"/>
                </a:cubicBezTo>
                <a:cubicBezTo>
                  <a:pt x="110907" y="139351"/>
                  <a:pt x="110538" y="138970"/>
                  <a:pt x="110085" y="138970"/>
                </a:cubicBezTo>
                <a:close/>
                <a:moveTo>
                  <a:pt x="50887" y="125599"/>
                </a:moveTo>
                <a:cubicBezTo>
                  <a:pt x="50435" y="125611"/>
                  <a:pt x="50078" y="125980"/>
                  <a:pt x="50078" y="126432"/>
                </a:cubicBezTo>
                <a:cubicBezTo>
                  <a:pt x="50078" y="126825"/>
                  <a:pt x="50375" y="127159"/>
                  <a:pt x="50756" y="127230"/>
                </a:cubicBezTo>
                <a:lnTo>
                  <a:pt x="50756" y="135922"/>
                </a:lnTo>
                <a:lnTo>
                  <a:pt x="46125" y="140565"/>
                </a:lnTo>
                <a:lnTo>
                  <a:pt x="46327" y="140756"/>
                </a:lnTo>
                <a:lnTo>
                  <a:pt x="51030" y="136029"/>
                </a:lnTo>
                <a:lnTo>
                  <a:pt x="51030" y="127218"/>
                </a:lnTo>
                <a:cubicBezTo>
                  <a:pt x="51423" y="127147"/>
                  <a:pt x="51709" y="126813"/>
                  <a:pt x="51709" y="126409"/>
                </a:cubicBezTo>
                <a:cubicBezTo>
                  <a:pt x="51709" y="125968"/>
                  <a:pt x="51328" y="125599"/>
                  <a:pt x="50887" y="125599"/>
                </a:cubicBezTo>
                <a:close/>
                <a:moveTo>
                  <a:pt x="29563" y="141696"/>
                </a:moveTo>
                <a:cubicBezTo>
                  <a:pt x="29861" y="141696"/>
                  <a:pt x="30099" y="141934"/>
                  <a:pt x="30099" y="142232"/>
                </a:cubicBezTo>
                <a:cubicBezTo>
                  <a:pt x="30099" y="142530"/>
                  <a:pt x="29861" y="142768"/>
                  <a:pt x="29563" y="142768"/>
                </a:cubicBezTo>
                <a:cubicBezTo>
                  <a:pt x="29266" y="142768"/>
                  <a:pt x="29028" y="142530"/>
                  <a:pt x="29028" y="142232"/>
                </a:cubicBezTo>
                <a:cubicBezTo>
                  <a:pt x="29028" y="141934"/>
                  <a:pt x="29266" y="141696"/>
                  <a:pt x="29563" y="141696"/>
                </a:cubicBezTo>
                <a:close/>
                <a:moveTo>
                  <a:pt x="51542" y="98822"/>
                </a:moveTo>
                <a:cubicBezTo>
                  <a:pt x="51090" y="98822"/>
                  <a:pt x="50721" y="99179"/>
                  <a:pt x="50721" y="99643"/>
                </a:cubicBezTo>
                <a:cubicBezTo>
                  <a:pt x="50721" y="99822"/>
                  <a:pt x="50780" y="99977"/>
                  <a:pt x="50876" y="100096"/>
                </a:cubicBezTo>
                <a:lnTo>
                  <a:pt x="48625" y="102346"/>
                </a:lnTo>
                <a:lnTo>
                  <a:pt x="48625" y="106966"/>
                </a:lnTo>
                <a:lnTo>
                  <a:pt x="39112" y="116514"/>
                </a:lnTo>
                <a:lnTo>
                  <a:pt x="39065" y="116562"/>
                </a:lnTo>
                <a:lnTo>
                  <a:pt x="39065" y="119110"/>
                </a:lnTo>
                <a:lnTo>
                  <a:pt x="29409" y="128814"/>
                </a:lnTo>
                <a:lnTo>
                  <a:pt x="29409" y="141434"/>
                </a:lnTo>
                <a:cubicBezTo>
                  <a:pt x="29028" y="141506"/>
                  <a:pt x="28742" y="141827"/>
                  <a:pt x="28742" y="142232"/>
                </a:cubicBezTo>
                <a:cubicBezTo>
                  <a:pt x="28742" y="142684"/>
                  <a:pt x="29111" y="143053"/>
                  <a:pt x="29563" y="143053"/>
                </a:cubicBezTo>
                <a:cubicBezTo>
                  <a:pt x="30004" y="143053"/>
                  <a:pt x="30373" y="142684"/>
                  <a:pt x="30373" y="142232"/>
                </a:cubicBezTo>
                <a:cubicBezTo>
                  <a:pt x="30373" y="141827"/>
                  <a:pt x="30075" y="141506"/>
                  <a:pt x="29706" y="141434"/>
                </a:cubicBezTo>
                <a:lnTo>
                  <a:pt x="29706" y="128933"/>
                </a:lnTo>
                <a:lnTo>
                  <a:pt x="39362" y="119241"/>
                </a:lnTo>
                <a:lnTo>
                  <a:pt x="39362" y="116693"/>
                </a:lnTo>
                <a:lnTo>
                  <a:pt x="48875" y="107132"/>
                </a:lnTo>
                <a:lnTo>
                  <a:pt x="48923" y="107097"/>
                </a:lnTo>
                <a:lnTo>
                  <a:pt x="48923" y="102477"/>
                </a:lnTo>
                <a:lnTo>
                  <a:pt x="51078" y="100310"/>
                </a:lnTo>
                <a:cubicBezTo>
                  <a:pt x="51209" y="100393"/>
                  <a:pt x="51376" y="100453"/>
                  <a:pt x="51542" y="100453"/>
                </a:cubicBezTo>
                <a:cubicBezTo>
                  <a:pt x="51983" y="100453"/>
                  <a:pt x="52364" y="100084"/>
                  <a:pt x="52364" y="99631"/>
                </a:cubicBezTo>
                <a:cubicBezTo>
                  <a:pt x="52364" y="99191"/>
                  <a:pt x="51983" y="98822"/>
                  <a:pt x="51542" y="98822"/>
                </a:cubicBezTo>
                <a:close/>
                <a:moveTo>
                  <a:pt x="124337" y="77212"/>
                </a:moveTo>
                <a:cubicBezTo>
                  <a:pt x="123885" y="77212"/>
                  <a:pt x="123516" y="77581"/>
                  <a:pt x="123516" y="78022"/>
                </a:cubicBezTo>
                <a:cubicBezTo>
                  <a:pt x="123516" y="78474"/>
                  <a:pt x="123885" y="78843"/>
                  <a:pt x="124337" y="78843"/>
                </a:cubicBezTo>
                <a:cubicBezTo>
                  <a:pt x="124516" y="78843"/>
                  <a:pt x="124670" y="78784"/>
                  <a:pt x="124790" y="78700"/>
                </a:cubicBezTo>
                <a:lnTo>
                  <a:pt x="129516" y="83403"/>
                </a:lnTo>
                <a:lnTo>
                  <a:pt x="129516" y="120598"/>
                </a:lnTo>
                <a:lnTo>
                  <a:pt x="152210" y="143256"/>
                </a:lnTo>
                <a:lnTo>
                  <a:pt x="152400" y="143053"/>
                </a:lnTo>
                <a:lnTo>
                  <a:pt x="129778" y="120479"/>
                </a:lnTo>
                <a:lnTo>
                  <a:pt x="129778" y="83284"/>
                </a:lnTo>
                <a:lnTo>
                  <a:pt x="129814" y="83284"/>
                </a:lnTo>
                <a:lnTo>
                  <a:pt x="125004" y="78486"/>
                </a:lnTo>
                <a:cubicBezTo>
                  <a:pt x="125087" y="78355"/>
                  <a:pt x="125147" y="78188"/>
                  <a:pt x="125147" y="78022"/>
                </a:cubicBezTo>
                <a:cubicBezTo>
                  <a:pt x="125147" y="77581"/>
                  <a:pt x="124778" y="77212"/>
                  <a:pt x="124337" y="77212"/>
                </a:cubicBezTo>
                <a:close/>
                <a:moveTo>
                  <a:pt x="110085" y="142208"/>
                </a:moveTo>
                <a:cubicBezTo>
                  <a:pt x="110383" y="142208"/>
                  <a:pt x="110621" y="142446"/>
                  <a:pt x="110621" y="142744"/>
                </a:cubicBezTo>
                <a:cubicBezTo>
                  <a:pt x="110621" y="143042"/>
                  <a:pt x="110383" y="143280"/>
                  <a:pt x="110085" y="143280"/>
                </a:cubicBezTo>
                <a:cubicBezTo>
                  <a:pt x="109788" y="143280"/>
                  <a:pt x="109550" y="143042"/>
                  <a:pt x="109550" y="142744"/>
                </a:cubicBezTo>
                <a:cubicBezTo>
                  <a:pt x="109573" y="142446"/>
                  <a:pt x="109811" y="142208"/>
                  <a:pt x="110085" y="142208"/>
                </a:cubicBezTo>
                <a:close/>
                <a:moveTo>
                  <a:pt x="110085" y="141910"/>
                </a:moveTo>
                <a:cubicBezTo>
                  <a:pt x="109645" y="141910"/>
                  <a:pt x="109276" y="142280"/>
                  <a:pt x="109276" y="142720"/>
                </a:cubicBezTo>
                <a:cubicBezTo>
                  <a:pt x="109276" y="143184"/>
                  <a:pt x="109645" y="143542"/>
                  <a:pt x="110085" y="143542"/>
                </a:cubicBezTo>
                <a:cubicBezTo>
                  <a:pt x="110538" y="143542"/>
                  <a:pt x="110907" y="143172"/>
                  <a:pt x="110907" y="142720"/>
                </a:cubicBezTo>
                <a:cubicBezTo>
                  <a:pt x="110907" y="142280"/>
                  <a:pt x="110538" y="141910"/>
                  <a:pt x="110085" y="141910"/>
                </a:cubicBezTo>
                <a:close/>
                <a:moveTo>
                  <a:pt x="85939" y="142887"/>
                </a:moveTo>
                <a:cubicBezTo>
                  <a:pt x="86237" y="142887"/>
                  <a:pt x="86475" y="143125"/>
                  <a:pt x="86475" y="143423"/>
                </a:cubicBezTo>
                <a:cubicBezTo>
                  <a:pt x="86475" y="143720"/>
                  <a:pt x="86237" y="143958"/>
                  <a:pt x="85939" y="143958"/>
                </a:cubicBezTo>
                <a:cubicBezTo>
                  <a:pt x="85642" y="143958"/>
                  <a:pt x="85404" y="143720"/>
                  <a:pt x="85404" y="143423"/>
                </a:cubicBezTo>
                <a:cubicBezTo>
                  <a:pt x="85404" y="143125"/>
                  <a:pt x="85642" y="142887"/>
                  <a:pt x="85939" y="142887"/>
                </a:cubicBezTo>
                <a:close/>
                <a:moveTo>
                  <a:pt x="76795" y="45780"/>
                </a:moveTo>
                <a:lnTo>
                  <a:pt x="76795" y="67497"/>
                </a:lnTo>
                <a:lnTo>
                  <a:pt x="91131" y="81796"/>
                </a:lnTo>
                <a:lnTo>
                  <a:pt x="91131" y="87320"/>
                </a:lnTo>
                <a:lnTo>
                  <a:pt x="94429" y="90606"/>
                </a:lnTo>
                <a:lnTo>
                  <a:pt x="94429" y="134707"/>
                </a:lnTo>
                <a:lnTo>
                  <a:pt x="86392" y="142756"/>
                </a:lnTo>
                <a:cubicBezTo>
                  <a:pt x="86261" y="142661"/>
                  <a:pt x="86094" y="142601"/>
                  <a:pt x="85939" y="142601"/>
                </a:cubicBezTo>
                <a:cubicBezTo>
                  <a:pt x="85487" y="142601"/>
                  <a:pt x="85118" y="142982"/>
                  <a:pt x="85118" y="143423"/>
                </a:cubicBezTo>
                <a:cubicBezTo>
                  <a:pt x="85118" y="143875"/>
                  <a:pt x="85487" y="144244"/>
                  <a:pt x="85939" y="144244"/>
                </a:cubicBezTo>
                <a:cubicBezTo>
                  <a:pt x="86380" y="144244"/>
                  <a:pt x="86749" y="143875"/>
                  <a:pt x="86749" y="143423"/>
                </a:cubicBezTo>
                <a:cubicBezTo>
                  <a:pt x="86749" y="143244"/>
                  <a:pt x="86690" y="143077"/>
                  <a:pt x="86606" y="142958"/>
                </a:cubicBezTo>
                <a:lnTo>
                  <a:pt x="94714" y="134826"/>
                </a:lnTo>
                <a:lnTo>
                  <a:pt x="94714" y="90476"/>
                </a:lnTo>
                <a:lnTo>
                  <a:pt x="91416" y="87177"/>
                </a:lnTo>
                <a:lnTo>
                  <a:pt x="91416" y="81653"/>
                </a:lnTo>
                <a:lnTo>
                  <a:pt x="77081" y="67354"/>
                </a:lnTo>
                <a:lnTo>
                  <a:pt x="77081" y="45780"/>
                </a:lnTo>
                <a:close/>
                <a:moveTo>
                  <a:pt x="50887" y="104644"/>
                </a:moveTo>
                <a:cubicBezTo>
                  <a:pt x="50435" y="104644"/>
                  <a:pt x="50066" y="105013"/>
                  <a:pt x="50066" y="105454"/>
                </a:cubicBezTo>
                <a:cubicBezTo>
                  <a:pt x="50066" y="105858"/>
                  <a:pt x="50364" y="106192"/>
                  <a:pt x="50733" y="106263"/>
                </a:cubicBezTo>
                <a:lnTo>
                  <a:pt x="50733" y="109418"/>
                </a:lnTo>
                <a:lnTo>
                  <a:pt x="41231" y="118967"/>
                </a:lnTo>
                <a:lnTo>
                  <a:pt x="41184" y="119015"/>
                </a:lnTo>
                <a:lnTo>
                  <a:pt x="41184" y="122872"/>
                </a:lnTo>
                <a:lnTo>
                  <a:pt x="33290" y="130802"/>
                </a:lnTo>
                <a:lnTo>
                  <a:pt x="33254" y="130850"/>
                </a:lnTo>
                <a:lnTo>
                  <a:pt x="33254" y="147518"/>
                </a:lnTo>
                <a:lnTo>
                  <a:pt x="33528" y="147518"/>
                </a:lnTo>
                <a:lnTo>
                  <a:pt x="33528" y="130957"/>
                </a:lnTo>
                <a:lnTo>
                  <a:pt x="41422" y="123015"/>
                </a:lnTo>
                <a:lnTo>
                  <a:pt x="41470" y="122980"/>
                </a:lnTo>
                <a:lnTo>
                  <a:pt x="41470" y="119134"/>
                </a:lnTo>
                <a:lnTo>
                  <a:pt x="50971" y="109585"/>
                </a:lnTo>
                <a:lnTo>
                  <a:pt x="51018" y="109537"/>
                </a:lnTo>
                <a:lnTo>
                  <a:pt x="51018" y="106263"/>
                </a:lnTo>
                <a:cubicBezTo>
                  <a:pt x="51423" y="106204"/>
                  <a:pt x="51709" y="105858"/>
                  <a:pt x="51709" y="105454"/>
                </a:cubicBezTo>
                <a:cubicBezTo>
                  <a:pt x="51709" y="105013"/>
                  <a:pt x="51328" y="104644"/>
                  <a:pt x="50887" y="104644"/>
                </a:cubicBezTo>
                <a:close/>
                <a:moveTo>
                  <a:pt x="50756" y="140005"/>
                </a:moveTo>
                <a:lnTo>
                  <a:pt x="50756" y="147685"/>
                </a:lnTo>
                <a:lnTo>
                  <a:pt x="51030" y="147685"/>
                </a:lnTo>
                <a:lnTo>
                  <a:pt x="51030" y="140005"/>
                </a:lnTo>
                <a:close/>
                <a:moveTo>
                  <a:pt x="88928" y="45327"/>
                </a:moveTo>
                <a:cubicBezTo>
                  <a:pt x="88475" y="45327"/>
                  <a:pt x="88106" y="45708"/>
                  <a:pt x="88106" y="46149"/>
                </a:cubicBezTo>
                <a:cubicBezTo>
                  <a:pt x="88106" y="46553"/>
                  <a:pt x="88404" y="46875"/>
                  <a:pt x="88773" y="46958"/>
                </a:cubicBezTo>
                <a:lnTo>
                  <a:pt x="88773" y="63698"/>
                </a:lnTo>
                <a:lnTo>
                  <a:pt x="103108" y="77998"/>
                </a:lnTo>
                <a:lnTo>
                  <a:pt x="103108" y="83522"/>
                </a:lnTo>
                <a:lnTo>
                  <a:pt x="106418" y="86808"/>
                </a:lnTo>
                <a:lnTo>
                  <a:pt x="106418" y="135183"/>
                </a:lnTo>
                <a:lnTo>
                  <a:pt x="103644" y="137958"/>
                </a:lnTo>
                <a:lnTo>
                  <a:pt x="103644" y="147887"/>
                </a:lnTo>
                <a:lnTo>
                  <a:pt x="103930" y="147887"/>
                </a:lnTo>
                <a:lnTo>
                  <a:pt x="103930" y="138065"/>
                </a:lnTo>
                <a:lnTo>
                  <a:pt x="106716" y="135302"/>
                </a:lnTo>
                <a:lnTo>
                  <a:pt x="106716" y="86689"/>
                </a:lnTo>
                <a:lnTo>
                  <a:pt x="103406" y="83403"/>
                </a:lnTo>
                <a:lnTo>
                  <a:pt x="103406" y="77879"/>
                </a:lnTo>
                <a:lnTo>
                  <a:pt x="89071" y="63579"/>
                </a:lnTo>
                <a:lnTo>
                  <a:pt x="89071" y="46958"/>
                </a:lnTo>
                <a:cubicBezTo>
                  <a:pt x="89464" y="46875"/>
                  <a:pt x="89749" y="46553"/>
                  <a:pt x="89749" y="46149"/>
                </a:cubicBezTo>
                <a:cubicBezTo>
                  <a:pt x="89749" y="45708"/>
                  <a:pt x="89368" y="45327"/>
                  <a:pt x="88928" y="45327"/>
                </a:cubicBezTo>
                <a:close/>
                <a:moveTo>
                  <a:pt x="86678" y="43101"/>
                </a:moveTo>
                <a:cubicBezTo>
                  <a:pt x="86237" y="43101"/>
                  <a:pt x="85856" y="43470"/>
                  <a:pt x="85856" y="43922"/>
                </a:cubicBezTo>
                <a:cubicBezTo>
                  <a:pt x="85856" y="44315"/>
                  <a:pt x="86154" y="44648"/>
                  <a:pt x="86535" y="44720"/>
                </a:cubicBezTo>
                <a:lnTo>
                  <a:pt x="86535" y="64425"/>
                </a:lnTo>
                <a:lnTo>
                  <a:pt x="100858" y="78724"/>
                </a:lnTo>
                <a:lnTo>
                  <a:pt x="100858" y="84249"/>
                </a:lnTo>
                <a:lnTo>
                  <a:pt x="104168" y="87535"/>
                </a:lnTo>
                <a:lnTo>
                  <a:pt x="104168" y="134481"/>
                </a:lnTo>
                <a:lnTo>
                  <a:pt x="101394" y="137267"/>
                </a:lnTo>
                <a:lnTo>
                  <a:pt x="101394" y="147899"/>
                </a:lnTo>
                <a:lnTo>
                  <a:pt x="101679" y="147899"/>
                </a:lnTo>
                <a:lnTo>
                  <a:pt x="101679" y="137386"/>
                </a:lnTo>
                <a:lnTo>
                  <a:pt x="104454" y="134600"/>
                </a:lnTo>
                <a:lnTo>
                  <a:pt x="104454" y="87416"/>
                </a:lnTo>
                <a:lnTo>
                  <a:pt x="101144" y="84130"/>
                </a:lnTo>
                <a:lnTo>
                  <a:pt x="101144" y="78605"/>
                </a:lnTo>
                <a:lnTo>
                  <a:pt x="86809" y="64306"/>
                </a:lnTo>
                <a:lnTo>
                  <a:pt x="86809" y="44720"/>
                </a:lnTo>
                <a:cubicBezTo>
                  <a:pt x="87201" y="44648"/>
                  <a:pt x="87499" y="44315"/>
                  <a:pt x="87499" y="43922"/>
                </a:cubicBezTo>
                <a:cubicBezTo>
                  <a:pt x="87499" y="43470"/>
                  <a:pt x="87130" y="43101"/>
                  <a:pt x="86678" y="43101"/>
                </a:cubicBezTo>
                <a:close/>
                <a:moveTo>
                  <a:pt x="36814" y="117276"/>
                </a:moveTo>
                <a:lnTo>
                  <a:pt x="36814" y="118396"/>
                </a:lnTo>
                <a:lnTo>
                  <a:pt x="27206" y="128052"/>
                </a:lnTo>
                <a:lnTo>
                  <a:pt x="27158" y="128099"/>
                </a:lnTo>
                <a:lnTo>
                  <a:pt x="27158" y="142994"/>
                </a:lnTo>
                <a:lnTo>
                  <a:pt x="32266" y="148054"/>
                </a:lnTo>
                <a:lnTo>
                  <a:pt x="32457" y="147840"/>
                </a:lnTo>
                <a:lnTo>
                  <a:pt x="27444" y="142863"/>
                </a:lnTo>
                <a:lnTo>
                  <a:pt x="27444" y="128218"/>
                </a:lnTo>
                <a:lnTo>
                  <a:pt x="37052" y="118550"/>
                </a:lnTo>
                <a:lnTo>
                  <a:pt x="37100" y="118515"/>
                </a:lnTo>
                <a:lnTo>
                  <a:pt x="37100" y="117276"/>
                </a:lnTo>
                <a:close/>
                <a:moveTo>
                  <a:pt x="108918" y="66699"/>
                </a:moveTo>
                <a:lnTo>
                  <a:pt x="108716" y="66901"/>
                </a:lnTo>
                <a:lnTo>
                  <a:pt x="119408" y="77557"/>
                </a:lnTo>
                <a:lnTo>
                  <a:pt x="119408" y="125396"/>
                </a:lnTo>
                <a:lnTo>
                  <a:pt x="142101" y="148066"/>
                </a:lnTo>
                <a:lnTo>
                  <a:pt x="142292" y="147864"/>
                </a:lnTo>
                <a:lnTo>
                  <a:pt x="119670" y="125277"/>
                </a:lnTo>
                <a:lnTo>
                  <a:pt x="119670" y="77450"/>
                </a:lnTo>
                <a:lnTo>
                  <a:pt x="108918" y="66699"/>
                </a:lnTo>
                <a:close/>
                <a:moveTo>
                  <a:pt x="56055" y="126563"/>
                </a:moveTo>
                <a:cubicBezTo>
                  <a:pt x="55602" y="126563"/>
                  <a:pt x="55233" y="126932"/>
                  <a:pt x="55233" y="127385"/>
                </a:cubicBezTo>
                <a:cubicBezTo>
                  <a:pt x="55233" y="127778"/>
                  <a:pt x="55531" y="128111"/>
                  <a:pt x="55900" y="128183"/>
                </a:cubicBezTo>
                <a:lnTo>
                  <a:pt x="55900" y="148161"/>
                </a:lnTo>
                <a:lnTo>
                  <a:pt x="56186" y="148161"/>
                </a:lnTo>
                <a:lnTo>
                  <a:pt x="56186" y="128183"/>
                </a:lnTo>
                <a:cubicBezTo>
                  <a:pt x="56591" y="128123"/>
                  <a:pt x="56864" y="127778"/>
                  <a:pt x="56864" y="127385"/>
                </a:cubicBezTo>
                <a:cubicBezTo>
                  <a:pt x="56864" y="126932"/>
                  <a:pt x="56495" y="126563"/>
                  <a:pt x="56055" y="126563"/>
                </a:cubicBezTo>
                <a:close/>
                <a:moveTo>
                  <a:pt x="53804" y="124325"/>
                </a:moveTo>
                <a:cubicBezTo>
                  <a:pt x="53352" y="124325"/>
                  <a:pt x="52983" y="124706"/>
                  <a:pt x="52983" y="125146"/>
                </a:cubicBezTo>
                <a:cubicBezTo>
                  <a:pt x="52983" y="125551"/>
                  <a:pt x="53281" y="125873"/>
                  <a:pt x="53650" y="125956"/>
                </a:cubicBezTo>
                <a:lnTo>
                  <a:pt x="53650" y="148173"/>
                </a:lnTo>
                <a:lnTo>
                  <a:pt x="53935" y="148173"/>
                </a:lnTo>
                <a:lnTo>
                  <a:pt x="53935" y="125956"/>
                </a:lnTo>
                <a:cubicBezTo>
                  <a:pt x="54328" y="125873"/>
                  <a:pt x="54626" y="125551"/>
                  <a:pt x="54626" y="125146"/>
                </a:cubicBezTo>
                <a:cubicBezTo>
                  <a:pt x="54626" y="124706"/>
                  <a:pt x="54245" y="124325"/>
                  <a:pt x="53804" y="124325"/>
                </a:cubicBezTo>
                <a:close/>
                <a:moveTo>
                  <a:pt x="58293" y="128814"/>
                </a:moveTo>
                <a:cubicBezTo>
                  <a:pt x="57853" y="128814"/>
                  <a:pt x="57483" y="129183"/>
                  <a:pt x="57483" y="129623"/>
                </a:cubicBezTo>
                <a:cubicBezTo>
                  <a:pt x="57495" y="130028"/>
                  <a:pt x="57793" y="130361"/>
                  <a:pt x="58162" y="130433"/>
                </a:cubicBezTo>
                <a:lnTo>
                  <a:pt x="58162" y="148173"/>
                </a:lnTo>
                <a:lnTo>
                  <a:pt x="58448" y="148173"/>
                </a:lnTo>
                <a:lnTo>
                  <a:pt x="58448" y="130433"/>
                </a:lnTo>
                <a:cubicBezTo>
                  <a:pt x="58829" y="130361"/>
                  <a:pt x="59115" y="130028"/>
                  <a:pt x="59115" y="129623"/>
                </a:cubicBezTo>
                <a:cubicBezTo>
                  <a:pt x="59115" y="129183"/>
                  <a:pt x="58746" y="128814"/>
                  <a:pt x="58293" y="128814"/>
                </a:cubicBezTo>
                <a:close/>
                <a:moveTo>
                  <a:pt x="55281" y="98691"/>
                </a:moveTo>
                <a:cubicBezTo>
                  <a:pt x="54757" y="98691"/>
                  <a:pt x="54328" y="99119"/>
                  <a:pt x="54328" y="99643"/>
                </a:cubicBezTo>
                <a:cubicBezTo>
                  <a:pt x="54328" y="99953"/>
                  <a:pt x="54471" y="100215"/>
                  <a:pt x="54709" y="100393"/>
                </a:cubicBezTo>
                <a:lnTo>
                  <a:pt x="54709" y="120455"/>
                </a:lnTo>
                <a:lnTo>
                  <a:pt x="61258" y="126968"/>
                </a:lnTo>
                <a:lnTo>
                  <a:pt x="61258" y="148173"/>
                </a:lnTo>
                <a:lnTo>
                  <a:pt x="62389" y="148173"/>
                </a:lnTo>
                <a:lnTo>
                  <a:pt x="62389" y="126468"/>
                </a:lnTo>
                <a:lnTo>
                  <a:pt x="55840" y="119967"/>
                </a:lnTo>
                <a:lnTo>
                  <a:pt x="55840" y="100393"/>
                </a:lnTo>
                <a:cubicBezTo>
                  <a:pt x="56079" y="100215"/>
                  <a:pt x="56233" y="99953"/>
                  <a:pt x="56233" y="99643"/>
                </a:cubicBezTo>
                <a:cubicBezTo>
                  <a:pt x="56233" y="99119"/>
                  <a:pt x="55793" y="98691"/>
                  <a:pt x="55281" y="98691"/>
                </a:cubicBezTo>
                <a:close/>
                <a:moveTo>
                  <a:pt x="50887" y="111669"/>
                </a:moveTo>
                <a:cubicBezTo>
                  <a:pt x="50435" y="111669"/>
                  <a:pt x="50066" y="112038"/>
                  <a:pt x="50066" y="112478"/>
                </a:cubicBezTo>
                <a:cubicBezTo>
                  <a:pt x="50066" y="112645"/>
                  <a:pt x="50114" y="112812"/>
                  <a:pt x="50197" y="112931"/>
                </a:cubicBezTo>
                <a:cubicBezTo>
                  <a:pt x="43613" y="119551"/>
                  <a:pt x="43494" y="119670"/>
                  <a:pt x="43470" y="119670"/>
                </a:cubicBezTo>
                <a:lnTo>
                  <a:pt x="43458" y="119729"/>
                </a:lnTo>
                <a:lnTo>
                  <a:pt x="43458" y="123587"/>
                </a:lnTo>
                <a:lnTo>
                  <a:pt x="35576" y="131516"/>
                </a:lnTo>
                <a:lnTo>
                  <a:pt x="35528" y="131564"/>
                </a:lnTo>
                <a:lnTo>
                  <a:pt x="35528" y="148233"/>
                </a:lnTo>
                <a:lnTo>
                  <a:pt x="35790" y="148233"/>
                </a:lnTo>
                <a:lnTo>
                  <a:pt x="35790" y="148221"/>
                </a:lnTo>
                <a:lnTo>
                  <a:pt x="35790" y="131671"/>
                </a:lnTo>
                <a:lnTo>
                  <a:pt x="43684" y="123730"/>
                </a:lnTo>
                <a:lnTo>
                  <a:pt x="43732" y="123694"/>
                </a:lnTo>
                <a:lnTo>
                  <a:pt x="43732" y="119824"/>
                </a:lnTo>
                <a:cubicBezTo>
                  <a:pt x="43863" y="119705"/>
                  <a:pt x="44113" y="119467"/>
                  <a:pt x="44565" y="119003"/>
                </a:cubicBezTo>
                <a:lnTo>
                  <a:pt x="50411" y="113133"/>
                </a:lnTo>
                <a:cubicBezTo>
                  <a:pt x="50542" y="113240"/>
                  <a:pt x="50709" y="113300"/>
                  <a:pt x="50887" y="113300"/>
                </a:cubicBezTo>
                <a:cubicBezTo>
                  <a:pt x="51328" y="113300"/>
                  <a:pt x="51709" y="112931"/>
                  <a:pt x="51709" y="112478"/>
                </a:cubicBezTo>
                <a:cubicBezTo>
                  <a:pt x="51709" y="112038"/>
                  <a:pt x="51328" y="111669"/>
                  <a:pt x="50887" y="111669"/>
                </a:cubicBezTo>
                <a:close/>
                <a:moveTo>
                  <a:pt x="43041" y="134064"/>
                </a:moveTo>
                <a:cubicBezTo>
                  <a:pt x="42505" y="134076"/>
                  <a:pt x="42077" y="134505"/>
                  <a:pt x="42077" y="135029"/>
                </a:cubicBezTo>
                <a:cubicBezTo>
                  <a:pt x="42077" y="135338"/>
                  <a:pt x="42220" y="135612"/>
                  <a:pt x="42458" y="135791"/>
                </a:cubicBezTo>
                <a:lnTo>
                  <a:pt x="42458" y="143601"/>
                </a:lnTo>
                <a:lnTo>
                  <a:pt x="47256" y="148352"/>
                </a:lnTo>
                <a:lnTo>
                  <a:pt x="48054" y="147542"/>
                </a:lnTo>
                <a:lnTo>
                  <a:pt x="43613" y="143125"/>
                </a:lnTo>
                <a:lnTo>
                  <a:pt x="43613" y="135779"/>
                </a:lnTo>
                <a:cubicBezTo>
                  <a:pt x="43851" y="135588"/>
                  <a:pt x="43994" y="135326"/>
                  <a:pt x="43994" y="135017"/>
                </a:cubicBezTo>
                <a:cubicBezTo>
                  <a:pt x="43994" y="134493"/>
                  <a:pt x="43565" y="134064"/>
                  <a:pt x="43041" y="134064"/>
                </a:cubicBezTo>
                <a:close/>
                <a:moveTo>
                  <a:pt x="84415" y="40862"/>
                </a:moveTo>
                <a:cubicBezTo>
                  <a:pt x="83975" y="40862"/>
                  <a:pt x="83594" y="41243"/>
                  <a:pt x="83594" y="41684"/>
                </a:cubicBezTo>
                <a:cubicBezTo>
                  <a:pt x="83594" y="42089"/>
                  <a:pt x="83892" y="42410"/>
                  <a:pt x="84273" y="42493"/>
                </a:cubicBezTo>
                <a:lnTo>
                  <a:pt x="84273" y="65139"/>
                </a:lnTo>
                <a:lnTo>
                  <a:pt x="98596" y="79438"/>
                </a:lnTo>
                <a:lnTo>
                  <a:pt x="98596" y="84963"/>
                </a:lnTo>
                <a:lnTo>
                  <a:pt x="101906" y="88249"/>
                </a:lnTo>
                <a:lnTo>
                  <a:pt x="101906" y="133778"/>
                </a:lnTo>
                <a:lnTo>
                  <a:pt x="99132" y="136565"/>
                </a:lnTo>
                <a:lnTo>
                  <a:pt x="99132" y="148637"/>
                </a:lnTo>
                <a:lnTo>
                  <a:pt x="99417" y="148637"/>
                </a:lnTo>
                <a:lnTo>
                  <a:pt x="99417" y="136684"/>
                </a:lnTo>
                <a:lnTo>
                  <a:pt x="102191" y="133898"/>
                </a:lnTo>
                <a:lnTo>
                  <a:pt x="102191" y="88118"/>
                </a:lnTo>
                <a:lnTo>
                  <a:pt x="98882" y="84832"/>
                </a:lnTo>
                <a:lnTo>
                  <a:pt x="98882" y="79307"/>
                </a:lnTo>
                <a:lnTo>
                  <a:pt x="84546" y="65008"/>
                </a:lnTo>
                <a:lnTo>
                  <a:pt x="84546" y="42470"/>
                </a:lnTo>
                <a:cubicBezTo>
                  <a:pt x="84951" y="42410"/>
                  <a:pt x="85237" y="42089"/>
                  <a:pt x="85237" y="41684"/>
                </a:cubicBezTo>
                <a:cubicBezTo>
                  <a:pt x="85237" y="41243"/>
                  <a:pt x="84868" y="40862"/>
                  <a:pt x="84415" y="40862"/>
                </a:cubicBezTo>
                <a:close/>
                <a:moveTo>
                  <a:pt x="105442" y="65627"/>
                </a:moveTo>
                <a:cubicBezTo>
                  <a:pt x="105001" y="65627"/>
                  <a:pt x="104632" y="66008"/>
                  <a:pt x="104632" y="66449"/>
                </a:cubicBezTo>
                <a:cubicBezTo>
                  <a:pt x="104632" y="66901"/>
                  <a:pt x="105001" y="67270"/>
                  <a:pt x="105442" y="67270"/>
                </a:cubicBezTo>
                <a:cubicBezTo>
                  <a:pt x="105620" y="67270"/>
                  <a:pt x="105787" y="67211"/>
                  <a:pt x="105906" y="67116"/>
                </a:cubicBezTo>
                <a:lnTo>
                  <a:pt x="117146" y="78319"/>
                </a:lnTo>
                <a:lnTo>
                  <a:pt x="117146" y="126135"/>
                </a:lnTo>
                <a:lnTo>
                  <a:pt x="139839" y="148792"/>
                </a:lnTo>
                <a:lnTo>
                  <a:pt x="140030" y="148590"/>
                </a:lnTo>
                <a:lnTo>
                  <a:pt x="117408" y="126016"/>
                </a:lnTo>
                <a:lnTo>
                  <a:pt x="117408" y="78188"/>
                </a:lnTo>
                <a:lnTo>
                  <a:pt x="106097" y="66913"/>
                </a:lnTo>
                <a:cubicBezTo>
                  <a:pt x="106192" y="66782"/>
                  <a:pt x="106251" y="66615"/>
                  <a:pt x="106251" y="66449"/>
                </a:cubicBezTo>
                <a:cubicBezTo>
                  <a:pt x="106251" y="65984"/>
                  <a:pt x="105894" y="65627"/>
                  <a:pt x="105442" y="65627"/>
                </a:cubicBezTo>
                <a:close/>
                <a:moveTo>
                  <a:pt x="50887" y="114621"/>
                </a:moveTo>
                <a:cubicBezTo>
                  <a:pt x="50435" y="114621"/>
                  <a:pt x="50066" y="115002"/>
                  <a:pt x="50066" y="115443"/>
                </a:cubicBezTo>
                <a:cubicBezTo>
                  <a:pt x="50066" y="115610"/>
                  <a:pt x="50114" y="115776"/>
                  <a:pt x="50197" y="115895"/>
                </a:cubicBezTo>
                <a:lnTo>
                  <a:pt x="45696" y="120420"/>
                </a:lnTo>
                <a:lnTo>
                  <a:pt x="45696" y="124265"/>
                </a:lnTo>
                <a:lnTo>
                  <a:pt x="37802" y="132207"/>
                </a:lnTo>
                <a:lnTo>
                  <a:pt x="37755" y="132243"/>
                </a:lnTo>
                <a:lnTo>
                  <a:pt x="37755" y="148911"/>
                </a:lnTo>
                <a:lnTo>
                  <a:pt x="38052" y="148911"/>
                </a:lnTo>
                <a:lnTo>
                  <a:pt x="38052" y="132362"/>
                </a:lnTo>
                <a:lnTo>
                  <a:pt x="45946" y="124432"/>
                </a:lnTo>
                <a:lnTo>
                  <a:pt x="45994" y="124384"/>
                </a:lnTo>
                <a:lnTo>
                  <a:pt x="45994" y="120539"/>
                </a:lnTo>
                <a:lnTo>
                  <a:pt x="50411" y="116098"/>
                </a:lnTo>
                <a:cubicBezTo>
                  <a:pt x="50542" y="116205"/>
                  <a:pt x="50709" y="116264"/>
                  <a:pt x="50887" y="116264"/>
                </a:cubicBezTo>
                <a:cubicBezTo>
                  <a:pt x="51328" y="116264"/>
                  <a:pt x="51709" y="115895"/>
                  <a:pt x="51709" y="115443"/>
                </a:cubicBezTo>
                <a:cubicBezTo>
                  <a:pt x="51709" y="115002"/>
                  <a:pt x="51328" y="114621"/>
                  <a:pt x="50887" y="114621"/>
                </a:cubicBezTo>
                <a:close/>
                <a:moveTo>
                  <a:pt x="82034" y="47804"/>
                </a:moveTo>
                <a:lnTo>
                  <a:pt x="82034" y="65842"/>
                </a:lnTo>
                <a:lnTo>
                  <a:pt x="96369" y="80141"/>
                </a:lnTo>
                <a:lnTo>
                  <a:pt x="96369" y="85665"/>
                </a:lnTo>
                <a:lnTo>
                  <a:pt x="99667" y="88952"/>
                </a:lnTo>
                <a:lnTo>
                  <a:pt x="99667" y="133052"/>
                </a:lnTo>
                <a:lnTo>
                  <a:pt x="96905" y="135838"/>
                </a:lnTo>
                <a:lnTo>
                  <a:pt x="96905" y="149316"/>
                </a:lnTo>
                <a:lnTo>
                  <a:pt x="97191" y="149316"/>
                </a:lnTo>
                <a:lnTo>
                  <a:pt x="97191" y="135957"/>
                </a:lnTo>
                <a:lnTo>
                  <a:pt x="99953" y="133171"/>
                </a:lnTo>
                <a:lnTo>
                  <a:pt x="99953" y="88832"/>
                </a:lnTo>
                <a:lnTo>
                  <a:pt x="96643" y="85546"/>
                </a:lnTo>
                <a:lnTo>
                  <a:pt x="96643" y="80022"/>
                </a:lnTo>
                <a:lnTo>
                  <a:pt x="82320" y="65722"/>
                </a:lnTo>
                <a:lnTo>
                  <a:pt x="82320" y="47804"/>
                </a:lnTo>
                <a:close/>
                <a:moveTo>
                  <a:pt x="70437" y="108942"/>
                </a:moveTo>
                <a:cubicBezTo>
                  <a:pt x="69997" y="108942"/>
                  <a:pt x="69628" y="109311"/>
                  <a:pt x="69628" y="109764"/>
                </a:cubicBezTo>
                <a:cubicBezTo>
                  <a:pt x="69628" y="110157"/>
                  <a:pt x="69926" y="110490"/>
                  <a:pt x="70295" y="110561"/>
                </a:cubicBezTo>
                <a:lnTo>
                  <a:pt x="70295" y="116526"/>
                </a:lnTo>
                <a:lnTo>
                  <a:pt x="73593" y="119824"/>
                </a:lnTo>
                <a:lnTo>
                  <a:pt x="73593" y="149328"/>
                </a:lnTo>
                <a:lnTo>
                  <a:pt x="73878" y="149328"/>
                </a:lnTo>
                <a:lnTo>
                  <a:pt x="73878" y="119681"/>
                </a:lnTo>
                <a:lnTo>
                  <a:pt x="70592" y="116407"/>
                </a:lnTo>
                <a:lnTo>
                  <a:pt x="70592" y="110561"/>
                </a:lnTo>
                <a:cubicBezTo>
                  <a:pt x="70973" y="110490"/>
                  <a:pt x="71259" y="110157"/>
                  <a:pt x="71259" y="109764"/>
                </a:cubicBezTo>
                <a:cubicBezTo>
                  <a:pt x="71259" y="109311"/>
                  <a:pt x="70890" y="108942"/>
                  <a:pt x="70437" y="108942"/>
                </a:cubicBezTo>
                <a:close/>
                <a:moveTo>
                  <a:pt x="65937" y="104406"/>
                </a:moveTo>
                <a:cubicBezTo>
                  <a:pt x="65484" y="104406"/>
                  <a:pt x="65115" y="104775"/>
                  <a:pt x="65115" y="105215"/>
                </a:cubicBezTo>
                <a:cubicBezTo>
                  <a:pt x="65115" y="105620"/>
                  <a:pt x="65413" y="105954"/>
                  <a:pt x="65782" y="106025"/>
                </a:cubicBezTo>
                <a:lnTo>
                  <a:pt x="65782" y="123372"/>
                </a:lnTo>
                <a:lnTo>
                  <a:pt x="69104" y="126670"/>
                </a:lnTo>
                <a:lnTo>
                  <a:pt x="69104" y="149376"/>
                </a:lnTo>
                <a:lnTo>
                  <a:pt x="69390" y="149376"/>
                </a:lnTo>
                <a:lnTo>
                  <a:pt x="69390" y="126551"/>
                </a:lnTo>
                <a:lnTo>
                  <a:pt x="66080" y="123253"/>
                </a:lnTo>
                <a:lnTo>
                  <a:pt x="66080" y="106025"/>
                </a:lnTo>
                <a:cubicBezTo>
                  <a:pt x="66473" y="105954"/>
                  <a:pt x="66747" y="105620"/>
                  <a:pt x="66747" y="105215"/>
                </a:cubicBezTo>
                <a:cubicBezTo>
                  <a:pt x="66747" y="104775"/>
                  <a:pt x="66377" y="104406"/>
                  <a:pt x="65937" y="104406"/>
                </a:cubicBezTo>
                <a:close/>
                <a:moveTo>
                  <a:pt x="68175" y="106680"/>
                </a:moveTo>
                <a:cubicBezTo>
                  <a:pt x="67735" y="106680"/>
                  <a:pt x="67366" y="107049"/>
                  <a:pt x="67366" y="107501"/>
                </a:cubicBezTo>
                <a:cubicBezTo>
                  <a:pt x="67366" y="107894"/>
                  <a:pt x="67663" y="108228"/>
                  <a:pt x="68032" y="108299"/>
                </a:cubicBezTo>
                <a:lnTo>
                  <a:pt x="68032" y="122682"/>
                </a:lnTo>
                <a:lnTo>
                  <a:pt x="71330" y="125968"/>
                </a:lnTo>
                <a:lnTo>
                  <a:pt x="71330" y="149376"/>
                </a:lnTo>
                <a:lnTo>
                  <a:pt x="71616" y="149376"/>
                </a:lnTo>
                <a:lnTo>
                  <a:pt x="71616" y="125837"/>
                </a:lnTo>
                <a:lnTo>
                  <a:pt x="68330" y="122563"/>
                </a:lnTo>
                <a:lnTo>
                  <a:pt x="68330" y="108299"/>
                </a:lnTo>
                <a:cubicBezTo>
                  <a:pt x="68711" y="108228"/>
                  <a:pt x="68997" y="107894"/>
                  <a:pt x="68997" y="107501"/>
                </a:cubicBezTo>
                <a:cubicBezTo>
                  <a:pt x="68997" y="107049"/>
                  <a:pt x="68628" y="106680"/>
                  <a:pt x="68175" y="106680"/>
                </a:cubicBezTo>
                <a:close/>
                <a:moveTo>
                  <a:pt x="102501" y="65615"/>
                </a:moveTo>
                <a:cubicBezTo>
                  <a:pt x="102049" y="65615"/>
                  <a:pt x="101679" y="65984"/>
                  <a:pt x="101679" y="66437"/>
                </a:cubicBezTo>
                <a:cubicBezTo>
                  <a:pt x="101679" y="66877"/>
                  <a:pt x="102049" y="67258"/>
                  <a:pt x="102501" y="67258"/>
                </a:cubicBezTo>
                <a:cubicBezTo>
                  <a:pt x="102680" y="67258"/>
                  <a:pt x="102846" y="67199"/>
                  <a:pt x="102965" y="67104"/>
                </a:cubicBezTo>
                <a:lnTo>
                  <a:pt x="114872" y="78974"/>
                </a:lnTo>
                <a:lnTo>
                  <a:pt x="114872" y="126825"/>
                </a:lnTo>
                <a:lnTo>
                  <a:pt x="114884" y="126825"/>
                </a:lnTo>
                <a:lnTo>
                  <a:pt x="137529" y="149447"/>
                </a:lnTo>
                <a:lnTo>
                  <a:pt x="137732" y="149245"/>
                </a:lnTo>
                <a:lnTo>
                  <a:pt x="115145" y="126706"/>
                </a:lnTo>
                <a:lnTo>
                  <a:pt x="115145" y="78867"/>
                </a:lnTo>
                <a:lnTo>
                  <a:pt x="103168" y="66901"/>
                </a:lnTo>
                <a:cubicBezTo>
                  <a:pt x="103263" y="66758"/>
                  <a:pt x="103323" y="66604"/>
                  <a:pt x="103323" y="66437"/>
                </a:cubicBezTo>
                <a:cubicBezTo>
                  <a:pt x="103323" y="65984"/>
                  <a:pt x="102942" y="65615"/>
                  <a:pt x="102501" y="65615"/>
                </a:cubicBezTo>
                <a:close/>
                <a:moveTo>
                  <a:pt x="50887" y="117574"/>
                </a:moveTo>
                <a:cubicBezTo>
                  <a:pt x="50435" y="117574"/>
                  <a:pt x="50066" y="117943"/>
                  <a:pt x="50066" y="118396"/>
                </a:cubicBezTo>
                <a:cubicBezTo>
                  <a:pt x="50066" y="118574"/>
                  <a:pt x="50125" y="118729"/>
                  <a:pt x="50221" y="118848"/>
                </a:cubicBezTo>
                <a:lnTo>
                  <a:pt x="47958" y="121134"/>
                </a:lnTo>
                <a:lnTo>
                  <a:pt x="47958" y="124980"/>
                </a:lnTo>
                <a:lnTo>
                  <a:pt x="40065" y="132921"/>
                </a:lnTo>
                <a:lnTo>
                  <a:pt x="40017" y="132957"/>
                </a:lnTo>
                <a:lnTo>
                  <a:pt x="40017" y="149626"/>
                </a:lnTo>
                <a:lnTo>
                  <a:pt x="40303" y="149626"/>
                </a:lnTo>
                <a:lnTo>
                  <a:pt x="40303" y="133076"/>
                </a:lnTo>
                <a:lnTo>
                  <a:pt x="48197" y="125146"/>
                </a:lnTo>
                <a:lnTo>
                  <a:pt x="48232" y="125099"/>
                </a:lnTo>
                <a:lnTo>
                  <a:pt x="48232" y="121253"/>
                </a:lnTo>
                <a:lnTo>
                  <a:pt x="50423" y="119062"/>
                </a:lnTo>
                <a:cubicBezTo>
                  <a:pt x="50554" y="119146"/>
                  <a:pt x="50721" y="119205"/>
                  <a:pt x="50887" y="119205"/>
                </a:cubicBezTo>
                <a:cubicBezTo>
                  <a:pt x="51328" y="119205"/>
                  <a:pt x="51709" y="118836"/>
                  <a:pt x="51709" y="118396"/>
                </a:cubicBezTo>
                <a:cubicBezTo>
                  <a:pt x="51709" y="117943"/>
                  <a:pt x="51328" y="117574"/>
                  <a:pt x="50887" y="117574"/>
                </a:cubicBezTo>
                <a:close/>
                <a:moveTo>
                  <a:pt x="76938" y="69556"/>
                </a:moveTo>
                <a:cubicBezTo>
                  <a:pt x="76498" y="69556"/>
                  <a:pt x="76129" y="69937"/>
                  <a:pt x="76129" y="70378"/>
                </a:cubicBezTo>
                <a:cubicBezTo>
                  <a:pt x="76129" y="70830"/>
                  <a:pt x="76498" y="71199"/>
                  <a:pt x="76938" y="71199"/>
                </a:cubicBezTo>
                <a:cubicBezTo>
                  <a:pt x="77129" y="71199"/>
                  <a:pt x="77284" y="71140"/>
                  <a:pt x="77403" y="71045"/>
                </a:cubicBezTo>
                <a:lnTo>
                  <a:pt x="88868" y="82486"/>
                </a:lnTo>
                <a:lnTo>
                  <a:pt x="88868" y="88011"/>
                </a:lnTo>
                <a:lnTo>
                  <a:pt x="92166" y="91309"/>
                </a:lnTo>
                <a:lnTo>
                  <a:pt x="92166" y="133993"/>
                </a:lnTo>
                <a:lnTo>
                  <a:pt x="83534" y="142649"/>
                </a:lnTo>
                <a:lnTo>
                  <a:pt x="83534" y="150042"/>
                </a:lnTo>
                <a:lnTo>
                  <a:pt x="83820" y="150042"/>
                </a:lnTo>
                <a:lnTo>
                  <a:pt x="83820" y="142768"/>
                </a:lnTo>
                <a:lnTo>
                  <a:pt x="92464" y="134112"/>
                </a:lnTo>
                <a:lnTo>
                  <a:pt x="92464" y="91190"/>
                </a:lnTo>
                <a:lnTo>
                  <a:pt x="89166" y="87892"/>
                </a:lnTo>
                <a:lnTo>
                  <a:pt x="89166" y="82379"/>
                </a:lnTo>
                <a:lnTo>
                  <a:pt x="77617" y="70842"/>
                </a:lnTo>
                <a:cubicBezTo>
                  <a:pt x="77700" y="70711"/>
                  <a:pt x="77760" y="70545"/>
                  <a:pt x="77760" y="70378"/>
                </a:cubicBezTo>
                <a:cubicBezTo>
                  <a:pt x="77760" y="69937"/>
                  <a:pt x="77391" y="69556"/>
                  <a:pt x="76938" y="69556"/>
                </a:cubicBezTo>
                <a:close/>
                <a:moveTo>
                  <a:pt x="123301" y="88487"/>
                </a:moveTo>
                <a:cubicBezTo>
                  <a:pt x="122777" y="88487"/>
                  <a:pt x="122349" y="88928"/>
                  <a:pt x="122349" y="89440"/>
                </a:cubicBezTo>
                <a:cubicBezTo>
                  <a:pt x="122349" y="89761"/>
                  <a:pt x="122504" y="90023"/>
                  <a:pt x="122742" y="90202"/>
                </a:cubicBezTo>
                <a:lnTo>
                  <a:pt x="122742" y="124408"/>
                </a:lnTo>
                <a:lnTo>
                  <a:pt x="149674" y="150447"/>
                </a:lnTo>
                <a:lnTo>
                  <a:pt x="150459" y="149626"/>
                </a:lnTo>
                <a:lnTo>
                  <a:pt x="123873" y="123932"/>
                </a:lnTo>
                <a:lnTo>
                  <a:pt x="123873" y="90202"/>
                </a:lnTo>
                <a:cubicBezTo>
                  <a:pt x="124111" y="90023"/>
                  <a:pt x="124254" y="89761"/>
                  <a:pt x="124254" y="89440"/>
                </a:cubicBezTo>
                <a:cubicBezTo>
                  <a:pt x="124254" y="88928"/>
                  <a:pt x="123825" y="88487"/>
                  <a:pt x="123301" y="88487"/>
                </a:cubicBezTo>
                <a:close/>
                <a:moveTo>
                  <a:pt x="94143" y="63687"/>
                </a:moveTo>
                <a:cubicBezTo>
                  <a:pt x="93631" y="63687"/>
                  <a:pt x="93190" y="64115"/>
                  <a:pt x="93190" y="64639"/>
                </a:cubicBezTo>
                <a:cubicBezTo>
                  <a:pt x="93190" y="65151"/>
                  <a:pt x="93631" y="65592"/>
                  <a:pt x="94143" y="65592"/>
                </a:cubicBezTo>
                <a:cubicBezTo>
                  <a:pt x="94190" y="65592"/>
                  <a:pt x="94238" y="65592"/>
                  <a:pt x="94286" y="65568"/>
                </a:cubicBezTo>
                <a:lnTo>
                  <a:pt x="109538" y="80712"/>
                </a:lnTo>
                <a:lnTo>
                  <a:pt x="109538" y="131564"/>
                </a:lnTo>
                <a:lnTo>
                  <a:pt x="109704" y="131731"/>
                </a:lnTo>
                <a:lnTo>
                  <a:pt x="121694" y="143637"/>
                </a:lnTo>
                <a:lnTo>
                  <a:pt x="128838" y="150721"/>
                </a:lnTo>
                <a:lnTo>
                  <a:pt x="129635" y="149923"/>
                </a:lnTo>
                <a:lnTo>
                  <a:pt x="121968" y="142327"/>
                </a:lnTo>
                <a:lnTo>
                  <a:pt x="110669" y="131100"/>
                </a:lnTo>
                <a:lnTo>
                  <a:pt x="110669" y="80248"/>
                </a:lnTo>
                <a:lnTo>
                  <a:pt x="95083" y="64770"/>
                </a:lnTo>
                <a:cubicBezTo>
                  <a:pt x="95083" y="64722"/>
                  <a:pt x="95095" y="64675"/>
                  <a:pt x="95095" y="64639"/>
                </a:cubicBezTo>
                <a:cubicBezTo>
                  <a:pt x="95095" y="64115"/>
                  <a:pt x="94667" y="63687"/>
                  <a:pt x="94143" y="63687"/>
                </a:cubicBezTo>
                <a:close/>
                <a:moveTo>
                  <a:pt x="73164" y="0"/>
                </a:moveTo>
                <a:cubicBezTo>
                  <a:pt x="72640" y="0"/>
                  <a:pt x="72212" y="429"/>
                  <a:pt x="72212" y="953"/>
                </a:cubicBezTo>
                <a:cubicBezTo>
                  <a:pt x="72212" y="1262"/>
                  <a:pt x="72366" y="1548"/>
                  <a:pt x="72604" y="1715"/>
                </a:cubicBezTo>
                <a:lnTo>
                  <a:pt x="72604" y="78129"/>
                </a:lnTo>
                <a:lnTo>
                  <a:pt x="77688" y="83189"/>
                </a:lnTo>
                <a:lnTo>
                  <a:pt x="77688" y="95845"/>
                </a:lnTo>
                <a:lnTo>
                  <a:pt x="84868" y="102977"/>
                </a:lnTo>
                <a:lnTo>
                  <a:pt x="84868" y="115502"/>
                </a:lnTo>
                <a:lnTo>
                  <a:pt x="80963" y="119420"/>
                </a:lnTo>
                <a:lnTo>
                  <a:pt x="80963" y="150983"/>
                </a:lnTo>
                <a:lnTo>
                  <a:pt x="82094" y="150983"/>
                </a:lnTo>
                <a:lnTo>
                  <a:pt x="82094" y="119884"/>
                </a:lnTo>
                <a:lnTo>
                  <a:pt x="85999" y="115955"/>
                </a:lnTo>
                <a:lnTo>
                  <a:pt x="85999" y="102477"/>
                </a:lnTo>
                <a:lnTo>
                  <a:pt x="78819" y="95357"/>
                </a:lnTo>
                <a:lnTo>
                  <a:pt x="78819" y="82701"/>
                </a:lnTo>
                <a:lnTo>
                  <a:pt x="73736" y="77653"/>
                </a:lnTo>
                <a:lnTo>
                  <a:pt x="73736" y="1715"/>
                </a:lnTo>
                <a:cubicBezTo>
                  <a:pt x="73974" y="1536"/>
                  <a:pt x="74117" y="1262"/>
                  <a:pt x="74117" y="953"/>
                </a:cubicBezTo>
                <a:cubicBezTo>
                  <a:pt x="74117" y="429"/>
                  <a:pt x="73688" y="0"/>
                  <a:pt x="73164" y="0"/>
                </a:cubicBezTo>
                <a:close/>
                <a:moveTo>
                  <a:pt x="55043" y="89309"/>
                </a:moveTo>
                <a:lnTo>
                  <a:pt x="34993" y="109525"/>
                </a:lnTo>
                <a:lnTo>
                  <a:pt x="30421" y="109525"/>
                </a:lnTo>
                <a:lnTo>
                  <a:pt x="19169" y="120860"/>
                </a:lnTo>
                <a:lnTo>
                  <a:pt x="19169" y="141256"/>
                </a:lnTo>
                <a:lnTo>
                  <a:pt x="30766" y="152769"/>
                </a:lnTo>
                <a:lnTo>
                  <a:pt x="31564" y="151959"/>
                </a:lnTo>
                <a:lnTo>
                  <a:pt x="20300" y="140791"/>
                </a:lnTo>
                <a:lnTo>
                  <a:pt x="20300" y="121325"/>
                </a:lnTo>
                <a:lnTo>
                  <a:pt x="30885" y="110657"/>
                </a:lnTo>
                <a:lnTo>
                  <a:pt x="35457" y="110657"/>
                </a:lnTo>
                <a:lnTo>
                  <a:pt x="55519" y="90440"/>
                </a:lnTo>
                <a:lnTo>
                  <a:pt x="59817" y="90440"/>
                </a:lnTo>
                <a:lnTo>
                  <a:pt x="62389" y="93000"/>
                </a:lnTo>
                <a:lnTo>
                  <a:pt x="62389" y="94726"/>
                </a:lnTo>
                <a:lnTo>
                  <a:pt x="77165" y="109383"/>
                </a:lnTo>
                <a:cubicBezTo>
                  <a:pt x="77165" y="109430"/>
                  <a:pt x="77153" y="109478"/>
                  <a:pt x="77153" y="109525"/>
                </a:cubicBezTo>
                <a:cubicBezTo>
                  <a:pt x="77153" y="110037"/>
                  <a:pt x="77581" y="110478"/>
                  <a:pt x="78105" y="110478"/>
                </a:cubicBezTo>
                <a:cubicBezTo>
                  <a:pt x="78629" y="110478"/>
                  <a:pt x="79058" y="110037"/>
                  <a:pt x="79058" y="109525"/>
                </a:cubicBezTo>
                <a:cubicBezTo>
                  <a:pt x="79058" y="109002"/>
                  <a:pt x="78629" y="108573"/>
                  <a:pt x="78105" y="108573"/>
                </a:cubicBezTo>
                <a:cubicBezTo>
                  <a:pt x="78057" y="108573"/>
                  <a:pt x="78010" y="108573"/>
                  <a:pt x="77974" y="108585"/>
                </a:cubicBezTo>
                <a:lnTo>
                  <a:pt x="63532" y="94250"/>
                </a:lnTo>
                <a:lnTo>
                  <a:pt x="63532" y="92511"/>
                </a:lnTo>
                <a:lnTo>
                  <a:pt x="60281" y="89309"/>
                </a:lnTo>
                <a:close/>
                <a:moveTo>
                  <a:pt x="10192" y="125504"/>
                </a:moveTo>
                <a:cubicBezTo>
                  <a:pt x="9751" y="125504"/>
                  <a:pt x="9382" y="125873"/>
                  <a:pt x="9382" y="126325"/>
                </a:cubicBezTo>
                <a:cubicBezTo>
                  <a:pt x="9382" y="126730"/>
                  <a:pt x="9680" y="127051"/>
                  <a:pt x="10049" y="127123"/>
                </a:cubicBezTo>
                <a:lnTo>
                  <a:pt x="10049" y="154936"/>
                </a:lnTo>
                <a:lnTo>
                  <a:pt x="10335" y="154936"/>
                </a:lnTo>
                <a:lnTo>
                  <a:pt x="10335" y="127123"/>
                </a:lnTo>
                <a:cubicBezTo>
                  <a:pt x="10728" y="127051"/>
                  <a:pt x="11013" y="126730"/>
                  <a:pt x="11013" y="126325"/>
                </a:cubicBezTo>
                <a:cubicBezTo>
                  <a:pt x="11013" y="125873"/>
                  <a:pt x="10644" y="125504"/>
                  <a:pt x="10192" y="125504"/>
                </a:cubicBezTo>
                <a:close/>
                <a:moveTo>
                  <a:pt x="12454" y="125504"/>
                </a:moveTo>
                <a:cubicBezTo>
                  <a:pt x="12014" y="125504"/>
                  <a:pt x="11644" y="125873"/>
                  <a:pt x="11644" y="126325"/>
                </a:cubicBezTo>
                <a:cubicBezTo>
                  <a:pt x="11644" y="126730"/>
                  <a:pt x="11942" y="127051"/>
                  <a:pt x="12311" y="127123"/>
                </a:cubicBezTo>
                <a:lnTo>
                  <a:pt x="12311" y="154936"/>
                </a:lnTo>
                <a:lnTo>
                  <a:pt x="12597" y="154936"/>
                </a:lnTo>
                <a:lnTo>
                  <a:pt x="12597" y="127123"/>
                </a:lnTo>
                <a:cubicBezTo>
                  <a:pt x="12978" y="127051"/>
                  <a:pt x="13276" y="126730"/>
                  <a:pt x="13276" y="126325"/>
                </a:cubicBezTo>
                <a:cubicBezTo>
                  <a:pt x="13276" y="125873"/>
                  <a:pt x="12906" y="125504"/>
                  <a:pt x="12454" y="125504"/>
                </a:cubicBezTo>
                <a:close/>
                <a:moveTo>
                  <a:pt x="14704" y="125504"/>
                </a:moveTo>
                <a:cubicBezTo>
                  <a:pt x="14252" y="125504"/>
                  <a:pt x="13883" y="125873"/>
                  <a:pt x="13883" y="126325"/>
                </a:cubicBezTo>
                <a:cubicBezTo>
                  <a:pt x="13883" y="126730"/>
                  <a:pt x="14180" y="127051"/>
                  <a:pt x="14550" y="127123"/>
                </a:cubicBezTo>
                <a:lnTo>
                  <a:pt x="14550" y="154948"/>
                </a:lnTo>
                <a:lnTo>
                  <a:pt x="14835" y="154948"/>
                </a:lnTo>
                <a:lnTo>
                  <a:pt x="14835" y="127123"/>
                </a:lnTo>
                <a:lnTo>
                  <a:pt x="14847" y="127123"/>
                </a:lnTo>
                <a:cubicBezTo>
                  <a:pt x="15240" y="127051"/>
                  <a:pt x="15526" y="126730"/>
                  <a:pt x="15526" y="126325"/>
                </a:cubicBezTo>
                <a:cubicBezTo>
                  <a:pt x="15526" y="125873"/>
                  <a:pt x="15145" y="125504"/>
                  <a:pt x="14704" y="125504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9"/>
          <p:cNvSpPr txBox="1">
            <a:spLocks noGrp="1"/>
          </p:cNvSpPr>
          <p:nvPr>
            <p:ph type="subTitle" idx="1"/>
          </p:nvPr>
        </p:nvSpPr>
        <p:spPr>
          <a:xfrm>
            <a:off x="719851" y="1830518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it-IT" dirty="0"/>
              <a:t>Applicazione client/server per gestire geolocalizzazione e comunicazione di una flotta di veicoli</a:t>
            </a:r>
          </a:p>
        </p:txBody>
      </p:sp>
      <p:sp>
        <p:nvSpPr>
          <p:cNvPr id="411" name="Google Shape;411;p49"/>
          <p:cNvSpPr txBox="1">
            <a:spLocks noGrp="1"/>
          </p:cNvSpPr>
          <p:nvPr>
            <p:ph type="subTitle" idx="2"/>
          </p:nvPr>
        </p:nvSpPr>
        <p:spPr>
          <a:xfrm>
            <a:off x="5017616" y="185045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Ogni client simula un veicolo: legge un percorso e invia la posizione ogni 30 secondi</a:t>
            </a:r>
          </a:p>
        </p:txBody>
      </p:sp>
      <p:sp>
        <p:nvSpPr>
          <p:cNvPr id="412" name="Google Shape;412;p49"/>
          <p:cNvSpPr txBox="1">
            <a:spLocks noGrp="1"/>
          </p:cNvSpPr>
          <p:nvPr>
            <p:ph type="subTitle" idx="3"/>
          </p:nvPr>
        </p:nvSpPr>
        <p:spPr>
          <a:xfrm>
            <a:off x="719851" y="3302618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it-IT" dirty="0"/>
              <a:t>Il server autentica gli utenti, analizza il movimento e gestisce i messaggi</a:t>
            </a:r>
          </a:p>
        </p:txBody>
      </p:sp>
      <p:sp>
        <p:nvSpPr>
          <p:cNvPr id="413" name="Google Shape;413;p49"/>
          <p:cNvSpPr txBox="1">
            <a:spLocks noGrp="1"/>
          </p:cNvSpPr>
          <p:nvPr>
            <p:ph type="subTitle" idx="4"/>
          </p:nvPr>
        </p:nvSpPr>
        <p:spPr>
          <a:xfrm>
            <a:off x="5017616" y="3302618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it-IT" dirty="0"/>
              <a:t>Tutto scritto in Rust; Tokio coordina le attività concorrenti su entrambi i lati</a:t>
            </a:r>
          </a:p>
        </p:txBody>
      </p:sp>
      <p:sp>
        <p:nvSpPr>
          <p:cNvPr id="414" name="Google Shape;414;p49"/>
          <p:cNvSpPr txBox="1">
            <a:spLocks noGrp="1"/>
          </p:cNvSpPr>
          <p:nvPr>
            <p:ph type="subTitle" idx="5"/>
          </p:nvPr>
        </p:nvSpPr>
        <p:spPr>
          <a:xfrm>
            <a:off x="719851" y="1520230"/>
            <a:ext cx="28110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Progetto</a:t>
            </a:r>
            <a:endParaRPr dirty="0"/>
          </a:p>
        </p:txBody>
      </p:sp>
      <p:sp>
        <p:nvSpPr>
          <p:cNvPr id="415" name="Google Shape;415;p49"/>
          <p:cNvSpPr txBox="1">
            <a:spLocks noGrp="1"/>
          </p:cNvSpPr>
          <p:nvPr>
            <p:ph type="subTitle" idx="6"/>
          </p:nvPr>
        </p:nvSpPr>
        <p:spPr>
          <a:xfrm>
            <a:off x="719851" y="2925518"/>
            <a:ext cx="28110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Server</a:t>
            </a:r>
            <a:endParaRPr dirty="0"/>
          </a:p>
        </p:txBody>
      </p:sp>
      <p:sp>
        <p:nvSpPr>
          <p:cNvPr id="416" name="Google Shape;416;p49"/>
          <p:cNvSpPr txBox="1">
            <a:spLocks noGrp="1"/>
          </p:cNvSpPr>
          <p:nvPr>
            <p:ph type="subTitle" idx="7"/>
          </p:nvPr>
        </p:nvSpPr>
        <p:spPr>
          <a:xfrm>
            <a:off x="5017616" y="1520230"/>
            <a:ext cx="28110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Client</a:t>
            </a:r>
            <a:endParaRPr dirty="0"/>
          </a:p>
        </p:txBody>
      </p:sp>
      <p:sp>
        <p:nvSpPr>
          <p:cNvPr id="417" name="Google Shape;417;p49"/>
          <p:cNvSpPr txBox="1">
            <a:spLocks noGrp="1"/>
          </p:cNvSpPr>
          <p:nvPr>
            <p:ph type="subTitle" idx="8"/>
          </p:nvPr>
        </p:nvSpPr>
        <p:spPr>
          <a:xfrm>
            <a:off x="5017616" y="2947020"/>
            <a:ext cx="28110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Stack tecnologico</a:t>
            </a:r>
            <a:endParaRPr dirty="0"/>
          </a:p>
        </p:txBody>
      </p:sp>
      <p:sp>
        <p:nvSpPr>
          <p:cNvPr id="418" name="Google Shape;418;p4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Introduzione a </a:t>
            </a:r>
            <a:r>
              <a:rPr lang="en" dirty="0">
                <a:solidFill>
                  <a:schemeClr val="accent1"/>
                </a:solidFill>
              </a:rPr>
              <a:t>GeoRust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3" name="Google Shape;412;p49">
            <a:extLst>
              <a:ext uri="{FF2B5EF4-FFF2-40B4-BE49-F238E27FC236}">
                <a16:creationId xmlns:a16="http://schemas.microsoft.com/office/drawing/2014/main" id="{BC6F5A8D-E1C9-519E-1FA7-C35BD11A7E83}"/>
              </a:ext>
            </a:extLst>
          </p:cNvPr>
          <p:cNvSpPr txBox="1">
            <a:spLocks/>
          </p:cNvSpPr>
          <p:nvPr/>
        </p:nvSpPr>
        <p:spPr>
          <a:xfrm>
            <a:off x="0" y="4838982"/>
            <a:ext cx="510652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indent="0"/>
            <a:r>
              <a:rPr lang="it-IT" dirty="0" err="1"/>
              <a:t>GeoRust</a:t>
            </a:r>
            <a:r>
              <a:rPr lang="it-IT" dirty="0"/>
              <a:t> – Gruppo 8</a:t>
            </a:r>
          </a:p>
        </p:txBody>
      </p:sp>
      <p:sp>
        <p:nvSpPr>
          <p:cNvPr id="5" name="Google Shape;412;p49">
            <a:extLst>
              <a:ext uri="{FF2B5EF4-FFF2-40B4-BE49-F238E27FC236}">
                <a16:creationId xmlns:a16="http://schemas.microsoft.com/office/drawing/2014/main" id="{8263119C-7166-DA9C-9878-34B2A568FC41}"/>
              </a:ext>
            </a:extLst>
          </p:cNvPr>
          <p:cNvSpPr txBox="1">
            <a:spLocks/>
          </p:cNvSpPr>
          <p:nvPr/>
        </p:nvSpPr>
        <p:spPr>
          <a:xfrm>
            <a:off x="8121749" y="4838982"/>
            <a:ext cx="1022252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indent="0" algn="r"/>
            <a:r>
              <a:rPr lang="it-IT" dirty="0"/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Requisiti</a:t>
            </a:r>
            <a:endParaRPr dirty="0">
              <a:solidFill>
                <a:schemeClr val="accent1"/>
              </a:solidFill>
            </a:endParaRPr>
          </a:p>
        </p:txBody>
      </p:sp>
      <p:graphicFrame>
        <p:nvGraphicFramePr>
          <p:cNvPr id="214" name="Google Shape;214;p40"/>
          <p:cNvGraphicFramePr/>
          <p:nvPr>
            <p:extLst>
              <p:ext uri="{D42A27DB-BD31-4B8C-83A1-F6EECF244321}">
                <p14:modId xmlns:p14="http://schemas.microsoft.com/office/powerpoint/2010/main" val="3681428614"/>
              </p:ext>
            </p:extLst>
          </p:nvPr>
        </p:nvGraphicFramePr>
        <p:xfrm>
          <a:off x="720000" y="1619514"/>
          <a:ext cx="7704000" cy="2169150"/>
        </p:xfrm>
        <a:graphic>
          <a:graphicData uri="http://schemas.openxmlformats.org/drawingml/2006/table">
            <a:tbl>
              <a:tblPr>
                <a:noFill/>
                <a:tableStyleId>{C16D7F41-687C-4A22-B534-27E45C8BE798}</a:tableStyleId>
              </a:tblPr>
              <a:tblGrid>
                <a:gridCol w="2619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4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u="sng" dirty="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Registrazione sicura</a:t>
                      </a:r>
                      <a:endParaRPr sz="1000" b="1" u="sng" dirty="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000" dirty="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Account e password, </a:t>
                      </a:r>
                      <a:r>
                        <a:rPr lang="it-IT" sz="1000" dirty="0" err="1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hash</a:t>
                      </a:r>
                      <a:r>
                        <a:rPr lang="it-IT" sz="1000" dirty="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 Argon2 con </a:t>
                      </a:r>
                      <a:r>
                        <a:rPr lang="it-IT" sz="1000" dirty="0" err="1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salt</a:t>
                      </a:r>
                      <a:r>
                        <a:rPr lang="it-IT" sz="1000" dirty="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 casuale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u="sng" dirty="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Posizione ogni 30 secondi</a:t>
                      </a:r>
                      <a:endParaRPr sz="1000" b="1" u="sng" dirty="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000" dirty="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Il client invia coordinate lette da un percorso CSV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u="sng" dirty="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Stati utente</a:t>
                      </a:r>
                      <a:endParaRPr sz="1000" b="1" u="sng" dirty="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000" dirty="0" err="1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Disconnected</a:t>
                      </a:r>
                      <a:r>
                        <a:rPr lang="it-IT" sz="1000" dirty="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 · </a:t>
                      </a:r>
                      <a:r>
                        <a:rPr lang="it-IT" sz="1000" dirty="0" err="1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Moving</a:t>
                      </a:r>
                      <a:r>
                        <a:rPr lang="it-IT" sz="1000" dirty="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 · Still, con soglia di 3 minuti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u="sng" dirty="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Analisi del movimento</a:t>
                      </a:r>
                      <a:endParaRPr sz="1000" b="1" u="sng" dirty="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000" dirty="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Distanza, tempo di moto e di pausa, velocità media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u="sng" dirty="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Messaggistica</a:t>
                      </a:r>
                      <a:endParaRPr sz="1000" b="1" u="sng" dirty="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000" dirty="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Messaggi diretti e broadcast tra server e client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000" b="1" u="sng" dirty="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Monitoraggio CPU</a:t>
                      </a:r>
                      <a:endParaRPr sz="1000" b="1" u="sng" dirty="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000" dirty="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Log del consumo del processo ogni 120 secondi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Google Shape;412;p49">
            <a:extLst>
              <a:ext uri="{FF2B5EF4-FFF2-40B4-BE49-F238E27FC236}">
                <a16:creationId xmlns:a16="http://schemas.microsoft.com/office/drawing/2014/main" id="{9F15C51E-67C1-809C-9CD8-CAC7200149E1}"/>
              </a:ext>
            </a:extLst>
          </p:cNvPr>
          <p:cNvSpPr txBox="1">
            <a:spLocks/>
          </p:cNvSpPr>
          <p:nvPr/>
        </p:nvSpPr>
        <p:spPr>
          <a:xfrm>
            <a:off x="0" y="4838982"/>
            <a:ext cx="510652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indent="0"/>
            <a:r>
              <a:rPr lang="it-IT" dirty="0" err="1"/>
              <a:t>GeoRust</a:t>
            </a:r>
            <a:r>
              <a:rPr lang="it-IT" dirty="0"/>
              <a:t> – Gruppo 8</a:t>
            </a:r>
          </a:p>
        </p:txBody>
      </p:sp>
      <p:sp>
        <p:nvSpPr>
          <p:cNvPr id="5" name="Google Shape;412;p49">
            <a:extLst>
              <a:ext uri="{FF2B5EF4-FFF2-40B4-BE49-F238E27FC236}">
                <a16:creationId xmlns:a16="http://schemas.microsoft.com/office/drawing/2014/main" id="{BD552BB5-7BBE-DDDC-4094-C3AA98A2CC03}"/>
              </a:ext>
            </a:extLst>
          </p:cNvPr>
          <p:cNvSpPr txBox="1">
            <a:spLocks/>
          </p:cNvSpPr>
          <p:nvPr/>
        </p:nvSpPr>
        <p:spPr>
          <a:xfrm>
            <a:off x="8121749" y="4838982"/>
            <a:ext cx="1022252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indent="0" algn="r"/>
            <a:r>
              <a:rPr lang="it-IT" dirty="0"/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>
          <a:extLst>
            <a:ext uri="{FF2B5EF4-FFF2-40B4-BE49-F238E27FC236}">
              <a16:creationId xmlns:a16="http://schemas.microsoft.com/office/drawing/2014/main" id="{D6341CB5-FB33-B35F-2435-5C29D6D71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320;p48">
            <a:extLst>
              <a:ext uri="{FF2B5EF4-FFF2-40B4-BE49-F238E27FC236}">
                <a16:creationId xmlns:a16="http://schemas.microsoft.com/office/drawing/2014/main" id="{24875503-2F88-828C-097D-D1D0A88DAA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dirty="0"/>
              <a:t>Un </a:t>
            </a:r>
            <a:r>
              <a:rPr lang="en" dirty="0">
                <a:solidFill>
                  <a:schemeClr val="accent1"/>
                </a:solidFill>
              </a:rPr>
              <a:t>workspace</a:t>
            </a:r>
            <a:r>
              <a:rPr lang="en" dirty="0"/>
              <a:t>, tre </a:t>
            </a:r>
            <a:r>
              <a:rPr lang="en" dirty="0">
                <a:solidFill>
                  <a:schemeClr val="accent1"/>
                </a:solidFill>
              </a:rPr>
              <a:t>crate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3" name="Google Shape;321;p48">
            <a:extLst>
              <a:ext uri="{FF2B5EF4-FFF2-40B4-BE49-F238E27FC236}">
                <a16:creationId xmlns:a16="http://schemas.microsoft.com/office/drawing/2014/main" id="{C26CE0F4-7055-AD57-F486-CCDBDF0232E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37625" y="2181959"/>
            <a:ext cx="2175300" cy="13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it-IT" dirty="0"/>
              <a:t>Libreria con tipi condivisi: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it-IT" dirty="0"/>
              <a:t>Messaggi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it-IT" dirty="0"/>
              <a:t>Stati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it-IT" dirty="0"/>
              <a:t>Coordinate</a:t>
            </a:r>
          </a:p>
        </p:txBody>
      </p:sp>
      <p:sp>
        <p:nvSpPr>
          <p:cNvPr id="14" name="Google Shape;322;p48">
            <a:extLst>
              <a:ext uri="{FF2B5EF4-FFF2-40B4-BE49-F238E27FC236}">
                <a16:creationId xmlns:a16="http://schemas.microsoft.com/office/drawing/2014/main" id="{0F9C4C08-DBD3-6A61-855B-D9813D5E504A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484347" y="2182102"/>
            <a:ext cx="2175300" cy="13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it-IT" dirty="0"/>
              <a:t>Autenticazione via REST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it-IT" dirty="0"/>
              <a:t>Lettura e validazione percorsi CSV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it-IT" dirty="0"/>
              <a:t>Simulazione temporale del movimento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it-IT" dirty="0"/>
              <a:t>Interfaccia testuale (</a:t>
            </a:r>
            <a:r>
              <a:rPr lang="it-IT" dirty="0" err="1"/>
              <a:t>Ratatui</a:t>
            </a:r>
            <a:r>
              <a:rPr lang="it-IT" dirty="0"/>
              <a:t>)</a:t>
            </a:r>
            <a:endParaRPr dirty="0"/>
          </a:p>
        </p:txBody>
      </p:sp>
      <p:sp>
        <p:nvSpPr>
          <p:cNvPr id="16" name="Google Shape;324;p48">
            <a:extLst>
              <a:ext uri="{FF2B5EF4-FFF2-40B4-BE49-F238E27FC236}">
                <a16:creationId xmlns:a16="http://schemas.microsoft.com/office/drawing/2014/main" id="{483A4978-861E-2348-789E-340D3EAFC620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937625" y="1794655"/>
            <a:ext cx="2175300" cy="45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common</a:t>
            </a:r>
            <a:endParaRPr dirty="0"/>
          </a:p>
        </p:txBody>
      </p:sp>
      <p:sp>
        <p:nvSpPr>
          <p:cNvPr id="17" name="Google Shape;325;p48">
            <a:extLst>
              <a:ext uri="{FF2B5EF4-FFF2-40B4-BE49-F238E27FC236}">
                <a16:creationId xmlns:a16="http://schemas.microsoft.com/office/drawing/2014/main" id="{431110DF-D22F-7233-EE8D-DB292FEF6292}"/>
              </a:ext>
            </a:extLst>
          </p:cNvPr>
          <p:cNvSpPr txBox="1">
            <a:spLocks/>
          </p:cNvSpPr>
          <p:nvPr/>
        </p:nvSpPr>
        <p:spPr>
          <a:xfrm>
            <a:off x="3484347" y="1794655"/>
            <a:ext cx="2175300" cy="45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E5F"/>
              </a:buClr>
              <a:buSzPts val="2400"/>
              <a:buFont typeface="Bebas Neue"/>
              <a:buNone/>
              <a:tabLst/>
              <a:defRPr/>
            </a:pPr>
            <a:r>
              <a:rPr kumimoji="0" lang="it-IT" sz="2200" b="1" i="0" u="none" strike="noStrike" kern="0" cap="none" spc="0" normalizeH="0" baseline="0" noProof="0" dirty="0">
                <a:ln>
                  <a:noFill/>
                </a:ln>
                <a:solidFill>
                  <a:srgbClr val="3A3E5F"/>
                </a:solidFill>
                <a:effectLst/>
                <a:uLnTx/>
                <a:uFillTx/>
                <a:latin typeface="Poppins"/>
                <a:cs typeface="Poppins"/>
                <a:sym typeface="Poppins"/>
              </a:rPr>
              <a:t>client</a:t>
            </a:r>
            <a:endParaRPr lang="it-IT" sz="2400" dirty="0"/>
          </a:p>
        </p:txBody>
      </p:sp>
      <p:sp>
        <p:nvSpPr>
          <p:cNvPr id="18" name="Google Shape;326;p48">
            <a:extLst>
              <a:ext uri="{FF2B5EF4-FFF2-40B4-BE49-F238E27FC236}">
                <a16:creationId xmlns:a16="http://schemas.microsoft.com/office/drawing/2014/main" id="{C11E9805-CAD7-A3B5-2C5E-F6085DC46B07}"/>
              </a:ext>
            </a:extLst>
          </p:cNvPr>
          <p:cNvSpPr txBox="1">
            <a:spLocks/>
          </p:cNvSpPr>
          <p:nvPr/>
        </p:nvSpPr>
        <p:spPr>
          <a:xfrm>
            <a:off x="6031069" y="1794655"/>
            <a:ext cx="2175300" cy="45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E5F"/>
              </a:buClr>
              <a:buSzPts val="2400"/>
              <a:buFont typeface="Bebas Neue"/>
              <a:buNone/>
              <a:tabLst/>
              <a:defRPr/>
            </a:pPr>
            <a:r>
              <a:rPr lang="it-IT" sz="2200" b="1" dirty="0">
                <a:solidFill>
                  <a:srgbClr val="3A3E5F"/>
                </a:solidFill>
                <a:latin typeface="Poppins"/>
                <a:cs typeface="Poppins"/>
                <a:sym typeface="Poppins"/>
              </a:rPr>
              <a:t>server</a:t>
            </a:r>
            <a:endParaRPr kumimoji="0" lang="it-IT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" name="Google Shape;323;p48">
            <a:extLst>
              <a:ext uri="{FF2B5EF4-FFF2-40B4-BE49-F238E27FC236}">
                <a16:creationId xmlns:a16="http://schemas.microsoft.com/office/drawing/2014/main" id="{A813140F-629C-F700-F118-76CED2F4717C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6031069" y="2181959"/>
            <a:ext cx="2175300" cy="13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E5F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sz="1200" b="0" i="0" u="none" strike="noStrike" kern="0" cap="none" spc="0" normalizeH="0" baseline="0" noProof="0" dirty="0">
                <a:ln>
                  <a:noFill/>
                </a:ln>
                <a:solidFill>
                  <a:srgbClr val="3A3E5F"/>
                </a:solidFill>
                <a:effectLst/>
                <a:uLnTx/>
                <a:uFillTx/>
                <a:latin typeface="Archivo"/>
                <a:cs typeface="Archivo"/>
                <a:sym typeface="Archivo"/>
              </a:rPr>
              <a:t>API REST + endpoint </a:t>
            </a:r>
            <a:r>
              <a:rPr kumimoji="0" lang="it-IT" sz="1200" b="0" i="0" u="none" strike="noStrike" kern="0" cap="none" spc="0" normalizeH="0" baseline="0" noProof="0" dirty="0" err="1">
                <a:ln>
                  <a:noFill/>
                </a:ln>
                <a:solidFill>
                  <a:srgbClr val="3A3E5F"/>
                </a:solidFill>
                <a:effectLst/>
                <a:uLnTx/>
                <a:uFillTx/>
                <a:latin typeface="Archivo"/>
                <a:cs typeface="Archivo"/>
                <a:sym typeface="Archivo"/>
              </a:rPr>
              <a:t>WebSocket</a:t>
            </a:r>
            <a:endParaRPr kumimoji="0" lang="it-IT" sz="1200" b="0" i="0" u="none" strike="noStrike" kern="0" cap="none" spc="0" normalizeH="0" baseline="0" noProof="0" dirty="0">
              <a:ln>
                <a:noFill/>
              </a:ln>
              <a:solidFill>
                <a:srgbClr val="3A3E5F"/>
              </a:solidFill>
              <a:effectLst/>
              <a:uLnTx/>
              <a:uFillTx/>
              <a:latin typeface="Archivo"/>
              <a:cs typeface="Archivo"/>
              <a:sym typeface="Archivo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E5F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sz="1200" b="0" i="0" u="none" strike="noStrike" kern="0" cap="none" spc="0" normalizeH="0" baseline="0" noProof="0" dirty="0">
                <a:ln>
                  <a:noFill/>
                </a:ln>
                <a:solidFill>
                  <a:srgbClr val="3A3E5F"/>
                </a:solidFill>
                <a:effectLst/>
                <a:uLnTx/>
                <a:uFillTx/>
                <a:latin typeface="Archivo"/>
                <a:cs typeface="Archivo"/>
                <a:sym typeface="Archivo"/>
              </a:rPr>
              <a:t>Macchina a stati e statistiche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E5F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sz="1200" b="0" i="0" u="none" strike="noStrike" kern="0" cap="none" spc="0" normalizeH="0" baseline="0" noProof="0" dirty="0">
                <a:ln>
                  <a:noFill/>
                </a:ln>
                <a:solidFill>
                  <a:srgbClr val="3A3E5F"/>
                </a:solidFill>
                <a:effectLst/>
                <a:uLnTx/>
                <a:uFillTx/>
                <a:latin typeface="Archivo"/>
                <a:cs typeface="Archivo"/>
                <a:sym typeface="Archivo"/>
              </a:rPr>
              <a:t>Persistenza </a:t>
            </a:r>
            <a:r>
              <a:rPr kumimoji="0" lang="it-IT" sz="1200" b="0" i="0" u="none" strike="noStrike" kern="0" cap="none" spc="0" normalizeH="0" baseline="0" noProof="0" dirty="0" err="1">
                <a:ln>
                  <a:noFill/>
                </a:ln>
                <a:solidFill>
                  <a:srgbClr val="3A3E5F"/>
                </a:solidFill>
                <a:effectLst/>
                <a:uLnTx/>
                <a:uFillTx/>
                <a:latin typeface="Archivo"/>
                <a:cs typeface="Archivo"/>
                <a:sym typeface="Archivo"/>
              </a:rPr>
              <a:t>SQLite</a:t>
            </a:r>
            <a:r>
              <a:rPr kumimoji="0" lang="it-IT" sz="1200" b="0" i="0" u="none" strike="noStrike" kern="0" cap="none" spc="0" normalizeH="0" baseline="0" noProof="0" dirty="0">
                <a:ln>
                  <a:noFill/>
                </a:ln>
                <a:solidFill>
                  <a:srgbClr val="3A3E5F"/>
                </a:solidFill>
                <a:effectLst/>
                <a:uLnTx/>
                <a:uFillTx/>
                <a:latin typeface="Archivo"/>
                <a:cs typeface="Archivo"/>
                <a:sym typeface="Archivo"/>
              </a:rPr>
              <a:t> (</a:t>
            </a:r>
            <a:r>
              <a:rPr kumimoji="0" lang="it-IT" sz="1200" b="0" i="0" u="none" strike="noStrike" kern="0" cap="none" spc="0" normalizeH="0" baseline="0" noProof="0" dirty="0" err="1">
                <a:ln>
                  <a:noFill/>
                </a:ln>
                <a:solidFill>
                  <a:srgbClr val="3A3E5F"/>
                </a:solidFill>
                <a:effectLst/>
                <a:uLnTx/>
                <a:uFillTx/>
                <a:latin typeface="Archivo"/>
                <a:cs typeface="Archivo"/>
                <a:sym typeface="Archivo"/>
              </a:rPr>
              <a:t>SQLx</a:t>
            </a:r>
            <a:r>
              <a:rPr kumimoji="0" lang="it-IT" sz="1200" b="0" i="0" u="none" strike="noStrike" kern="0" cap="none" spc="0" normalizeH="0" baseline="0" noProof="0" dirty="0">
                <a:ln>
                  <a:noFill/>
                </a:ln>
                <a:solidFill>
                  <a:srgbClr val="3A3E5F"/>
                </a:solidFill>
                <a:effectLst/>
                <a:uLnTx/>
                <a:uFillTx/>
                <a:latin typeface="Archivo"/>
                <a:cs typeface="Archivo"/>
                <a:sym typeface="Archivo"/>
              </a:rPr>
              <a:t>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E5F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sz="1200" b="0" i="0" u="none" strike="noStrike" kern="0" cap="none" spc="0" normalizeH="0" baseline="0" noProof="0" dirty="0">
                <a:ln>
                  <a:noFill/>
                </a:ln>
                <a:solidFill>
                  <a:srgbClr val="3A3E5F"/>
                </a:solidFill>
                <a:effectLst/>
                <a:uLnTx/>
                <a:uFillTx/>
                <a:latin typeface="Archivo"/>
                <a:cs typeface="Archivo"/>
                <a:sym typeface="Archivo"/>
              </a:rPr>
              <a:t>Console admin (</a:t>
            </a:r>
            <a:r>
              <a:rPr kumimoji="0" lang="it-IT" sz="1200" b="0" i="0" u="none" strike="noStrike" kern="0" cap="none" spc="0" normalizeH="0" baseline="0" noProof="0" dirty="0" err="1">
                <a:ln>
                  <a:noFill/>
                </a:ln>
                <a:solidFill>
                  <a:srgbClr val="3A3E5F"/>
                </a:solidFill>
                <a:effectLst/>
                <a:uLnTx/>
                <a:uFillTx/>
                <a:latin typeface="Archivo"/>
                <a:cs typeface="Archivo"/>
                <a:sym typeface="Archivo"/>
              </a:rPr>
              <a:t>Ratatui</a:t>
            </a:r>
            <a:r>
              <a:rPr kumimoji="0" lang="it-IT" sz="1200" b="0" i="0" u="none" strike="noStrike" kern="0" cap="none" spc="0" normalizeH="0" baseline="0" noProof="0" dirty="0">
                <a:ln>
                  <a:noFill/>
                </a:ln>
                <a:solidFill>
                  <a:srgbClr val="3A3E5F"/>
                </a:solidFill>
                <a:effectLst/>
                <a:uLnTx/>
                <a:uFillTx/>
                <a:latin typeface="Archivo"/>
                <a:cs typeface="Archivo"/>
                <a:sym typeface="Archivo"/>
              </a:rPr>
              <a:t>)</a:t>
            </a:r>
          </a:p>
        </p:txBody>
      </p:sp>
      <p:sp>
        <p:nvSpPr>
          <p:cNvPr id="21" name="Google Shape;412;p49">
            <a:extLst>
              <a:ext uri="{FF2B5EF4-FFF2-40B4-BE49-F238E27FC236}">
                <a16:creationId xmlns:a16="http://schemas.microsoft.com/office/drawing/2014/main" id="{CA567D2A-00CB-F515-4350-1E97863E411E}"/>
              </a:ext>
            </a:extLst>
          </p:cNvPr>
          <p:cNvSpPr txBox="1">
            <a:spLocks/>
          </p:cNvSpPr>
          <p:nvPr/>
        </p:nvSpPr>
        <p:spPr>
          <a:xfrm>
            <a:off x="0" y="4838982"/>
            <a:ext cx="510652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indent="0"/>
            <a:r>
              <a:rPr lang="it-IT" dirty="0" err="1"/>
              <a:t>GeoRust</a:t>
            </a:r>
            <a:r>
              <a:rPr lang="it-IT" dirty="0"/>
              <a:t> – Gruppo 8</a:t>
            </a:r>
          </a:p>
        </p:txBody>
      </p:sp>
      <p:sp>
        <p:nvSpPr>
          <p:cNvPr id="23" name="Google Shape;412;p49">
            <a:extLst>
              <a:ext uri="{FF2B5EF4-FFF2-40B4-BE49-F238E27FC236}">
                <a16:creationId xmlns:a16="http://schemas.microsoft.com/office/drawing/2014/main" id="{02181465-7644-B6F7-2D59-65FE999CC4A3}"/>
              </a:ext>
            </a:extLst>
          </p:cNvPr>
          <p:cNvSpPr txBox="1">
            <a:spLocks/>
          </p:cNvSpPr>
          <p:nvPr/>
        </p:nvSpPr>
        <p:spPr>
          <a:xfrm>
            <a:off x="8121749" y="4838982"/>
            <a:ext cx="1022252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indent="0" algn="r"/>
            <a:r>
              <a:rPr lang="it-IT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696008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Due fasi di </a:t>
            </a:r>
            <a:r>
              <a:rPr lang="en" dirty="0">
                <a:solidFill>
                  <a:schemeClr val="accent1"/>
                </a:solidFill>
              </a:rPr>
              <a:t>comunicazione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278" name="Google Shape;278;p47"/>
          <p:cNvSpPr txBox="1">
            <a:spLocks noGrp="1"/>
          </p:cNvSpPr>
          <p:nvPr>
            <p:ph type="subTitle" idx="1"/>
          </p:nvPr>
        </p:nvSpPr>
        <p:spPr>
          <a:xfrm>
            <a:off x="5012625" y="2334226"/>
            <a:ext cx="2460900" cy="15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b="1" dirty="0">
                <a:solidFill>
                  <a:schemeClr val="accent1"/>
                </a:solidFill>
              </a:rPr>
              <a:t>GET/ws </a:t>
            </a:r>
            <a:r>
              <a:rPr lang="en" dirty="0"/>
              <a:t>con il token nell’header Authorization: Bearer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dirty="0"/>
              <a:t>Connessione persistente e bidirezionale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dirty="0"/>
              <a:t>Trasporta posizioni, messaggi ed esiti del tragitto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dirty="0"/>
              <a:t>Messaggi tipizzati in </a:t>
            </a:r>
            <a:r>
              <a:rPr lang="en" i="1" dirty="0">
                <a:solidFill>
                  <a:schemeClr val="accent1"/>
                </a:solidFill>
              </a:rPr>
              <a:t>common</a:t>
            </a:r>
            <a:r>
              <a:rPr lang="en" dirty="0"/>
              <a:t>, serializzati in JSON</a:t>
            </a:r>
            <a:endParaRPr dirty="0"/>
          </a:p>
        </p:txBody>
      </p:sp>
      <p:sp>
        <p:nvSpPr>
          <p:cNvPr id="279" name="Google Shape;279;p47"/>
          <p:cNvSpPr txBox="1">
            <a:spLocks noGrp="1"/>
          </p:cNvSpPr>
          <p:nvPr>
            <p:ph type="subTitle" idx="2"/>
          </p:nvPr>
        </p:nvSpPr>
        <p:spPr>
          <a:xfrm>
            <a:off x="1670450" y="2334226"/>
            <a:ext cx="2460900" cy="15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b="1" dirty="0">
                <a:solidFill>
                  <a:schemeClr val="accent1"/>
                </a:solidFill>
              </a:rPr>
              <a:t>POST/register </a:t>
            </a:r>
            <a:r>
              <a:rPr lang="en" dirty="0"/>
              <a:t>– crea l’utente, password come hash Argon2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b="1" dirty="0">
                <a:solidFill>
                  <a:schemeClr val="accent1"/>
                </a:solidFill>
              </a:rPr>
              <a:t>POST/login </a:t>
            </a:r>
            <a:r>
              <a:rPr lang="en" dirty="0"/>
              <a:t>– verifica le credenziali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dirty="0"/>
              <a:t>Il server genera un token e lo restituisce al client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dirty="0"/>
              <a:t>Dopo la registrazione, il login parte automaticamente</a:t>
            </a:r>
            <a:endParaRPr dirty="0"/>
          </a:p>
        </p:txBody>
      </p:sp>
      <p:sp>
        <p:nvSpPr>
          <p:cNvPr id="280" name="Google Shape;280;p47"/>
          <p:cNvSpPr txBox="1">
            <a:spLocks noGrp="1"/>
          </p:cNvSpPr>
          <p:nvPr>
            <p:ph type="subTitle" idx="3"/>
          </p:nvPr>
        </p:nvSpPr>
        <p:spPr>
          <a:xfrm>
            <a:off x="1670450" y="1910200"/>
            <a:ext cx="2460900" cy="49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REST</a:t>
            </a:r>
            <a:endParaRPr dirty="0"/>
          </a:p>
        </p:txBody>
      </p:sp>
      <p:sp>
        <p:nvSpPr>
          <p:cNvPr id="281" name="Google Shape;281;p47"/>
          <p:cNvSpPr txBox="1">
            <a:spLocks noGrp="1"/>
          </p:cNvSpPr>
          <p:nvPr>
            <p:ph type="subTitle" idx="4"/>
          </p:nvPr>
        </p:nvSpPr>
        <p:spPr>
          <a:xfrm>
            <a:off x="5012625" y="1910200"/>
            <a:ext cx="2460900" cy="49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WebSocket</a:t>
            </a:r>
            <a:endParaRPr dirty="0"/>
          </a:p>
        </p:txBody>
      </p:sp>
      <p:sp>
        <p:nvSpPr>
          <p:cNvPr id="3" name="Google Shape;412;p49">
            <a:extLst>
              <a:ext uri="{FF2B5EF4-FFF2-40B4-BE49-F238E27FC236}">
                <a16:creationId xmlns:a16="http://schemas.microsoft.com/office/drawing/2014/main" id="{6073AF1C-ABF5-DA88-0173-B68F42D1A09C}"/>
              </a:ext>
            </a:extLst>
          </p:cNvPr>
          <p:cNvSpPr txBox="1">
            <a:spLocks/>
          </p:cNvSpPr>
          <p:nvPr/>
        </p:nvSpPr>
        <p:spPr>
          <a:xfrm>
            <a:off x="0" y="4838982"/>
            <a:ext cx="510652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indent="0"/>
            <a:r>
              <a:rPr lang="it-IT" dirty="0" err="1"/>
              <a:t>GeoRust</a:t>
            </a:r>
            <a:r>
              <a:rPr lang="it-IT" dirty="0"/>
              <a:t> – Gruppo 8</a:t>
            </a:r>
          </a:p>
        </p:txBody>
      </p:sp>
      <p:sp>
        <p:nvSpPr>
          <p:cNvPr id="5" name="Google Shape;412;p49">
            <a:extLst>
              <a:ext uri="{FF2B5EF4-FFF2-40B4-BE49-F238E27FC236}">
                <a16:creationId xmlns:a16="http://schemas.microsoft.com/office/drawing/2014/main" id="{B00E794D-898E-1208-D932-4FF93A29BA17}"/>
              </a:ext>
            </a:extLst>
          </p:cNvPr>
          <p:cNvSpPr txBox="1">
            <a:spLocks/>
          </p:cNvSpPr>
          <p:nvPr/>
        </p:nvSpPr>
        <p:spPr>
          <a:xfrm>
            <a:off x="8121749" y="4838982"/>
            <a:ext cx="1022252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indent="0" algn="r"/>
            <a:r>
              <a:rPr lang="it-IT" dirty="0"/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Simulazione del</a:t>
            </a:r>
            <a:r>
              <a:rPr lang="en" dirty="0">
                <a:solidFill>
                  <a:schemeClr val="accent1"/>
                </a:solidFill>
              </a:rPr>
              <a:t> movimento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270" name="Google Shape;270;p46"/>
          <p:cNvSpPr txBox="1">
            <a:spLocks noGrp="1"/>
          </p:cNvSpPr>
          <p:nvPr>
            <p:ph type="subTitle" idx="1"/>
          </p:nvPr>
        </p:nvSpPr>
        <p:spPr>
          <a:xfrm>
            <a:off x="720000" y="1190812"/>
            <a:ext cx="4294800" cy="191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11150" indent="-171450">
              <a:spcBef>
                <a:spcPts val="1000"/>
              </a:spcBef>
              <a:buSzPts val="1400"/>
            </a:pPr>
            <a:r>
              <a:rPr lang="en" dirty="0"/>
              <a:t>Simulazione del movimento tramite file CSV. Colonne: time, latitude, longitude</a:t>
            </a:r>
          </a:p>
          <a:p>
            <a:pPr marL="311150" indent="-171450">
              <a:spcBef>
                <a:spcPts val="1000"/>
              </a:spcBef>
              <a:buSzPts val="1400"/>
            </a:pPr>
            <a:r>
              <a:rPr lang="en" dirty="0"/>
              <a:t>Il primo punto ha tempo 00:00, ogni successivo è a +30s esatti</a:t>
            </a:r>
          </a:p>
          <a:p>
            <a:pPr marL="311150" indent="-171450">
              <a:spcBef>
                <a:spcPts val="1000"/>
              </a:spcBef>
              <a:buSzPts val="1400"/>
            </a:pPr>
            <a:r>
              <a:rPr lang="en" dirty="0"/>
              <a:t>Coordinate ripetute e consecutive rappresentano una sosta</a:t>
            </a:r>
          </a:p>
          <a:p>
            <a:pPr marL="311150" indent="-171450">
              <a:spcBef>
                <a:spcPts val="1000"/>
              </a:spcBef>
              <a:buSzPts val="1400"/>
            </a:pPr>
            <a:r>
              <a:rPr lang="en" dirty="0"/>
              <a:t>Il client valida l’intero percorso  prima di partire; il server verifica nuovamente </a:t>
            </a:r>
            <a:r>
              <a:rPr lang="it-IT" dirty="0"/>
              <a:t>I</a:t>
            </a:r>
            <a:r>
              <a:rPr lang="en" dirty="0"/>
              <a:t> tempi ricevuti</a:t>
            </a:r>
          </a:p>
          <a:p>
            <a:pPr marL="311150" indent="-171450">
              <a:spcBef>
                <a:spcPts val="1000"/>
              </a:spcBef>
              <a:buSzPts val="1400"/>
            </a:pPr>
            <a:r>
              <a:rPr lang="en" dirty="0"/>
              <a:t>Nel client, è stata aggiunta la possibilità di accelerare il tempo di simulazione. I tempi logici restano invariati</a:t>
            </a:r>
          </a:p>
        </p:txBody>
      </p:sp>
      <p:pic>
        <p:nvPicPr>
          <p:cNvPr id="271" name="Google Shape;271;p46"/>
          <p:cNvPicPr preferRelativeResize="0"/>
          <p:nvPr/>
        </p:nvPicPr>
        <p:blipFill rotWithShape="1">
          <a:blip r:embed="rId3">
            <a:alphaModFix/>
          </a:blip>
          <a:srcRect t="18917"/>
          <a:stretch/>
        </p:blipFill>
        <p:spPr>
          <a:xfrm rot="-5400000">
            <a:off x="4788813" y="767088"/>
            <a:ext cx="5224699" cy="360932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Shape 4">
            <a:extLst>
              <a:ext uri="{FF2B5EF4-FFF2-40B4-BE49-F238E27FC236}">
                <a16:creationId xmlns:a16="http://schemas.microsoft.com/office/drawing/2014/main" id="{A92545DB-50DD-BBCD-EE42-FED6FADB2A80}"/>
              </a:ext>
            </a:extLst>
          </p:cNvPr>
          <p:cNvSpPr/>
          <p:nvPr/>
        </p:nvSpPr>
        <p:spPr>
          <a:xfrm>
            <a:off x="7291753" y="907997"/>
            <a:ext cx="4689" cy="3129431"/>
          </a:xfrm>
          <a:prstGeom prst="line">
            <a:avLst/>
          </a:prstGeom>
          <a:noFill/>
          <a:ln w="25400">
            <a:solidFill>
              <a:srgbClr val="D8DBE0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12C61540-D347-27FB-B92B-F62ACFFB41ED}"/>
              </a:ext>
            </a:extLst>
          </p:cNvPr>
          <p:cNvSpPr/>
          <p:nvPr/>
        </p:nvSpPr>
        <p:spPr>
          <a:xfrm>
            <a:off x="7182026" y="798269"/>
            <a:ext cx="219456" cy="219456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FB99AF26-F859-65BE-0BC9-3BBFD58F5DA8}"/>
              </a:ext>
            </a:extLst>
          </p:cNvPr>
          <p:cNvSpPr/>
          <p:nvPr/>
        </p:nvSpPr>
        <p:spPr>
          <a:xfrm>
            <a:off x="7182026" y="1575509"/>
            <a:ext cx="219456" cy="219456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005E7815-B468-8E55-68B3-A6945045D1E2}"/>
              </a:ext>
            </a:extLst>
          </p:cNvPr>
          <p:cNvSpPr/>
          <p:nvPr/>
        </p:nvSpPr>
        <p:spPr>
          <a:xfrm>
            <a:off x="7182026" y="2352749"/>
            <a:ext cx="219456" cy="219456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5F894A6A-0586-B153-9367-BF906AB93012}"/>
              </a:ext>
            </a:extLst>
          </p:cNvPr>
          <p:cNvSpPr/>
          <p:nvPr/>
        </p:nvSpPr>
        <p:spPr>
          <a:xfrm>
            <a:off x="7182026" y="3129989"/>
            <a:ext cx="219456" cy="219456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A983DE7D-7773-CE2A-20FE-7058E433DD83}"/>
              </a:ext>
            </a:extLst>
          </p:cNvPr>
          <p:cNvSpPr/>
          <p:nvPr/>
        </p:nvSpPr>
        <p:spPr>
          <a:xfrm>
            <a:off x="7182026" y="3907229"/>
            <a:ext cx="219456" cy="219456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8803B8EF-87E2-80F0-FFE7-FB58C2387E2F}"/>
              </a:ext>
            </a:extLst>
          </p:cNvPr>
          <p:cNvSpPr txBox="1"/>
          <p:nvPr/>
        </p:nvSpPr>
        <p:spPr>
          <a:xfrm>
            <a:off x="7511209" y="725117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" sz="1200" dirty="0">
                <a:solidFill>
                  <a:schemeClr val="bg1"/>
                </a:solidFill>
              </a:rPr>
              <a:t>00:00 – StartTrip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607E71CE-345F-54F0-DD44-07017C969B34}"/>
              </a:ext>
            </a:extLst>
          </p:cNvPr>
          <p:cNvSpPr txBox="1"/>
          <p:nvPr/>
        </p:nvSpPr>
        <p:spPr>
          <a:xfrm>
            <a:off x="7508757" y="1502357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" sz="1200" dirty="0">
                <a:solidFill>
                  <a:schemeClr val="bg1"/>
                </a:solidFill>
              </a:rPr>
              <a:t>00:30 – posizione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E01C03B8-1492-83AC-80C1-B1DC555189D9}"/>
              </a:ext>
            </a:extLst>
          </p:cNvPr>
          <p:cNvSpPr txBox="1"/>
          <p:nvPr/>
        </p:nvSpPr>
        <p:spPr>
          <a:xfrm>
            <a:off x="7508757" y="2279597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" sz="1200" dirty="0">
                <a:solidFill>
                  <a:schemeClr val="bg1"/>
                </a:solidFill>
              </a:rPr>
              <a:t>01:00 – posizione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BD4790A7-6A72-F011-752E-D7D0F8A87090}"/>
              </a:ext>
            </a:extLst>
          </p:cNvPr>
          <p:cNvSpPr txBox="1"/>
          <p:nvPr/>
        </p:nvSpPr>
        <p:spPr>
          <a:xfrm>
            <a:off x="7508757" y="3056837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" sz="1200" dirty="0">
                <a:solidFill>
                  <a:schemeClr val="bg1"/>
                </a:solidFill>
              </a:rPr>
              <a:t>…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5A385E5C-09BB-9286-09F1-FC583DAEDBB2}"/>
              </a:ext>
            </a:extLst>
          </p:cNvPr>
          <p:cNvSpPr txBox="1"/>
          <p:nvPr/>
        </p:nvSpPr>
        <p:spPr>
          <a:xfrm>
            <a:off x="7508757" y="3834077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" sz="1200" dirty="0">
                <a:solidFill>
                  <a:schemeClr val="bg1"/>
                </a:solidFill>
              </a:rPr>
              <a:t>fine – TripCompleted</a:t>
            </a:r>
            <a:endParaRPr lang="en-US" sz="11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>
          <a:extLst>
            <a:ext uri="{FF2B5EF4-FFF2-40B4-BE49-F238E27FC236}">
              <a16:creationId xmlns:a16="http://schemas.microsoft.com/office/drawing/2014/main" id="{3C07A11E-FA7C-9133-54CA-F2EC9B4BC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320;p48">
            <a:extLst>
              <a:ext uri="{FF2B5EF4-FFF2-40B4-BE49-F238E27FC236}">
                <a16:creationId xmlns:a16="http://schemas.microsoft.com/office/drawing/2014/main" id="{C355F74C-914A-149A-239E-C40232BAEB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dirty="0"/>
              <a:t>La </a:t>
            </a:r>
            <a:r>
              <a:rPr lang="en" dirty="0">
                <a:solidFill>
                  <a:schemeClr val="accent1"/>
                </a:solidFill>
              </a:rPr>
              <a:t>macchina a stati</a:t>
            </a:r>
            <a:r>
              <a:rPr lang="en" dirty="0"/>
              <a:t> del tragitto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5FECA4CB-9621-85BF-E5E2-5F19BC930C4F}"/>
              </a:ext>
            </a:extLst>
          </p:cNvPr>
          <p:cNvSpPr/>
          <p:nvPr/>
        </p:nvSpPr>
        <p:spPr>
          <a:xfrm>
            <a:off x="800100" y="1428750"/>
            <a:ext cx="1554480" cy="1554480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E743BC0B-26FA-B3D9-B005-DCB30CC5A1DF}"/>
              </a:ext>
            </a:extLst>
          </p:cNvPr>
          <p:cNvSpPr txBox="1"/>
          <p:nvPr/>
        </p:nvSpPr>
        <p:spPr>
          <a:xfrm>
            <a:off x="800100" y="2011907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</a:t>
            </a:r>
            <a:endParaRPr lang="en-US" sz="1400" dirty="0"/>
          </a:p>
        </p:txBody>
      </p:sp>
      <p:sp>
        <p:nvSpPr>
          <p:cNvPr id="15" name="Shape 5">
            <a:extLst>
              <a:ext uri="{FF2B5EF4-FFF2-40B4-BE49-F238E27FC236}">
                <a16:creationId xmlns:a16="http://schemas.microsoft.com/office/drawing/2014/main" id="{F477401F-4ED2-D01D-2289-A66396DBDA25}"/>
              </a:ext>
            </a:extLst>
          </p:cNvPr>
          <p:cNvSpPr/>
          <p:nvPr/>
        </p:nvSpPr>
        <p:spPr>
          <a:xfrm>
            <a:off x="3794760" y="1428750"/>
            <a:ext cx="1554480" cy="1554480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418D19D7-EB0A-E0C6-C5BA-A197634C1337}"/>
              </a:ext>
            </a:extLst>
          </p:cNvPr>
          <p:cNvSpPr txBox="1"/>
          <p:nvPr/>
        </p:nvSpPr>
        <p:spPr>
          <a:xfrm>
            <a:off x="3794760" y="202311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</a:t>
            </a:r>
            <a:endParaRPr lang="en-US" sz="1400" dirty="0"/>
          </a:p>
        </p:txBody>
      </p:sp>
      <p:sp>
        <p:nvSpPr>
          <p:cNvPr id="21" name="Shape 7">
            <a:extLst>
              <a:ext uri="{FF2B5EF4-FFF2-40B4-BE49-F238E27FC236}">
                <a16:creationId xmlns:a16="http://schemas.microsoft.com/office/drawing/2014/main" id="{4C477395-0D82-906E-C70E-A0ED73598ECF}"/>
              </a:ext>
            </a:extLst>
          </p:cNvPr>
          <p:cNvSpPr/>
          <p:nvPr/>
        </p:nvSpPr>
        <p:spPr>
          <a:xfrm>
            <a:off x="6618060" y="1405891"/>
            <a:ext cx="1554480" cy="15544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2603A92E-23A8-CAF1-530A-753ABE1EE72D}"/>
              </a:ext>
            </a:extLst>
          </p:cNvPr>
          <p:cNvSpPr txBox="1"/>
          <p:nvPr/>
        </p:nvSpPr>
        <p:spPr>
          <a:xfrm>
            <a:off x="6618060" y="2011907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</a:t>
            </a:r>
            <a:endParaRPr lang="en-US" sz="1400" dirty="0"/>
          </a:p>
        </p:txBody>
      </p:sp>
      <p:sp>
        <p:nvSpPr>
          <p:cNvPr id="23" name="Shape 9">
            <a:extLst>
              <a:ext uri="{FF2B5EF4-FFF2-40B4-BE49-F238E27FC236}">
                <a16:creationId xmlns:a16="http://schemas.microsoft.com/office/drawing/2014/main" id="{7EC95D78-96DF-419E-E96C-3AAE4B8EE52D}"/>
              </a:ext>
            </a:extLst>
          </p:cNvPr>
          <p:cNvSpPr/>
          <p:nvPr/>
        </p:nvSpPr>
        <p:spPr>
          <a:xfrm flipV="1">
            <a:off x="2354580" y="2212500"/>
            <a:ext cx="1440180" cy="9733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D19D2FB0-671A-B6C1-3032-9EBEA0665E12}"/>
              </a:ext>
            </a:extLst>
          </p:cNvPr>
          <p:cNvSpPr txBox="1"/>
          <p:nvPr/>
        </p:nvSpPr>
        <p:spPr>
          <a:xfrm>
            <a:off x="2160270" y="13438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0" lang="it-IT" sz="1000" b="0" i="1" u="none" strike="noStrike" kern="0" cap="none" spc="0" normalizeH="0" baseline="0" noProof="0" dirty="0">
                <a:ln>
                  <a:noFill/>
                </a:ln>
                <a:solidFill>
                  <a:srgbClr val="3A3E5F"/>
                </a:solidFill>
                <a:effectLst/>
                <a:uLnTx/>
                <a:uFillTx/>
                <a:latin typeface="Archivo"/>
                <a:cs typeface="Archivo"/>
                <a:sym typeface="Archivo"/>
              </a:rPr>
              <a:t>1° punto (t = 0)</a:t>
            </a:r>
            <a:endParaRPr lang="en-US" sz="1000" i="1" dirty="0"/>
          </a:p>
        </p:txBody>
      </p:sp>
      <p:sp>
        <p:nvSpPr>
          <p:cNvPr id="25" name="Shape 11">
            <a:extLst>
              <a:ext uri="{FF2B5EF4-FFF2-40B4-BE49-F238E27FC236}">
                <a16:creationId xmlns:a16="http://schemas.microsoft.com/office/drawing/2014/main" id="{5200A35A-39D2-C212-D2F6-978D43A74F4E}"/>
              </a:ext>
            </a:extLst>
          </p:cNvPr>
          <p:cNvSpPr/>
          <p:nvPr/>
        </p:nvSpPr>
        <p:spPr>
          <a:xfrm>
            <a:off x="5330337" y="2096152"/>
            <a:ext cx="1287723" cy="0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  <a:tailEnd type="triangle"/>
          </a:ln>
        </p:spPr>
        <p:txBody>
          <a:bodyPr/>
          <a:lstStyle/>
          <a:p>
            <a:endParaRPr lang="en-GB" dirty="0"/>
          </a:p>
        </p:txBody>
      </p:sp>
      <p:sp>
        <p:nvSpPr>
          <p:cNvPr id="26" name="Text 12">
            <a:extLst>
              <a:ext uri="{FF2B5EF4-FFF2-40B4-BE49-F238E27FC236}">
                <a16:creationId xmlns:a16="http://schemas.microsoft.com/office/drawing/2014/main" id="{C6CFAED4-4778-6D23-9D8A-7AEA1CE52775}"/>
              </a:ext>
            </a:extLst>
          </p:cNvPr>
          <p:cNvSpPr txBox="1"/>
          <p:nvPr/>
        </p:nvSpPr>
        <p:spPr>
          <a:xfrm>
            <a:off x="5440680" y="17989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0" lang="it-IT" sz="1000" b="0" i="1" u="none" strike="noStrike" kern="0" cap="none" spc="0" normalizeH="0" baseline="0" noProof="0" dirty="0">
                <a:ln>
                  <a:noFill/>
                </a:ln>
                <a:solidFill>
                  <a:srgbClr val="3A3E5F"/>
                </a:solidFill>
                <a:effectLst/>
                <a:uLnTx/>
                <a:uFillTx/>
                <a:latin typeface="Archivo"/>
                <a:cs typeface="Archivo"/>
                <a:sym typeface="Archivo"/>
              </a:rPr>
              <a:t>coordinata cambia</a:t>
            </a:r>
            <a:endParaRPr lang="en-US" sz="1000" i="1" dirty="0"/>
          </a:p>
        </p:txBody>
      </p:sp>
      <p:sp>
        <p:nvSpPr>
          <p:cNvPr id="29" name="Google Shape;270;p46">
            <a:extLst>
              <a:ext uri="{FF2B5EF4-FFF2-40B4-BE49-F238E27FC236}">
                <a16:creationId xmlns:a16="http://schemas.microsoft.com/office/drawing/2014/main" id="{5444C6F9-01B2-9DBB-6050-BA6EBD66007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00100" y="3193556"/>
            <a:ext cx="7418160" cy="191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11150" indent="-171450">
              <a:spcBef>
                <a:spcPts val="1000"/>
              </a:spcBef>
              <a:buSzPts val="1400"/>
              <a:buFont typeface="Arial" panose="020B0604020202020204" pitchFamily="34" charset="0"/>
              <a:buChar char="•"/>
            </a:pPr>
            <a:r>
              <a:rPr lang="it-IT" b="1" dirty="0">
                <a:solidFill>
                  <a:schemeClr val="accent1"/>
                </a:solidFill>
              </a:rPr>
              <a:t>Still</a:t>
            </a:r>
            <a:r>
              <a:rPr lang="it-IT" dirty="0"/>
              <a:t>, coordinata invariata → resta </a:t>
            </a:r>
            <a:r>
              <a:rPr lang="it-IT" b="1" dirty="0">
                <a:solidFill>
                  <a:schemeClr val="accent1"/>
                </a:solidFill>
              </a:rPr>
              <a:t>Still</a:t>
            </a:r>
            <a:r>
              <a:rPr lang="it-IT" dirty="0"/>
              <a:t>, +30s al tempo di pausa</a:t>
            </a:r>
          </a:p>
          <a:p>
            <a:pPr marL="311150" indent="-171450">
              <a:spcBef>
                <a:spcPts val="1000"/>
              </a:spcBef>
              <a:buSzPts val="1400"/>
              <a:buFont typeface="Arial" panose="020B0604020202020204" pitchFamily="34" charset="0"/>
              <a:buChar char="•"/>
            </a:pPr>
            <a:r>
              <a:rPr lang="it-IT" b="1" dirty="0">
                <a:solidFill>
                  <a:schemeClr val="accent1"/>
                </a:solidFill>
              </a:rPr>
              <a:t>Still</a:t>
            </a:r>
            <a:r>
              <a:rPr lang="it-IT" dirty="0"/>
              <a:t>, coordinata cambia → passa a </a:t>
            </a:r>
            <a:r>
              <a:rPr lang="it-IT" b="1" dirty="0" err="1">
                <a:solidFill>
                  <a:schemeClr val="accent1"/>
                </a:solidFill>
              </a:rPr>
              <a:t>Moving</a:t>
            </a:r>
            <a:r>
              <a:rPr lang="it-IT" dirty="0"/>
              <a:t>, +30s al tempo di movimento</a:t>
            </a:r>
          </a:p>
          <a:p>
            <a:pPr marL="311150" indent="-171450">
              <a:spcBef>
                <a:spcPts val="1000"/>
              </a:spcBef>
              <a:buSzPts val="1400"/>
              <a:buFont typeface="Arial" panose="020B0604020202020204" pitchFamily="34" charset="0"/>
              <a:buChar char="•"/>
            </a:pPr>
            <a:r>
              <a:rPr lang="it-IT" b="1" dirty="0" err="1">
                <a:solidFill>
                  <a:schemeClr val="accent1"/>
                </a:solidFill>
              </a:rPr>
              <a:t>Moving</a:t>
            </a:r>
            <a:r>
              <a:rPr lang="it-IT" dirty="0"/>
              <a:t>, ferma per meno di 3 minuti → il tempo resta "in sospeso"</a:t>
            </a:r>
          </a:p>
          <a:p>
            <a:pPr marL="311150" indent="-171450">
              <a:spcBef>
                <a:spcPts val="1000"/>
              </a:spcBef>
              <a:buSzPts val="1400"/>
              <a:buFont typeface="Arial" panose="020B0604020202020204" pitchFamily="34" charset="0"/>
              <a:buChar char="•"/>
            </a:pPr>
            <a:r>
              <a:rPr lang="it-IT" b="1" dirty="0" err="1">
                <a:solidFill>
                  <a:schemeClr val="accent1"/>
                </a:solidFill>
              </a:rPr>
              <a:t>Moving</a:t>
            </a:r>
            <a:r>
              <a:rPr lang="it-IT" dirty="0"/>
              <a:t>, ferma per almeno 3 minuti → passa a </a:t>
            </a:r>
            <a:r>
              <a:rPr lang="it-IT" b="1" dirty="0">
                <a:solidFill>
                  <a:schemeClr val="accent1"/>
                </a:solidFill>
              </a:rPr>
              <a:t>Still</a:t>
            </a:r>
            <a:r>
              <a:rPr lang="it-IT" dirty="0"/>
              <a:t>, l'intero periodo va in pausa</a:t>
            </a:r>
          </a:p>
        </p:txBody>
      </p:sp>
      <p:sp>
        <p:nvSpPr>
          <p:cNvPr id="31" name="Shape 11">
            <a:extLst>
              <a:ext uri="{FF2B5EF4-FFF2-40B4-BE49-F238E27FC236}">
                <a16:creationId xmlns:a16="http://schemas.microsoft.com/office/drawing/2014/main" id="{DFD4623A-14AE-4B24-4C9B-1383CD012454}"/>
              </a:ext>
            </a:extLst>
          </p:cNvPr>
          <p:cNvSpPr/>
          <p:nvPr/>
        </p:nvSpPr>
        <p:spPr>
          <a:xfrm flipH="1">
            <a:off x="5296648" y="2417807"/>
            <a:ext cx="1368846" cy="0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  <a:tailEnd type="triangle"/>
          </a:ln>
        </p:spPr>
        <p:txBody>
          <a:bodyPr/>
          <a:lstStyle/>
          <a:p>
            <a:endParaRPr lang="en-GB" dirty="0"/>
          </a:p>
        </p:txBody>
      </p:sp>
      <p:sp>
        <p:nvSpPr>
          <p:cNvPr id="33" name="Text 12">
            <a:extLst>
              <a:ext uri="{FF2B5EF4-FFF2-40B4-BE49-F238E27FC236}">
                <a16:creationId xmlns:a16="http://schemas.microsoft.com/office/drawing/2014/main" id="{36CBC521-3958-861B-A6EC-23616ECFFA33}"/>
              </a:ext>
            </a:extLst>
          </p:cNvPr>
          <p:cNvSpPr txBox="1"/>
          <p:nvPr/>
        </p:nvSpPr>
        <p:spPr>
          <a:xfrm>
            <a:off x="5440680" y="24284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000" i="1" kern="0" dirty="0">
                <a:solidFill>
                  <a:srgbClr val="3A3E5F"/>
                </a:solidFill>
                <a:latin typeface="Archivo"/>
                <a:cs typeface="Archivo"/>
                <a:sym typeface="Archivo"/>
              </a:rPr>
              <a:t>ferma ≥ 3 minuti</a:t>
            </a:r>
            <a:endParaRPr lang="en-US" sz="1000" i="1" dirty="0"/>
          </a:p>
        </p:txBody>
      </p:sp>
      <p:sp>
        <p:nvSpPr>
          <p:cNvPr id="35" name="Google Shape;412;p49">
            <a:extLst>
              <a:ext uri="{FF2B5EF4-FFF2-40B4-BE49-F238E27FC236}">
                <a16:creationId xmlns:a16="http://schemas.microsoft.com/office/drawing/2014/main" id="{CAB57EAC-E6A2-3113-3366-D58589EA3DD4}"/>
              </a:ext>
            </a:extLst>
          </p:cNvPr>
          <p:cNvSpPr txBox="1">
            <a:spLocks/>
          </p:cNvSpPr>
          <p:nvPr/>
        </p:nvSpPr>
        <p:spPr>
          <a:xfrm>
            <a:off x="0" y="4838982"/>
            <a:ext cx="510652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indent="0"/>
            <a:r>
              <a:rPr lang="it-IT" dirty="0" err="1"/>
              <a:t>GeoRust</a:t>
            </a:r>
            <a:r>
              <a:rPr lang="it-IT" dirty="0"/>
              <a:t> – Gruppo 8</a:t>
            </a:r>
          </a:p>
        </p:txBody>
      </p:sp>
      <p:sp>
        <p:nvSpPr>
          <p:cNvPr id="37" name="Google Shape;412;p49">
            <a:extLst>
              <a:ext uri="{FF2B5EF4-FFF2-40B4-BE49-F238E27FC236}">
                <a16:creationId xmlns:a16="http://schemas.microsoft.com/office/drawing/2014/main" id="{A072F821-AA1C-3E03-27E9-A6AA5C1F1173}"/>
              </a:ext>
            </a:extLst>
          </p:cNvPr>
          <p:cNvSpPr txBox="1">
            <a:spLocks/>
          </p:cNvSpPr>
          <p:nvPr/>
        </p:nvSpPr>
        <p:spPr>
          <a:xfrm>
            <a:off x="8121749" y="4838982"/>
            <a:ext cx="1022252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indent="0" algn="r"/>
            <a:r>
              <a:rPr lang="it-IT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7524116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>
          <a:extLst>
            <a:ext uri="{FF2B5EF4-FFF2-40B4-BE49-F238E27FC236}">
              <a16:creationId xmlns:a16="http://schemas.microsoft.com/office/drawing/2014/main" id="{2C5BA86E-939E-018A-EF3A-5A91DEEC2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0">
            <a:extLst>
              <a:ext uri="{FF2B5EF4-FFF2-40B4-BE49-F238E27FC236}">
                <a16:creationId xmlns:a16="http://schemas.microsoft.com/office/drawing/2014/main" id="{49ADA3B1-9168-0DC6-BA5F-119C1DA2DF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it-IT" dirty="0"/>
              <a:t>I</a:t>
            </a:r>
            <a:r>
              <a:rPr lang="en" dirty="0"/>
              <a:t>l modello dati in </a:t>
            </a:r>
            <a:r>
              <a:rPr lang="en" dirty="0">
                <a:solidFill>
                  <a:schemeClr val="accent1"/>
                </a:solidFill>
              </a:rPr>
              <a:t>SQLite</a:t>
            </a:r>
            <a:endParaRPr dirty="0">
              <a:solidFill>
                <a:schemeClr val="accent1"/>
              </a:solidFill>
            </a:endParaRPr>
          </a:p>
        </p:txBody>
      </p:sp>
      <p:graphicFrame>
        <p:nvGraphicFramePr>
          <p:cNvPr id="21" name="Google Shape;214;p40">
            <a:extLst>
              <a:ext uri="{FF2B5EF4-FFF2-40B4-BE49-F238E27FC236}">
                <a16:creationId xmlns:a16="http://schemas.microsoft.com/office/drawing/2014/main" id="{A065BD49-C2FE-AAB7-FDE5-7551281E7E8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76873988"/>
              </p:ext>
            </p:extLst>
          </p:nvPr>
        </p:nvGraphicFramePr>
        <p:xfrm>
          <a:off x="720000" y="1619514"/>
          <a:ext cx="7704000" cy="1446100"/>
        </p:xfrm>
        <a:graphic>
          <a:graphicData uri="http://schemas.openxmlformats.org/drawingml/2006/table">
            <a:tbl>
              <a:tblPr>
                <a:noFill/>
                <a:tableStyleId>{C16D7F41-687C-4A22-B534-27E45C8BE798}</a:tableStyleId>
              </a:tblPr>
              <a:tblGrid>
                <a:gridCol w="2619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4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u="sng" dirty="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users</a:t>
                      </a:r>
                      <a:endParaRPr sz="1000" b="1" u="sng" dirty="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000" dirty="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Identificativo, username, </a:t>
                      </a:r>
                      <a:r>
                        <a:rPr lang="it-IT" sz="1000" dirty="0" err="1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hash</a:t>
                      </a:r>
                      <a:r>
                        <a:rPr lang="it-IT" sz="1000" dirty="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 della password e colonna </a:t>
                      </a:r>
                      <a:r>
                        <a:rPr lang="it-IT" sz="1000" dirty="0" err="1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current_state</a:t>
                      </a:r>
                      <a:r>
                        <a:rPr lang="it-IT" sz="1000" dirty="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.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u="sng" dirty="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trips</a:t>
                      </a:r>
                      <a:endParaRPr sz="1000" b="1" u="sng" dirty="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000" dirty="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Utente, data del tragitto, distanza totale, secondi di movimento e secondi di pausa.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000" b="1" u="sng" dirty="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t</a:t>
                      </a:r>
                      <a:r>
                        <a:rPr lang="en" sz="1000" b="1" u="sng" dirty="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rips_point</a:t>
                      </a:r>
                      <a:endParaRPr sz="1000" b="1" u="sng" dirty="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000" dirty="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Indice del punto, tempo logico e coordinate associate a un tragitto.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u="sng" dirty="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messages</a:t>
                      </a:r>
                      <a:endParaRPr sz="1000" b="1" u="sng" dirty="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000" dirty="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Mittente, destinatario, tipo, contenuto, data di creazione e stato di lettura del messaggio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" name="Google Shape;241;p42">
            <a:extLst>
              <a:ext uri="{FF2B5EF4-FFF2-40B4-BE49-F238E27FC236}">
                <a16:creationId xmlns:a16="http://schemas.microsoft.com/office/drawing/2014/main" id="{AFEE73CC-44E7-8888-51CD-01101675B3D2}"/>
              </a:ext>
            </a:extLst>
          </p:cNvPr>
          <p:cNvSpPr txBox="1">
            <a:spLocks/>
          </p:cNvSpPr>
          <p:nvPr/>
        </p:nvSpPr>
        <p:spPr>
          <a:xfrm>
            <a:off x="720000" y="3264088"/>
            <a:ext cx="77040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it-IT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Al termine di un tragitto, dati aggregati e punti vengono salvati in un'unica transazione: tutto o niente, nessun tragitto parziale nel database. </a:t>
            </a:r>
          </a:p>
          <a:p>
            <a:r>
              <a:rPr lang="it-IT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Dopo un salvataggio riuscito il tragitto viene rimosso dalla memoria. I punti restano disponibili nel database per una futura ricostruzione del percorso, anche se l’attuale console amministrativa utilizza soltanto i valori aggregati presenti in trips. Un tragitto interrotto senza il messaggio di completamento viene invece eliminato dalla memoria senza essere salvato.</a:t>
            </a:r>
          </a:p>
        </p:txBody>
      </p:sp>
      <p:sp>
        <p:nvSpPr>
          <p:cNvPr id="25" name="Google Shape;412;p49">
            <a:extLst>
              <a:ext uri="{FF2B5EF4-FFF2-40B4-BE49-F238E27FC236}">
                <a16:creationId xmlns:a16="http://schemas.microsoft.com/office/drawing/2014/main" id="{C4076783-C95B-5DF6-0685-4B1CF7DD971B}"/>
              </a:ext>
            </a:extLst>
          </p:cNvPr>
          <p:cNvSpPr txBox="1">
            <a:spLocks/>
          </p:cNvSpPr>
          <p:nvPr/>
        </p:nvSpPr>
        <p:spPr>
          <a:xfrm>
            <a:off x="0" y="4838982"/>
            <a:ext cx="510652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indent="0"/>
            <a:r>
              <a:rPr lang="it-IT" dirty="0" err="1"/>
              <a:t>GeoRust</a:t>
            </a:r>
            <a:r>
              <a:rPr lang="it-IT" dirty="0"/>
              <a:t> – Gruppo 8</a:t>
            </a:r>
          </a:p>
        </p:txBody>
      </p:sp>
      <p:sp>
        <p:nvSpPr>
          <p:cNvPr id="27" name="Google Shape;412;p49">
            <a:extLst>
              <a:ext uri="{FF2B5EF4-FFF2-40B4-BE49-F238E27FC236}">
                <a16:creationId xmlns:a16="http://schemas.microsoft.com/office/drawing/2014/main" id="{F4FD4DD1-D31E-AFA2-1794-B7C02104DD4E}"/>
              </a:ext>
            </a:extLst>
          </p:cNvPr>
          <p:cNvSpPr txBox="1">
            <a:spLocks/>
          </p:cNvSpPr>
          <p:nvPr/>
        </p:nvSpPr>
        <p:spPr>
          <a:xfrm>
            <a:off x="8121749" y="4838982"/>
            <a:ext cx="1022252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indent="0" algn="r"/>
            <a:r>
              <a:rPr lang="it-IT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6928061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>
          <a:extLst>
            <a:ext uri="{FF2B5EF4-FFF2-40B4-BE49-F238E27FC236}">
              <a16:creationId xmlns:a16="http://schemas.microsoft.com/office/drawing/2014/main" id="{A119346F-D26C-6FDB-E4C8-3763E1CF3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0">
            <a:extLst>
              <a:ext uri="{FF2B5EF4-FFF2-40B4-BE49-F238E27FC236}">
                <a16:creationId xmlns:a16="http://schemas.microsoft.com/office/drawing/2014/main" id="{96DDDCFF-7571-26C7-C636-5348071182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it-IT" dirty="0">
                <a:solidFill>
                  <a:schemeClr val="accent1"/>
                </a:solidFill>
              </a:rPr>
              <a:t>Analisi</a:t>
            </a:r>
            <a:r>
              <a:rPr lang="en" dirty="0">
                <a:solidFill>
                  <a:schemeClr val="accent1"/>
                </a:solidFill>
              </a:rPr>
              <a:t> </a:t>
            </a:r>
            <a:r>
              <a:rPr lang="en" dirty="0">
                <a:solidFill>
                  <a:schemeClr val="tx1"/>
                </a:solidFill>
              </a:rPr>
              <a:t>del movimento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3" name="Google Shape;241;p42">
            <a:extLst>
              <a:ext uri="{FF2B5EF4-FFF2-40B4-BE49-F238E27FC236}">
                <a16:creationId xmlns:a16="http://schemas.microsoft.com/office/drawing/2014/main" id="{9673DEA3-B50E-9F02-ED8C-593E9404D74E}"/>
              </a:ext>
            </a:extLst>
          </p:cNvPr>
          <p:cNvSpPr txBox="1">
            <a:spLocks/>
          </p:cNvSpPr>
          <p:nvPr/>
        </p:nvSpPr>
        <p:spPr>
          <a:xfrm>
            <a:off x="720000" y="1158624"/>
            <a:ext cx="77040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it-IT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La console amministrativa permette di interrogare le statistiche di uno specifico utente per il </a:t>
            </a:r>
            <a:r>
              <a:rPr lang="it-IT" b="1" dirty="0">
                <a:solidFill>
                  <a:schemeClr val="accent1"/>
                </a:solidFill>
                <a:latin typeface="Archivo"/>
                <a:ea typeface="Archivo"/>
                <a:cs typeface="Archivo"/>
                <a:sym typeface="Archivo"/>
              </a:rPr>
              <a:t>giorno</a:t>
            </a:r>
            <a:r>
              <a:rPr lang="it-IT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la </a:t>
            </a:r>
            <a:r>
              <a:rPr lang="it-IT" b="1" dirty="0">
                <a:solidFill>
                  <a:schemeClr val="accent1"/>
                </a:solidFill>
                <a:latin typeface="Archivo"/>
                <a:ea typeface="Archivo"/>
                <a:cs typeface="Archivo"/>
                <a:sym typeface="Archivo"/>
              </a:rPr>
              <a:t>settimana</a:t>
            </a:r>
            <a:r>
              <a:rPr lang="it-IT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o il </a:t>
            </a:r>
            <a:r>
              <a:rPr lang="it-IT" b="1" dirty="0">
                <a:solidFill>
                  <a:schemeClr val="accent1"/>
                </a:solidFill>
                <a:latin typeface="Archivo"/>
                <a:ea typeface="Archivo"/>
                <a:cs typeface="Archivo"/>
                <a:sym typeface="Archivo"/>
              </a:rPr>
              <a:t>mese</a:t>
            </a:r>
            <a:r>
              <a:rPr lang="it-IT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corrente. Gli intervalli sono determinati a partire dalla data UTC del server: per la settimana viene considerato come inizio il lunedì, mentre per il mese viene utilizzato il primo giorno. Le query sommano la </a:t>
            </a:r>
            <a:r>
              <a:rPr lang="it-IT" b="1" dirty="0">
                <a:solidFill>
                  <a:schemeClr val="accent1"/>
                </a:solidFill>
                <a:latin typeface="Archivo"/>
                <a:ea typeface="Archivo"/>
                <a:cs typeface="Archivo"/>
                <a:sym typeface="Archivo"/>
              </a:rPr>
              <a:t>distanza</a:t>
            </a:r>
            <a:r>
              <a:rPr lang="it-IT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il </a:t>
            </a:r>
            <a:r>
              <a:rPr lang="it-IT" b="1" dirty="0">
                <a:solidFill>
                  <a:schemeClr val="accent1"/>
                </a:solidFill>
                <a:latin typeface="Archivo"/>
                <a:ea typeface="Archivo"/>
                <a:cs typeface="Archivo"/>
                <a:sym typeface="Archivo"/>
              </a:rPr>
              <a:t>tempo di movimento</a:t>
            </a:r>
            <a:r>
              <a:rPr lang="it-IT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e il </a:t>
            </a:r>
            <a:r>
              <a:rPr lang="it-IT" b="1" dirty="0">
                <a:solidFill>
                  <a:schemeClr val="accent1"/>
                </a:solidFill>
                <a:latin typeface="Archivo"/>
                <a:ea typeface="Archivo"/>
                <a:cs typeface="Archivo"/>
                <a:sym typeface="Archivo"/>
              </a:rPr>
              <a:t>tempo di pausa</a:t>
            </a:r>
            <a:r>
              <a:rPr lang="it-IT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dei tragitti compresi nel periodo selezionato.</a:t>
            </a:r>
          </a:p>
          <a:p>
            <a:endParaRPr lang="it-IT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r>
              <a:rPr lang="it-IT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La velocità media viene calcolata dividendo la distanza complessiva per il solo tempo trascorso in movimento e convertendo il risultato in chilometri orari. Le pause non entrano quindi nel denominatore; se non è presente alcun tempo di movimento, il valore restituito è zero.</a:t>
            </a:r>
          </a:p>
          <a:p>
            <a:endParaRPr lang="it-IT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r>
              <a:rPr lang="it-IT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Le query vengono fatte sulla tabella </a:t>
            </a:r>
            <a:r>
              <a:rPr lang="it-IT" b="1" u="sng" dirty="0">
                <a:solidFill>
                  <a:schemeClr val="accent1"/>
                </a:solidFill>
                <a:latin typeface="Archivo"/>
                <a:ea typeface="Archivo"/>
                <a:cs typeface="Archivo"/>
                <a:sym typeface="Archivo"/>
              </a:rPr>
              <a:t>trips</a:t>
            </a:r>
            <a:r>
              <a:rPr lang="it-IT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che contiene già i dati in forma aggregata. Il calcolo dei dati in forma aggregata, quali distanza totale, tempo in movimento e tempo in pausa avviene in corrispondenza del completamento di un tragitto da parte del client</a:t>
            </a:r>
          </a:p>
          <a:p>
            <a:endParaRPr lang="it-IT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endParaRPr lang="it-IT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" name="Google Shape;412;p49">
            <a:extLst>
              <a:ext uri="{FF2B5EF4-FFF2-40B4-BE49-F238E27FC236}">
                <a16:creationId xmlns:a16="http://schemas.microsoft.com/office/drawing/2014/main" id="{EF77FF99-73A1-B293-E245-70B205843322}"/>
              </a:ext>
            </a:extLst>
          </p:cNvPr>
          <p:cNvSpPr txBox="1">
            <a:spLocks/>
          </p:cNvSpPr>
          <p:nvPr/>
        </p:nvSpPr>
        <p:spPr>
          <a:xfrm>
            <a:off x="0" y="4838982"/>
            <a:ext cx="510652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indent="0"/>
            <a:r>
              <a:rPr lang="it-IT" dirty="0" err="1"/>
              <a:t>GeoRust</a:t>
            </a:r>
            <a:r>
              <a:rPr lang="it-IT" dirty="0"/>
              <a:t> – Gruppo 8</a:t>
            </a:r>
          </a:p>
        </p:txBody>
      </p:sp>
      <p:sp>
        <p:nvSpPr>
          <p:cNvPr id="5" name="Google Shape;412;p49">
            <a:extLst>
              <a:ext uri="{FF2B5EF4-FFF2-40B4-BE49-F238E27FC236}">
                <a16:creationId xmlns:a16="http://schemas.microsoft.com/office/drawing/2014/main" id="{FD773627-6AA1-146D-FB96-587E71490A36}"/>
              </a:ext>
            </a:extLst>
          </p:cNvPr>
          <p:cNvSpPr txBox="1">
            <a:spLocks/>
          </p:cNvSpPr>
          <p:nvPr/>
        </p:nvSpPr>
        <p:spPr>
          <a:xfrm>
            <a:off x="8121749" y="4838982"/>
            <a:ext cx="1022252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indent="0" algn="r"/>
            <a:r>
              <a:rPr lang="it-IT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97736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>
          <a:extLst>
            <a:ext uri="{FF2B5EF4-FFF2-40B4-BE49-F238E27FC236}">
              <a16:creationId xmlns:a16="http://schemas.microsoft.com/office/drawing/2014/main" id="{B756072D-46D9-F66A-DBEB-ED12117C2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0">
            <a:extLst>
              <a:ext uri="{FF2B5EF4-FFF2-40B4-BE49-F238E27FC236}">
                <a16:creationId xmlns:a16="http://schemas.microsoft.com/office/drawing/2014/main" id="{C777D315-788A-8426-CBD7-AEF0F36AE2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dirty="0">
                <a:solidFill>
                  <a:schemeClr val="tx1"/>
                </a:solidFill>
              </a:rPr>
              <a:t>Canali </a:t>
            </a:r>
            <a:r>
              <a:rPr lang="en" dirty="0">
                <a:solidFill>
                  <a:schemeClr val="accent1"/>
                </a:solidFill>
              </a:rPr>
              <a:t>Tokio</a:t>
            </a:r>
            <a:r>
              <a:rPr lang="en" dirty="0">
                <a:solidFill>
                  <a:schemeClr val="tx1"/>
                </a:solidFill>
              </a:rPr>
              <a:t> per la comunicazione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3" name="Google Shape;241;p42">
            <a:extLst>
              <a:ext uri="{FF2B5EF4-FFF2-40B4-BE49-F238E27FC236}">
                <a16:creationId xmlns:a16="http://schemas.microsoft.com/office/drawing/2014/main" id="{E419E779-B1F3-FEB1-3E85-FD318CB05C57}"/>
              </a:ext>
            </a:extLst>
          </p:cNvPr>
          <p:cNvSpPr txBox="1">
            <a:spLocks/>
          </p:cNvSpPr>
          <p:nvPr/>
        </p:nvSpPr>
        <p:spPr>
          <a:xfrm>
            <a:off x="720000" y="1158624"/>
            <a:ext cx="77040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Ogni connessione </a:t>
            </a:r>
            <a:r>
              <a:rPr lang="it-IT" dirty="0" err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WebSocket</a:t>
            </a:r>
            <a:r>
              <a:rPr lang="it-IT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ha un canale </a:t>
            </a:r>
            <a:r>
              <a:rPr lang="it-IT" b="1" dirty="0" err="1">
                <a:solidFill>
                  <a:schemeClr val="accent1"/>
                </a:solidFill>
                <a:latin typeface="Archivo"/>
                <a:ea typeface="Archivo"/>
                <a:cs typeface="Archivo"/>
                <a:sym typeface="Archivo"/>
              </a:rPr>
              <a:t>mpsc</a:t>
            </a:r>
            <a:r>
              <a:rPr lang="it-IT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dedicato (messaggi diretti)</a:t>
            </a:r>
          </a:p>
          <a:p>
            <a:endParaRPr lang="it-IT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Un canale broadcast condiviso raggiunge tutti gli utenti connessi</a:t>
            </a:r>
          </a:p>
          <a:p>
            <a:endParaRPr lang="it-IT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 err="1">
                <a:solidFill>
                  <a:schemeClr val="accent1"/>
                </a:solidFill>
                <a:latin typeface="Archivo"/>
                <a:ea typeface="Archivo"/>
                <a:cs typeface="Archivo"/>
                <a:sym typeface="Archivo"/>
              </a:rPr>
              <a:t>tokio</a:t>
            </a:r>
            <a:r>
              <a:rPr lang="it-IT" b="1" dirty="0">
                <a:solidFill>
                  <a:schemeClr val="accent1"/>
                </a:solidFill>
                <a:latin typeface="Archivo"/>
                <a:ea typeface="Archivo"/>
                <a:cs typeface="Archivo"/>
                <a:sym typeface="Archivo"/>
              </a:rPr>
              <a:t>::</a:t>
            </a:r>
            <a:r>
              <a:rPr lang="it-IT" b="1" dirty="0" err="1">
                <a:solidFill>
                  <a:schemeClr val="accent1"/>
                </a:solidFill>
                <a:latin typeface="Archivo"/>
                <a:ea typeface="Archivo"/>
                <a:cs typeface="Archivo"/>
                <a:sym typeface="Archivo"/>
              </a:rPr>
              <a:t>select</a:t>
            </a:r>
            <a:r>
              <a:rPr lang="it-IT" b="1" dirty="0">
                <a:solidFill>
                  <a:schemeClr val="accent1"/>
                </a:solidFill>
                <a:latin typeface="Archivo"/>
                <a:ea typeface="Archivo"/>
                <a:cs typeface="Archivo"/>
                <a:sym typeface="Archivo"/>
              </a:rPr>
              <a:t>! </a:t>
            </a:r>
            <a:r>
              <a:rPr lang="it-IT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ascolta contemporaneamente </a:t>
            </a:r>
            <a:r>
              <a:rPr lang="it-IT" dirty="0" err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socket</a:t>
            </a:r>
            <a:r>
              <a:rPr lang="it-IT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canale diretto e broadcast</a:t>
            </a:r>
          </a:p>
          <a:p>
            <a:endParaRPr lang="it-IT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Tutti i messaggi sono persistiti in </a:t>
            </a:r>
            <a:r>
              <a:rPr lang="it-IT" dirty="0" err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SQLite</a:t>
            </a:r>
            <a:r>
              <a:rPr lang="it-IT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con stato di lettura</a:t>
            </a:r>
          </a:p>
          <a:p>
            <a:endParaRPr lang="it-IT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Messaggi diretti pendenti recapitati alla riconnessione; i broadcast non vengono ripetuti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" name="Google Shape;412;p49">
            <a:extLst>
              <a:ext uri="{FF2B5EF4-FFF2-40B4-BE49-F238E27FC236}">
                <a16:creationId xmlns:a16="http://schemas.microsoft.com/office/drawing/2014/main" id="{0E85585A-891D-E189-5BB0-495340ECD394}"/>
              </a:ext>
            </a:extLst>
          </p:cNvPr>
          <p:cNvSpPr txBox="1">
            <a:spLocks/>
          </p:cNvSpPr>
          <p:nvPr/>
        </p:nvSpPr>
        <p:spPr>
          <a:xfrm>
            <a:off x="0" y="4838982"/>
            <a:ext cx="510652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indent="0"/>
            <a:r>
              <a:rPr lang="it-IT" dirty="0" err="1"/>
              <a:t>GeoRust</a:t>
            </a:r>
            <a:r>
              <a:rPr lang="it-IT" dirty="0"/>
              <a:t> – Gruppo 8</a:t>
            </a:r>
          </a:p>
        </p:txBody>
      </p:sp>
      <p:sp>
        <p:nvSpPr>
          <p:cNvPr id="5" name="Google Shape;412;p49">
            <a:extLst>
              <a:ext uri="{FF2B5EF4-FFF2-40B4-BE49-F238E27FC236}">
                <a16:creationId xmlns:a16="http://schemas.microsoft.com/office/drawing/2014/main" id="{A6F29922-3995-7DFD-EF6C-F81DA69B1D19}"/>
              </a:ext>
            </a:extLst>
          </p:cNvPr>
          <p:cNvSpPr txBox="1">
            <a:spLocks/>
          </p:cNvSpPr>
          <p:nvPr/>
        </p:nvSpPr>
        <p:spPr>
          <a:xfrm>
            <a:off x="8121749" y="4838982"/>
            <a:ext cx="1022252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indent="0" algn="r"/>
            <a:r>
              <a:rPr lang="it-IT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403158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>
          <a:extLst>
            <a:ext uri="{FF2B5EF4-FFF2-40B4-BE49-F238E27FC236}">
              <a16:creationId xmlns:a16="http://schemas.microsoft.com/office/drawing/2014/main" id="{66F10FD8-7005-0F97-A103-F2183A771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7">
            <a:extLst>
              <a:ext uri="{FF2B5EF4-FFF2-40B4-BE49-F238E27FC236}">
                <a16:creationId xmlns:a16="http://schemas.microsoft.com/office/drawing/2014/main" id="{D1DCB676-588E-B2A5-D9E8-BD3EFA19DA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Comandi testuali con </a:t>
            </a:r>
            <a:r>
              <a:rPr lang="en" dirty="0">
                <a:solidFill>
                  <a:schemeClr val="accent1"/>
                </a:solidFill>
              </a:rPr>
              <a:t>Ratatui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280" name="Google Shape;280;p47">
            <a:extLst>
              <a:ext uri="{FF2B5EF4-FFF2-40B4-BE49-F238E27FC236}">
                <a16:creationId xmlns:a16="http://schemas.microsoft.com/office/drawing/2014/main" id="{41EC0D97-9F1B-71CB-6D66-EF7790402B2D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720000" y="1284558"/>
            <a:ext cx="2460900" cy="49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Client</a:t>
            </a:r>
            <a:endParaRPr dirty="0"/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99B53C72-0EA1-DBC8-E2F3-94C1172646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1780458"/>
            <a:ext cx="4291546" cy="2078484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3E6E85D6-9732-CE3C-E4C5-F2ED69F609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5924" y="2420050"/>
            <a:ext cx="4783756" cy="2339835"/>
          </a:xfrm>
          <a:prstGeom prst="rect">
            <a:avLst/>
          </a:prstGeom>
        </p:spPr>
      </p:pic>
      <p:sp>
        <p:nvSpPr>
          <p:cNvPr id="14" name="Google Shape;412;p49">
            <a:extLst>
              <a:ext uri="{FF2B5EF4-FFF2-40B4-BE49-F238E27FC236}">
                <a16:creationId xmlns:a16="http://schemas.microsoft.com/office/drawing/2014/main" id="{3728DAAB-D98E-1F5F-B3DA-7C3FC9517B91}"/>
              </a:ext>
            </a:extLst>
          </p:cNvPr>
          <p:cNvSpPr txBox="1">
            <a:spLocks/>
          </p:cNvSpPr>
          <p:nvPr/>
        </p:nvSpPr>
        <p:spPr>
          <a:xfrm>
            <a:off x="0" y="4838982"/>
            <a:ext cx="510652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indent="0"/>
            <a:r>
              <a:rPr lang="it-IT" dirty="0" err="1"/>
              <a:t>GeoRust</a:t>
            </a:r>
            <a:r>
              <a:rPr lang="it-IT" dirty="0"/>
              <a:t> – Gruppo 8</a:t>
            </a:r>
          </a:p>
        </p:txBody>
      </p:sp>
      <p:sp>
        <p:nvSpPr>
          <p:cNvPr id="16" name="Google Shape;412;p49">
            <a:extLst>
              <a:ext uri="{FF2B5EF4-FFF2-40B4-BE49-F238E27FC236}">
                <a16:creationId xmlns:a16="http://schemas.microsoft.com/office/drawing/2014/main" id="{94987633-C4EB-9376-9296-A71121122EBC}"/>
              </a:ext>
            </a:extLst>
          </p:cNvPr>
          <p:cNvSpPr txBox="1">
            <a:spLocks/>
          </p:cNvSpPr>
          <p:nvPr/>
        </p:nvSpPr>
        <p:spPr>
          <a:xfrm>
            <a:off x="8121749" y="4838982"/>
            <a:ext cx="1022252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indent="0" algn="r"/>
            <a:r>
              <a:rPr lang="it-IT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1139581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>
          <a:extLst>
            <a:ext uri="{FF2B5EF4-FFF2-40B4-BE49-F238E27FC236}">
              <a16:creationId xmlns:a16="http://schemas.microsoft.com/office/drawing/2014/main" id="{15C7E016-5D3F-AF1B-B7D5-0A5F4DA92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7">
            <a:extLst>
              <a:ext uri="{FF2B5EF4-FFF2-40B4-BE49-F238E27FC236}">
                <a16:creationId xmlns:a16="http://schemas.microsoft.com/office/drawing/2014/main" id="{31ACEDF7-2CAF-345A-A99A-91FDD07A19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Comandi testuali con </a:t>
            </a:r>
            <a:r>
              <a:rPr lang="en" dirty="0">
                <a:solidFill>
                  <a:schemeClr val="accent1"/>
                </a:solidFill>
              </a:rPr>
              <a:t>Ratatui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280" name="Google Shape;280;p47">
            <a:extLst>
              <a:ext uri="{FF2B5EF4-FFF2-40B4-BE49-F238E27FC236}">
                <a16:creationId xmlns:a16="http://schemas.microsoft.com/office/drawing/2014/main" id="{058E4E86-DDA5-1B7C-617C-84003A4031D7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720000" y="1284558"/>
            <a:ext cx="2460900" cy="49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Server</a:t>
            </a:r>
            <a:endParaRPr dirty="0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05FD4C47-9727-982D-557B-806D004028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78912"/>
            <a:ext cx="6400800" cy="3124932"/>
          </a:xfrm>
          <a:prstGeom prst="rect">
            <a:avLst/>
          </a:prstGeom>
        </p:spPr>
      </p:pic>
      <p:sp>
        <p:nvSpPr>
          <p:cNvPr id="5" name="Google Shape;412;p49">
            <a:extLst>
              <a:ext uri="{FF2B5EF4-FFF2-40B4-BE49-F238E27FC236}">
                <a16:creationId xmlns:a16="http://schemas.microsoft.com/office/drawing/2014/main" id="{CD9DF930-FDCA-ADAA-9FF0-E111D2BF19E6}"/>
              </a:ext>
            </a:extLst>
          </p:cNvPr>
          <p:cNvSpPr txBox="1">
            <a:spLocks/>
          </p:cNvSpPr>
          <p:nvPr/>
        </p:nvSpPr>
        <p:spPr>
          <a:xfrm>
            <a:off x="0" y="4838982"/>
            <a:ext cx="510652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indent="0"/>
            <a:r>
              <a:rPr lang="it-IT" dirty="0" err="1"/>
              <a:t>GeoRust</a:t>
            </a:r>
            <a:r>
              <a:rPr lang="it-IT" dirty="0"/>
              <a:t> – Gruppo 8</a:t>
            </a:r>
          </a:p>
        </p:txBody>
      </p:sp>
      <p:sp>
        <p:nvSpPr>
          <p:cNvPr id="7" name="Google Shape;412;p49">
            <a:extLst>
              <a:ext uri="{FF2B5EF4-FFF2-40B4-BE49-F238E27FC236}">
                <a16:creationId xmlns:a16="http://schemas.microsoft.com/office/drawing/2014/main" id="{0B6B1BE5-3E86-A8D0-BAA2-C288DB1CB9C7}"/>
              </a:ext>
            </a:extLst>
          </p:cNvPr>
          <p:cNvSpPr txBox="1">
            <a:spLocks/>
          </p:cNvSpPr>
          <p:nvPr/>
        </p:nvSpPr>
        <p:spPr>
          <a:xfrm>
            <a:off x="8121749" y="4838982"/>
            <a:ext cx="1022252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indent="0" algn="r"/>
            <a:r>
              <a:rPr lang="it-IT" dirty="0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141617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>
          <a:extLst>
            <a:ext uri="{FF2B5EF4-FFF2-40B4-BE49-F238E27FC236}">
              <a16:creationId xmlns:a16="http://schemas.microsoft.com/office/drawing/2014/main" id="{95B1CDEB-45E9-9178-B29C-E70EE6DB0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0">
            <a:extLst>
              <a:ext uri="{FF2B5EF4-FFF2-40B4-BE49-F238E27FC236}">
                <a16:creationId xmlns:a16="http://schemas.microsoft.com/office/drawing/2014/main" id="{1BCAB90F-89B4-C1A5-1344-CB28E9A174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dirty="0">
                <a:solidFill>
                  <a:schemeClr val="tx1"/>
                </a:solidFill>
              </a:rPr>
              <a:t>Test e </a:t>
            </a:r>
            <a:r>
              <a:rPr lang="en" dirty="0">
                <a:solidFill>
                  <a:schemeClr val="accent1"/>
                </a:solidFill>
              </a:rPr>
              <a:t>CI</a:t>
            </a:r>
            <a:r>
              <a:rPr lang="en" dirty="0">
                <a:solidFill>
                  <a:schemeClr val="tx1"/>
                </a:solidFill>
              </a:rPr>
              <a:t> multiplatform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" name="Google Shape;241;p42">
            <a:extLst>
              <a:ext uri="{FF2B5EF4-FFF2-40B4-BE49-F238E27FC236}">
                <a16:creationId xmlns:a16="http://schemas.microsoft.com/office/drawing/2014/main" id="{80CB6402-4B30-4B1E-85FA-57C9BF7C4CD3}"/>
              </a:ext>
            </a:extLst>
          </p:cNvPr>
          <p:cNvSpPr txBox="1">
            <a:spLocks/>
          </p:cNvSpPr>
          <p:nvPr/>
        </p:nvSpPr>
        <p:spPr>
          <a:xfrm>
            <a:off x="720000" y="1158624"/>
            <a:ext cx="77040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Test automatici distribuiti nei tre </a:t>
            </a:r>
            <a:r>
              <a:rPr lang="it-IT" dirty="0" err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crate</a:t>
            </a:r>
            <a:r>
              <a:rPr lang="it-IT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per verificare soprattutto le parti che contengono regole applicative.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Pipeline GitHub Actions su </a:t>
            </a:r>
            <a:r>
              <a:rPr lang="it-IT" b="1" dirty="0">
                <a:solidFill>
                  <a:schemeClr val="accent1"/>
                </a:solidFill>
                <a:latin typeface="Archivo"/>
                <a:ea typeface="Archivo"/>
                <a:cs typeface="Archivo"/>
                <a:sym typeface="Archivo"/>
              </a:rPr>
              <a:t>windows-</a:t>
            </a:r>
            <a:r>
              <a:rPr lang="it-IT" b="1" dirty="0" err="1">
                <a:solidFill>
                  <a:schemeClr val="accent1"/>
                </a:solidFill>
                <a:latin typeface="Archivo"/>
                <a:ea typeface="Archivo"/>
                <a:cs typeface="Archivo"/>
                <a:sym typeface="Archivo"/>
              </a:rPr>
              <a:t>latest</a:t>
            </a:r>
            <a:r>
              <a:rPr lang="it-IT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e </a:t>
            </a:r>
            <a:r>
              <a:rPr lang="it-IT" b="1" dirty="0" err="1">
                <a:solidFill>
                  <a:schemeClr val="accent1"/>
                </a:solidFill>
                <a:latin typeface="Archivo"/>
                <a:ea typeface="Archivo"/>
                <a:cs typeface="Archivo"/>
                <a:sym typeface="Archivo"/>
              </a:rPr>
              <a:t>ubuntu-latest</a:t>
            </a:r>
            <a:endParaRPr lang="it-IT" b="1" dirty="0">
              <a:solidFill>
                <a:schemeClr val="accent1"/>
              </a:solidFill>
              <a:latin typeface="Archivo"/>
              <a:ea typeface="Archivo"/>
              <a:cs typeface="Archivo"/>
              <a:sym typeface="Archivo"/>
            </a:endParaRPr>
          </a:p>
          <a:p>
            <a:endParaRPr lang="it-IT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Cache delle dipendenze e della cartella target per build più rapide</a:t>
            </a:r>
          </a:p>
          <a:p>
            <a:endParaRPr lang="it-IT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Non sono presenti test di integrazione che avviano realmente server e client come processi separati. Le interazioni complete, come la riconnessione, il rifiuto delle connessioni duplicate e la consegna dei messaggi tra più client, richiedono quindi anche una verifica manuale.</a:t>
            </a:r>
          </a:p>
        </p:txBody>
      </p:sp>
      <p:sp>
        <p:nvSpPr>
          <p:cNvPr id="5" name="Google Shape;412;p49">
            <a:extLst>
              <a:ext uri="{FF2B5EF4-FFF2-40B4-BE49-F238E27FC236}">
                <a16:creationId xmlns:a16="http://schemas.microsoft.com/office/drawing/2014/main" id="{F83B84DA-9FC6-2496-6268-CFF06A784451}"/>
              </a:ext>
            </a:extLst>
          </p:cNvPr>
          <p:cNvSpPr txBox="1">
            <a:spLocks/>
          </p:cNvSpPr>
          <p:nvPr/>
        </p:nvSpPr>
        <p:spPr>
          <a:xfrm>
            <a:off x="0" y="4838982"/>
            <a:ext cx="510652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indent="0"/>
            <a:r>
              <a:rPr lang="it-IT" dirty="0" err="1"/>
              <a:t>GeoRust</a:t>
            </a:r>
            <a:r>
              <a:rPr lang="it-IT" dirty="0"/>
              <a:t> – Gruppo 8</a:t>
            </a:r>
          </a:p>
        </p:txBody>
      </p:sp>
      <p:sp>
        <p:nvSpPr>
          <p:cNvPr id="7" name="Google Shape;412;p49">
            <a:extLst>
              <a:ext uri="{FF2B5EF4-FFF2-40B4-BE49-F238E27FC236}">
                <a16:creationId xmlns:a16="http://schemas.microsoft.com/office/drawing/2014/main" id="{29E97048-BA01-0F25-A8BB-A88CCCA5363A}"/>
              </a:ext>
            </a:extLst>
          </p:cNvPr>
          <p:cNvSpPr txBox="1">
            <a:spLocks/>
          </p:cNvSpPr>
          <p:nvPr/>
        </p:nvSpPr>
        <p:spPr>
          <a:xfrm>
            <a:off x="8121749" y="4838982"/>
            <a:ext cx="1022252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indent="0" algn="r"/>
            <a:r>
              <a:rPr lang="it-IT" dirty="0"/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9588155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>
          <a:extLst>
            <a:ext uri="{FF2B5EF4-FFF2-40B4-BE49-F238E27FC236}">
              <a16:creationId xmlns:a16="http://schemas.microsoft.com/office/drawing/2014/main" id="{01476886-C738-C5F3-6461-8214ABF8D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0">
            <a:extLst>
              <a:ext uri="{FF2B5EF4-FFF2-40B4-BE49-F238E27FC236}">
                <a16:creationId xmlns:a16="http://schemas.microsoft.com/office/drawing/2014/main" id="{26524265-3128-0A53-C49C-660B6F63A9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dirty="0">
                <a:solidFill>
                  <a:schemeClr val="tx1"/>
                </a:solidFill>
              </a:rPr>
              <a:t>CPU log e dimensioni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" name="Google Shape;241;p42">
            <a:extLst>
              <a:ext uri="{FF2B5EF4-FFF2-40B4-BE49-F238E27FC236}">
                <a16:creationId xmlns:a16="http://schemas.microsoft.com/office/drawing/2014/main" id="{5A7F7655-0584-0F84-26A0-322A749504F2}"/>
              </a:ext>
            </a:extLst>
          </p:cNvPr>
          <p:cNvSpPr txBox="1">
            <a:spLocks/>
          </p:cNvSpPr>
          <p:nvPr/>
        </p:nvSpPr>
        <p:spPr>
          <a:xfrm>
            <a:off x="720000" y="1158624"/>
            <a:ext cx="3683188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111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A3E5F"/>
              </a:buClr>
              <a:buSzPts val="1400"/>
              <a:buFont typeface="Nunito Light"/>
              <a:buChar char="●"/>
              <a:tabLst/>
              <a:defRPr/>
            </a:pPr>
            <a:r>
              <a:rPr kumimoji="0" lang="it-IT" sz="1200" b="0" i="0" u="none" strike="noStrike" kern="0" cap="none" spc="0" normalizeH="0" baseline="0" noProof="0" dirty="0">
                <a:ln>
                  <a:noFill/>
                </a:ln>
                <a:solidFill>
                  <a:srgbClr val="3A3E5F"/>
                </a:solidFill>
                <a:effectLst/>
                <a:uLnTx/>
                <a:uFillTx/>
                <a:latin typeface="Archivo"/>
                <a:cs typeface="Archivo"/>
                <a:sym typeface="Archivo"/>
              </a:rPr>
              <a:t>Task dedicato: ogni 120s legge l'uso CPU del processo via </a:t>
            </a:r>
            <a:r>
              <a:rPr kumimoji="0" lang="it-IT" sz="1200" b="1" i="0" u="none" strike="noStrike" kern="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chivo"/>
                <a:cs typeface="Archivo"/>
                <a:sym typeface="Archivo"/>
              </a:rPr>
              <a:t>sysinfo</a:t>
            </a:r>
            <a:endParaRPr kumimoji="0" lang="it-IT" sz="1200" b="1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chivo"/>
              <a:cs typeface="Archivo"/>
              <a:sym typeface="Archivo"/>
            </a:endParaRPr>
          </a:p>
          <a:p>
            <a:pPr marL="3111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A3E5F"/>
              </a:buClr>
              <a:buSzPts val="1400"/>
              <a:buFont typeface="Nunito Light"/>
              <a:buChar char="●"/>
              <a:tabLst/>
              <a:defRPr/>
            </a:pPr>
            <a:r>
              <a:rPr kumimoji="0" lang="it-IT" sz="1200" b="0" i="0" u="none" strike="noStrike" kern="0" cap="none" spc="0" normalizeH="0" baseline="0" noProof="0" dirty="0">
                <a:ln>
                  <a:noFill/>
                </a:ln>
                <a:solidFill>
                  <a:srgbClr val="3A3E5F"/>
                </a:solidFill>
                <a:effectLst/>
                <a:uLnTx/>
                <a:uFillTx/>
                <a:latin typeface="Archivo"/>
                <a:cs typeface="Archivo"/>
                <a:sym typeface="Archivo"/>
              </a:rPr>
              <a:t>Log in logs/cpu_usage_log.txt: PID, % istantanea, </a:t>
            </a:r>
            <a:r>
              <a:rPr kumimoji="0" lang="it-IT" sz="1200" b="0" i="0" u="none" strike="noStrike" kern="0" cap="none" spc="0" normalizeH="0" baseline="0" noProof="0" dirty="0" err="1">
                <a:ln>
                  <a:noFill/>
                </a:ln>
                <a:solidFill>
                  <a:srgbClr val="3A3E5F"/>
                </a:solidFill>
                <a:effectLst/>
                <a:uLnTx/>
                <a:uFillTx/>
                <a:latin typeface="Archivo"/>
                <a:cs typeface="Archivo"/>
                <a:sym typeface="Archivo"/>
              </a:rPr>
              <a:t>uptime</a:t>
            </a:r>
            <a:r>
              <a:rPr kumimoji="0" lang="it-IT" sz="1200" b="0" i="0" u="none" strike="noStrike" kern="0" cap="none" spc="0" normalizeH="0" baseline="0" noProof="0" dirty="0">
                <a:ln>
                  <a:noFill/>
                </a:ln>
                <a:solidFill>
                  <a:srgbClr val="3A3E5F"/>
                </a:solidFill>
                <a:effectLst/>
                <a:uLnTx/>
                <a:uFillTx/>
                <a:latin typeface="Archivo"/>
                <a:cs typeface="Archivo"/>
                <a:sym typeface="Archivo"/>
              </a:rPr>
              <a:t>, stima cumulativa</a:t>
            </a:r>
          </a:p>
          <a:p>
            <a:pPr marL="3111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A3E5F"/>
              </a:buClr>
              <a:buSzPts val="1400"/>
              <a:buFont typeface="Nunito Light"/>
              <a:buChar char="●"/>
              <a:tabLst/>
              <a:defRPr/>
            </a:pPr>
            <a:r>
              <a:rPr kumimoji="0" lang="it-IT" sz="1200" b="0" i="0" u="none" strike="noStrike" kern="0" cap="none" spc="0" normalizeH="0" baseline="0" noProof="0" dirty="0">
                <a:ln>
                  <a:noFill/>
                </a:ln>
                <a:solidFill>
                  <a:srgbClr val="3A3E5F"/>
                </a:solidFill>
                <a:effectLst/>
                <a:uLnTx/>
                <a:uFillTx/>
                <a:latin typeface="Archivo"/>
                <a:cs typeface="Archivo"/>
                <a:sym typeface="Archivo"/>
              </a:rPr>
              <a:t>La stima cumulativa NON è un valore esatto del sistema operativo</a:t>
            </a:r>
          </a:p>
          <a:p>
            <a:pPr marL="3111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A3E5F"/>
              </a:buClr>
              <a:buSzPts val="1400"/>
              <a:buFont typeface="Nunito Light"/>
              <a:buChar char="●"/>
              <a:tabLst/>
              <a:defRPr/>
            </a:pPr>
            <a:r>
              <a:rPr kumimoji="0" lang="it-IT" sz="1200" b="0" i="0" u="none" strike="noStrike" kern="0" cap="none" spc="0" normalizeH="0" baseline="0" noProof="0" dirty="0">
                <a:ln>
                  <a:noFill/>
                </a:ln>
                <a:solidFill>
                  <a:srgbClr val="3A3E5F"/>
                </a:solidFill>
                <a:effectLst/>
                <a:uLnTx/>
                <a:uFillTx/>
                <a:latin typeface="Archivo"/>
                <a:cs typeface="Archivo"/>
                <a:sym typeface="Archivo"/>
              </a:rPr>
              <a:t>Operazioni di rete e DB asincrone: una connessione in attesa non blocca le altre</a:t>
            </a:r>
          </a:p>
          <a:p>
            <a:pPr marL="3111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A3E5F"/>
              </a:buClr>
              <a:buSzPts val="1400"/>
              <a:buFont typeface="Nunito Light"/>
              <a:buChar char="●"/>
              <a:tabLst/>
              <a:defRPr/>
            </a:pPr>
            <a:r>
              <a:rPr kumimoji="0" lang="it-IT" sz="1200" b="0" i="0" u="none" strike="noStrike" kern="0" cap="none" spc="0" normalizeH="0" baseline="0" noProof="0" dirty="0">
                <a:ln>
                  <a:noFill/>
                </a:ln>
                <a:solidFill>
                  <a:srgbClr val="3A3E5F"/>
                </a:solidFill>
                <a:effectLst/>
                <a:uLnTx/>
                <a:uFillTx/>
                <a:latin typeface="Archivo"/>
                <a:cs typeface="Archivo"/>
                <a:sym typeface="Archivo"/>
              </a:rPr>
              <a:t>Pool </a:t>
            </a:r>
            <a:r>
              <a:rPr kumimoji="0" lang="it-IT" sz="1200" b="1" i="0" u="none" strike="noStrike" kern="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chivo"/>
                <a:cs typeface="Archivo"/>
                <a:sym typeface="Archivo"/>
              </a:rPr>
              <a:t>SQLite</a:t>
            </a:r>
            <a:r>
              <a:rPr kumimoji="0" lang="it-IT" sz="1200" b="0" i="0" u="none" strike="noStrike" kern="0" cap="none" spc="0" normalizeH="0" baseline="0" noProof="0" dirty="0">
                <a:ln>
                  <a:noFill/>
                </a:ln>
                <a:solidFill>
                  <a:srgbClr val="3A3E5F"/>
                </a:solidFill>
                <a:effectLst/>
                <a:uLnTx/>
                <a:uFillTx/>
                <a:latin typeface="Archivo"/>
                <a:cs typeface="Archivo"/>
                <a:sym typeface="Archivo"/>
              </a:rPr>
              <a:t> fino a 50 connessioni; canali interni a capacità limitata</a:t>
            </a:r>
          </a:p>
        </p:txBody>
      </p:sp>
      <p:sp>
        <p:nvSpPr>
          <p:cNvPr id="5" name="Google Shape;586;p58">
            <a:extLst>
              <a:ext uri="{FF2B5EF4-FFF2-40B4-BE49-F238E27FC236}">
                <a16:creationId xmlns:a16="http://schemas.microsoft.com/office/drawing/2014/main" id="{6056D02A-5D0D-959C-CC6C-96049421ABAB}"/>
              </a:ext>
            </a:extLst>
          </p:cNvPr>
          <p:cNvSpPr txBox="1">
            <a:spLocks/>
          </p:cNvSpPr>
          <p:nvPr/>
        </p:nvSpPr>
        <p:spPr>
          <a:xfrm>
            <a:off x="4740814" y="1232124"/>
            <a:ext cx="4083600" cy="5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it-IT" dirty="0">
                <a:solidFill>
                  <a:schemeClr val="accent1"/>
                </a:solidFill>
              </a:rPr>
              <a:t>3,4 MB</a:t>
            </a:r>
          </a:p>
        </p:txBody>
      </p:sp>
      <p:sp>
        <p:nvSpPr>
          <p:cNvPr id="12" name="Google Shape;586;p58">
            <a:extLst>
              <a:ext uri="{FF2B5EF4-FFF2-40B4-BE49-F238E27FC236}">
                <a16:creationId xmlns:a16="http://schemas.microsoft.com/office/drawing/2014/main" id="{DD02E1D3-4EE1-9A01-99D6-939411ABE751}"/>
              </a:ext>
            </a:extLst>
          </p:cNvPr>
          <p:cNvSpPr txBox="1">
            <a:spLocks/>
          </p:cNvSpPr>
          <p:nvPr/>
        </p:nvSpPr>
        <p:spPr>
          <a:xfrm>
            <a:off x="4740814" y="1530924"/>
            <a:ext cx="4083600" cy="5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it-IT" sz="1600" dirty="0"/>
              <a:t>client.exe</a:t>
            </a:r>
          </a:p>
        </p:txBody>
      </p:sp>
      <p:sp>
        <p:nvSpPr>
          <p:cNvPr id="14" name="Google Shape;586;p58">
            <a:extLst>
              <a:ext uri="{FF2B5EF4-FFF2-40B4-BE49-F238E27FC236}">
                <a16:creationId xmlns:a16="http://schemas.microsoft.com/office/drawing/2014/main" id="{78AA3885-8B66-7A07-A3E7-59502CC311AC}"/>
              </a:ext>
            </a:extLst>
          </p:cNvPr>
          <p:cNvSpPr txBox="1">
            <a:spLocks/>
          </p:cNvSpPr>
          <p:nvPr/>
        </p:nvSpPr>
        <p:spPr>
          <a:xfrm>
            <a:off x="4740814" y="2345816"/>
            <a:ext cx="4083600" cy="5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it-IT" dirty="0">
                <a:solidFill>
                  <a:schemeClr val="accent1"/>
                </a:solidFill>
              </a:rPr>
              <a:t>6,5 MB</a:t>
            </a:r>
          </a:p>
        </p:txBody>
      </p:sp>
      <p:sp>
        <p:nvSpPr>
          <p:cNvPr id="16" name="Google Shape;586;p58">
            <a:extLst>
              <a:ext uri="{FF2B5EF4-FFF2-40B4-BE49-F238E27FC236}">
                <a16:creationId xmlns:a16="http://schemas.microsoft.com/office/drawing/2014/main" id="{46BFB3E0-F84A-A43E-89EB-80E1E40D7637}"/>
              </a:ext>
            </a:extLst>
          </p:cNvPr>
          <p:cNvSpPr txBox="1">
            <a:spLocks/>
          </p:cNvSpPr>
          <p:nvPr/>
        </p:nvSpPr>
        <p:spPr>
          <a:xfrm>
            <a:off x="4740814" y="2644616"/>
            <a:ext cx="4083600" cy="5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it-IT" sz="1600" dirty="0"/>
              <a:t>server.exe</a:t>
            </a:r>
          </a:p>
        </p:txBody>
      </p:sp>
      <p:sp>
        <p:nvSpPr>
          <p:cNvPr id="18" name="Google Shape;412;p49">
            <a:extLst>
              <a:ext uri="{FF2B5EF4-FFF2-40B4-BE49-F238E27FC236}">
                <a16:creationId xmlns:a16="http://schemas.microsoft.com/office/drawing/2014/main" id="{056E8950-7225-538D-0FF2-3BCF7B9B9C81}"/>
              </a:ext>
            </a:extLst>
          </p:cNvPr>
          <p:cNvSpPr txBox="1">
            <a:spLocks/>
          </p:cNvSpPr>
          <p:nvPr/>
        </p:nvSpPr>
        <p:spPr>
          <a:xfrm>
            <a:off x="0" y="4838982"/>
            <a:ext cx="510652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indent="0"/>
            <a:r>
              <a:rPr lang="it-IT" dirty="0" err="1"/>
              <a:t>GeoRust</a:t>
            </a:r>
            <a:r>
              <a:rPr lang="it-IT" dirty="0"/>
              <a:t> – Gruppo 8</a:t>
            </a:r>
          </a:p>
        </p:txBody>
      </p:sp>
      <p:sp>
        <p:nvSpPr>
          <p:cNvPr id="20" name="Google Shape;412;p49">
            <a:extLst>
              <a:ext uri="{FF2B5EF4-FFF2-40B4-BE49-F238E27FC236}">
                <a16:creationId xmlns:a16="http://schemas.microsoft.com/office/drawing/2014/main" id="{CC75D5CE-53E4-A43D-65F0-F6956ABEF52F}"/>
              </a:ext>
            </a:extLst>
          </p:cNvPr>
          <p:cNvSpPr txBox="1">
            <a:spLocks/>
          </p:cNvSpPr>
          <p:nvPr/>
        </p:nvSpPr>
        <p:spPr>
          <a:xfrm>
            <a:off x="8121749" y="4838982"/>
            <a:ext cx="1022252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indent="0" algn="r"/>
            <a:r>
              <a:rPr lang="it-IT" dirty="0"/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2152013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52"/>
          <p:cNvSpPr txBox="1">
            <a:spLocks noGrp="1"/>
          </p:cNvSpPr>
          <p:nvPr>
            <p:ph type="title"/>
          </p:nvPr>
        </p:nvSpPr>
        <p:spPr>
          <a:xfrm>
            <a:off x="1768550" y="1307100"/>
            <a:ext cx="56070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Grazie!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537" name="Google Shape;537;p52"/>
          <p:cNvSpPr/>
          <p:nvPr/>
        </p:nvSpPr>
        <p:spPr>
          <a:xfrm rot="-5400000">
            <a:off x="6719700" y="-389604"/>
            <a:ext cx="5862987" cy="5748571"/>
          </a:xfrm>
          <a:custGeom>
            <a:avLst/>
            <a:gdLst/>
            <a:ahLst/>
            <a:cxnLst/>
            <a:rect l="l" t="t" r="r" b="b"/>
            <a:pathLst>
              <a:path w="158032" h="154948" extrusionOk="0">
                <a:moveTo>
                  <a:pt x="68675" y="14585"/>
                </a:moveTo>
                <a:cubicBezTo>
                  <a:pt x="68973" y="14585"/>
                  <a:pt x="69211" y="14823"/>
                  <a:pt x="69211" y="15121"/>
                </a:cubicBezTo>
                <a:cubicBezTo>
                  <a:pt x="69211" y="15419"/>
                  <a:pt x="68973" y="15657"/>
                  <a:pt x="68675" y="15657"/>
                </a:cubicBezTo>
                <a:cubicBezTo>
                  <a:pt x="68378" y="15645"/>
                  <a:pt x="68140" y="15407"/>
                  <a:pt x="68140" y="15121"/>
                </a:cubicBezTo>
                <a:cubicBezTo>
                  <a:pt x="68140" y="14823"/>
                  <a:pt x="68378" y="14585"/>
                  <a:pt x="68675" y="14585"/>
                </a:cubicBezTo>
                <a:close/>
                <a:moveTo>
                  <a:pt x="76950" y="17931"/>
                </a:moveTo>
                <a:cubicBezTo>
                  <a:pt x="77248" y="17943"/>
                  <a:pt x="77486" y="18181"/>
                  <a:pt x="77486" y="18467"/>
                </a:cubicBezTo>
                <a:cubicBezTo>
                  <a:pt x="77486" y="18764"/>
                  <a:pt x="77248" y="19002"/>
                  <a:pt x="76950" y="19002"/>
                </a:cubicBezTo>
                <a:cubicBezTo>
                  <a:pt x="76653" y="19002"/>
                  <a:pt x="76414" y="18764"/>
                  <a:pt x="76414" y="18467"/>
                </a:cubicBezTo>
                <a:cubicBezTo>
                  <a:pt x="76414" y="18169"/>
                  <a:pt x="76653" y="17931"/>
                  <a:pt x="76950" y="17931"/>
                </a:cubicBezTo>
                <a:close/>
                <a:moveTo>
                  <a:pt x="76950" y="17645"/>
                </a:moveTo>
                <a:cubicBezTo>
                  <a:pt x="76498" y="17657"/>
                  <a:pt x="76129" y="18026"/>
                  <a:pt x="76129" y="18467"/>
                </a:cubicBezTo>
                <a:cubicBezTo>
                  <a:pt x="76129" y="18919"/>
                  <a:pt x="76498" y="19288"/>
                  <a:pt x="76950" y="19288"/>
                </a:cubicBezTo>
                <a:cubicBezTo>
                  <a:pt x="77391" y="19288"/>
                  <a:pt x="77760" y="18919"/>
                  <a:pt x="77760" y="18467"/>
                </a:cubicBezTo>
                <a:cubicBezTo>
                  <a:pt x="77760" y="18026"/>
                  <a:pt x="77391" y="17645"/>
                  <a:pt x="76950" y="17645"/>
                </a:cubicBezTo>
                <a:close/>
                <a:moveTo>
                  <a:pt x="70938" y="19217"/>
                </a:moveTo>
                <a:cubicBezTo>
                  <a:pt x="71235" y="19217"/>
                  <a:pt x="71473" y="19443"/>
                  <a:pt x="71473" y="19741"/>
                </a:cubicBezTo>
                <a:cubicBezTo>
                  <a:pt x="71473" y="20038"/>
                  <a:pt x="71235" y="20276"/>
                  <a:pt x="70938" y="20276"/>
                </a:cubicBezTo>
                <a:cubicBezTo>
                  <a:pt x="70931" y="20277"/>
                  <a:pt x="70924" y="20277"/>
                  <a:pt x="70917" y="20277"/>
                </a:cubicBezTo>
                <a:cubicBezTo>
                  <a:pt x="70629" y="20277"/>
                  <a:pt x="70402" y="20031"/>
                  <a:pt x="70402" y="19741"/>
                </a:cubicBezTo>
                <a:cubicBezTo>
                  <a:pt x="70402" y="19443"/>
                  <a:pt x="70640" y="19217"/>
                  <a:pt x="70938" y="19217"/>
                </a:cubicBezTo>
                <a:close/>
                <a:moveTo>
                  <a:pt x="76950" y="20884"/>
                </a:moveTo>
                <a:cubicBezTo>
                  <a:pt x="77248" y="20884"/>
                  <a:pt x="77486" y="21134"/>
                  <a:pt x="77486" y="21419"/>
                </a:cubicBezTo>
                <a:cubicBezTo>
                  <a:pt x="77486" y="21717"/>
                  <a:pt x="77248" y="21955"/>
                  <a:pt x="76950" y="21955"/>
                </a:cubicBezTo>
                <a:cubicBezTo>
                  <a:pt x="76653" y="21955"/>
                  <a:pt x="76414" y="21717"/>
                  <a:pt x="76414" y="21419"/>
                </a:cubicBezTo>
                <a:cubicBezTo>
                  <a:pt x="76414" y="21122"/>
                  <a:pt x="76653" y="20884"/>
                  <a:pt x="76950" y="20884"/>
                </a:cubicBezTo>
                <a:close/>
                <a:moveTo>
                  <a:pt x="76950" y="20598"/>
                </a:moveTo>
                <a:cubicBezTo>
                  <a:pt x="76498" y="20598"/>
                  <a:pt x="76129" y="20967"/>
                  <a:pt x="76129" y="21419"/>
                </a:cubicBezTo>
                <a:cubicBezTo>
                  <a:pt x="76129" y="21860"/>
                  <a:pt x="76498" y="22229"/>
                  <a:pt x="76950" y="22229"/>
                </a:cubicBezTo>
                <a:cubicBezTo>
                  <a:pt x="77391" y="22229"/>
                  <a:pt x="77760" y="21860"/>
                  <a:pt x="77760" y="21419"/>
                </a:cubicBezTo>
                <a:cubicBezTo>
                  <a:pt x="77760" y="20967"/>
                  <a:pt x="77391" y="20598"/>
                  <a:pt x="76950" y="20598"/>
                </a:cubicBezTo>
                <a:close/>
                <a:moveTo>
                  <a:pt x="32385" y="24158"/>
                </a:moveTo>
                <a:cubicBezTo>
                  <a:pt x="32683" y="24158"/>
                  <a:pt x="32921" y="24396"/>
                  <a:pt x="32921" y="24694"/>
                </a:cubicBezTo>
                <a:cubicBezTo>
                  <a:pt x="32921" y="24991"/>
                  <a:pt x="32683" y="25229"/>
                  <a:pt x="32385" y="25229"/>
                </a:cubicBezTo>
                <a:cubicBezTo>
                  <a:pt x="32087" y="25229"/>
                  <a:pt x="31849" y="24991"/>
                  <a:pt x="31849" y="24694"/>
                </a:cubicBezTo>
                <a:cubicBezTo>
                  <a:pt x="31849" y="24396"/>
                  <a:pt x="32087" y="24158"/>
                  <a:pt x="32385" y="24158"/>
                </a:cubicBezTo>
                <a:close/>
                <a:moveTo>
                  <a:pt x="34647" y="24158"/>
                </a:moveTo>
                <a:cubicBezTo>
                  <a:pt x="34945" y="24158"/>
                  <a:pt x="35183" y="24396"/>
                  <a:pt x="35183" y="24694"/>
                </a:cubicBezTo>
                <a:cubicBezTo>
                  <a:pt x="35183" y="24991"/>
                  <a:pt x="34945" y="25229"/>
                  <a:pt x="34647" y="25229"/>
                </a:cubicBezTo>
                <a:cubicBezTo>
                  <a:pt x="34350" y="25229"/>
                  <a:pt x="34112" y="24991"/>
                  <a:pt x="34112" y="24694"/>
                </a:cubicBezTo>
                <a:cubicBezTo>
                  <a:pt x="34112" y="24396"/>
                  <a:pt x="34350" y="24158"/>
                  <a:pt x="34647" y="24158"/>
                </a:cubicBezTo>
                <a:close/>
                <a:moveTo>
                  <a:pt x="36909" y="24158"/>
                </a:moveTo>
                <a:cubicBezTo>
                  <a:pt x="37207" y="24158"/>
                  <a:pt x="37445" y="24396"/>
                  <a:pt x="37445" y="24694"/>
                </a:cubicBezTo>
                <a:cubicBezTo>
                  <a:pt x="37445" y="24991"/>
                  <a:pt x="37207" y="25229"/>
                  <a:pt x="36909" y="25229"/>
                </a:cubicBezTo>
                <a:cubicBezTo>
                  <a:pt x="36612" y="25229"/>
                  <a:pt x="36374" y="24991"/>
                  <a:pt x="36374" y="24694"/>
                </a:cubicBezTo>
                <a:cubicBezTo>
                  <a:pt x="36374" y="24396"/>
                  <a:pt x="36612" y="24158"/>
                  <a:pt x="36909" y="24158"/>
                </a:cubicBezTo>
                <a:close/>
                <a:moveTo>
                  <a:pt x="76950" y="23455"/>
                </a:moveTo>
                <a:cubicBezTo>
                  <a:pt x="76426" y="23455"/>
                  <a:pt x="75998" y="23884"/>
                  <a:pt x="75998" y="24408"/>
                </a:cubicBezTo>
                <a:cubicBezTo>
                  <a:pt x="75998" y="24932"/>
                  <a:pt x="76426" y="25360"/>
                  <a:pt x="76950" y="25360"/>
                </a:cubicBezTo>
                <a:cubicBezTo>
                  <a:pt x="77462" y="25360"/>
                  <a:pt x="77903" y="24932"/>
                  <a:pt x="77903" y="24408"/>
                </a:cubicBezTo>
                <a:cubicBezTo>
                  <a:pt x="77903" y="23884"/>
                  <a:pt x="77462" y="23455"/>
                  <a:pt x="76950" y="23455"/>
                </a:cubicBezTo>
                <a:close/>
                <a:moveTo>
                  <a:pt x="59412" y="26277"/>
                </a:moveTo>
                <a:cubicBezTo>
                  <a:pt x="59710" y="26277"/>
                  <a:pt x="59948" y="26515"/>
                  <a:pt x="59948" y="26813"/>
                </a:cubicBezTo>
                <a:cubicBezTo>
                  <a:pt x="59948" y="27111"/>
                  <a:pt x="59710" y="27349"/>
                  <a:pt x="59412" y="27349"/>
                </a:cubicBezTo>
                <a:cubicBezTo>
                  <a:pt x="59115" y="27337"/>
                  <a:pt x="58877" y="27099"/>
                  <a:pt x="58877" y="26813"/>
                </a:cubicBezTo>
                <a:cubicBezTo>
                  <a:pt x="58877" y="26515"/>
                  <a:pt x="59115" y="26277"/>
                  <a:pt x="59412" y="26277"/>
                </a:cubicBezTo>
                <a:close/>
                <a:moveTo>
                  <a:pt x="41660" y="28182"/>
                </a:moveTo>
                <a:cubicBezTo>
                  <a:pt x="41958" y="28182"/>
                  <a:pt x="42196" y="28420"/>
                  <a:pt x="42196" y="28718"/>
                </a:cubicBezTo>
                <a:cubicBezTo>
                  <a:pt x="42196" y="29016"/>
                  <a:pt x="41958" y="29254"/>
                  <a:pt x="41660" y="29254"/>
                </a:cubicBezTo>
                <a:cubicBezTo>
                  <a:pt x="41362" y="29254"/>
                  <a:pt x="41124" y="29016"/>
                  <a:pt x="41124" y="28718"/>
                </a:cubicBezTo>
                <a:cubicBezTo>
                  <a:pt x="41124" y="28420"/>
                  <a:pt x="41362" y="28182"/>
                  <a:pt x="41660" y="28182"/>
                </a:cubicBezTo>
                <a:close/>
                <a:moveTo>
                  <a:pt x="44327" y="32635"/>
                </a:moveTo>
                <a:cubicBezTo>
                  <a:pt x="44625" y="32635"/>
                  <a:pt x="44863" y="32873"/>
                  <a:pt x="44863" y="33171"/>
                </a:cubicBezTo>
                <a:cubicBezTo>
                  <a:pt x="44863" y="33469"/>
                  <a:pt x="44625" y="33707"/>
                  <a:pt x="44327" y="33707"/>
                </a:cubicBezTo>
                <a:cubicBezTo>
                  <a:pt x="44029" y="33707"/>
                  <a:pt x="43791" y="33469"/>
                  <a:pt x="43791" y="33171"/>
                </a:cubicBezTo>
                <a:cubicBezTo>
                  <a:pt x="43791" y="32873"/>
                  <a:pt x="44029" y="32635"/>
                  <a:pt x="44327" y="32635"/>
                </a:cubicBezTo>
                <a:close/>
                <a:moveTo>
                  <a:pt x="88690" y="33504"/>
                </a:moveTo>
                <a:cubicBezTo>
                  <a:pt x="88987" y="33504"/>
                  <a:pt x="89226" y="33742"/>
                  <a:pt x="89226" y="34040"/>
                </a:cubicBezTo>
                <a:cubicBezTo>
                  <a:pt x="89226" y="34338"/>
                  <a:pt x="88987" y="34576"/>
                  <a:pt x="88690" y="34576"/>
                </a:cubicBezTo>
                <a:cubicBezTo>
                  <a:pt x="88392" y="34552"/>
                  <a:pt x="88154" y="34314"/>
                  <a:pt x="88154" y="34040"/>
                </a:cubicBezTo>
                <a:cubicBezTo>
                  <a:pt x="88154" y="33742"/>
                  <a:pt x="88392" y="33504"/>
                  <a:pt x="88690" y="33504"/>
                </a:cubicBezTo>
                <a:close/>
                <a:moveTo>
                  <a:pt x="115896" y="33980"/>
                </a:moveTo>
                <a:cubicBezTo>
                  <a:pt x="116193" y="33980"/>
                  <a:pt x="116431" y="34219"/>
                  <a:pt x="116431" y="34516"/>
                </a:cubicBezTo>
                <a:cubicBezTo>
                  <a:pt x="116431" y="34814"/>
                  <a:pt x="116193" y="35052"/>
                  <a:pt x="115896" y="35052"/>
                </a:cubicBezTo>
                <a:cubicBezTo>
                  <a:pt x="115598" y="35052"/>
                  <a:pt x="115360" y="34814"/>
                  <a:pt x="115360" y="34516"/>
                </a:cubicBezTo>
                <a:cubicBezTo>
                  <a:pt x="115360" y="34219"/>
                  <a:pt x="115598" y="33980"/>
                  <a:pt x="115896" y="33980"/>
                </a:cubicBezTo>
                <a:close/>
                <a:moveTo>
                  <a:pt x="87213" y="34969"/>
                </a:moveTo>
                <a:cubicBezTo>
                  <a:pt x="87511" y="34969"/>
                  <a:pt x="87749" y="35207"/>
                  <a:pt x="87749" y="35504"/>
                </a:cubicBezTo>
                <a:cubicBezTo>
                  <a:pt x="87749" y="35802"/>
                  <a:pt x="87511" y="36040"/>
                  <a:pt x="87213" y="36040"/>
                </a:cubicBezTo>
                <a:cubicBezTo>
                  <a:pt x="86916" y="36040"/>
                  <a:pt x="86678" y="35802"/>
                  <a:pt x="86678" y="35504"/>
                </a:cubicBezTo>
                <a:cubicBezTo>
                  <a:pt x="86678" y="35207"/>
                  <a:pt x="86916" y="34969"/>
                  <a:pt x="87213" y="34969"/>
                </a:cubicBezTo>
                <a:close/>
                <a:moveTo>
                  <a:pt x="123099" y="34993"/>
                </a:moveTo>
                <a:cubicBezTo>
                  <a:pt x="123396" y="34993"/>
                  <a:pt x="123635" y="35231"/>
                  <a:pt x="123635" y="35528"/>
                </a:cubicBezTo>
                <a:cubicBezTo>
                  <a:pt x="123635" y="35826"/>
                  <a:pt x="123396" y="36064"/>
                  <a:pt x="123099" y="36064"/>
                </a:cubicBezTo>
                <a:cubicBezTo>
                  <a:pt x="122801" y="36064"/>
                  <a:pt x="122563" y="35826"/>
                  <a:pt x="122563" y="35528"/>
                </a:cubicBezTo>
                <a:cubicBezTo>
                  <a:pt x="122563" y="35231"/>
                  <a:pt x="122801" y="34993"/>
                  <a:pt x="123099" y="34993"/>
                </a:cubicBezTo>
                <a:close/>
                <a:moveTo>
                  <a:pt x="123111" y="34707"/>
                </a:moveTo>
                <a:cubicBezTo>
                  <a:pt x="122670" y="34707"/>
                  <a:pt x="122289" y="35076"/>
                  <a:pt x="122289" y="35528"/>
                </a:cubicBezTo>
                <a:cubicBezTo>
                  <a:pt x="122289" y="35969"/>
                  <a:pt x="122670" y="36338"/>
                  <a:pt x="123111" y="36338"/>
                </a:cubicBezTo>
                <a:cubicBezTo>
                  <a:pt x="123563" y="36338"/>
                  <a:pt x="123932" y="35969"/>
                  <a:pt x="123932" y="35528"/>
                </a:cubicBezTo>
                <a:cubicBezTo>
                  <a:pt x="123932" y="35076"/>
                  <a:pt x="123563" y="34707"/>
                  <a:pt x="123111" y="34707"/>
                </a:cubicBezTo>
                <a:close/>
                <a:moveTo>
                  <a:pt x="79117" y="37100"/>
                </a:moveTo>
                <a:cubicBezTo>
                  <a:pt x="79415" y="37100"/>
                  <a:pt x="79653" y="37338"/>
                  <a:pt x="79653" y="37636"/>
                </a:cubicBezTo>
                <a:cubicBezTo>
                  <a:pt x="79653" y="37933"/>
                  <a:pt x="79415" y="38171"/>
                  <a:pt x="79117" y="38171"/>
                </a:cubicBezTo>
                <a:cubicBezTo>
                  <a:pt x="78819" y="38171"/>
                  <a:pt x="78581" y="37933"/>
                  <a:pt x="78581" y="37636"/>
                </a:cubicBezTo>
                <a:cubicBezTo>
                  <a:pt x="78581" y="37338"/>
                  <a:pt x="78819" y="37100"/>
                  <a:pt x="79117" y="37100"/>
                </a:cubicBezTo>
                <a:close/>
                <a:moveTo>
                  <a:pt x="125361" y="36838"/>
                </a:moveTo>
                <a:cubicBezTo>
                  <a:pt x="124837" y="36838"/>
                  <a:pt x="124409" y="37255"/>
                  <a:pt x="124409" y="37779"/>
                </a:cubicBezTo>
                <a:cubicBezTo>
                  <a:pt x="124409" y="38302"/>
                  <a:pt x="124837" y="38731"/>
                  <a:pt x="125361" y="38731"/>
                </a:cubicBezTo>
                <a:cubicBezTo>
                  <a:pt x="125885" y="38731"/>
                  <a:pt x="126314" y="38302"/>
                  <a:pt x="126314" y="37779"/>
                </a:cubicBezTo>
                <a:cubicBezTo>
                  <a:pt x="126314" y="37267"/>
                  <a:pt x="125885" y="36838"/>
                  <a:pt x="125361" y="36838"/>
                </a:cubicBezTo>
                <a:close/>
                <a:moveTo>
                  <a:pt x="105204" y="39303"/>
                </a:moveTo>
                <a:cubicBezTo>
                  <a:pt x="105501" y="39303"/>
                  <a:pt x="105740" y="39541"/>
                  <a:pt x="105740" y="39838"/>
                </a:cubicBezTo>
                <a:cubicBezTo>
                  <a:pt x="105740" y="40136"/>
                  <a:pt x="105501" y="40374"/>
                  <a:pt x="105204" y="40374"/>
                </a:cubicBezTo>
                <a:cubicBezTo>
                  <a:pt x="104906" y="40374"/>
                  <a:pt x="104668" y="40136"/>
                  <a:pt x="104668" y="39838"/>
                </a:cubicBezTo>
                <a:cubicBezTo>
                  <a:pt x="104668" y="39541"/>
                  <a:pt x="104906" y="39303"/>
                  <a:pt x="105204" y="39303"/>
                </a:cubicBezTo>
                <a:close/>
                <a:moveTo>
                  <a:pt x="127611" y="39517"/>
                </a:moveTo>
                <a:cubicBezTo>
                  <a:pt x="127909" y="39517"/>
                  <a:pt x="128147" y="39767"/>
                  <a:pt x="128147" y="40053"/>
                </a:cubicBezTo>
                <a:cubicBezTo>
                  <a:pt x="128147" y="40350"/>
                  <a:pt x="127909" y="40588"/>
                  <a:pt x="127611" y="40588"/>
                </a:cubicBezTo>
                <a:cubicBezTo>
                  <a:pt x="127314" y="40588"/>
                  <a:pt x="127076" y="40350"/>
                  <a:pt x="127076" y="40053"/>
                </a:cubicBezTo>
                <a:cubicBezTo>
                  <a:pt x="127076" y="39755"/>
                  <a:pt x="127314" y="39517"/>
                  <a:pt x="127611" y="39517"/>
                </a:cubicBezTo>
                <a:close/>
                <a:moveTo>
                  <a:pt x="127623" y="39231"/>
                </a:moveTo>
                <a:cubicBezTo>
                  <a:pt x="127159" y="39231"/>
                  <a:pt x="126802" y="39600"/>
                  <a:pt x="126802" y="40053"/>
                </a:cubicBezTo>
                <a:cubicBezTo>
                  <a:pt x="126802" y="40493"/>
                  <a:pt x="127171" y="40862"/>
                  <a:pt x="127623" y="40862"/>
                </a:cubicBezTo>
                <a:cubicBezTo>
                  <a:pt x="128064" y="40862"/>
                  <a:pt x="128445" y="40493"/>
                  <a:pt x="128445" y="40053"/>
                </a:cubicBezTo>
                <a:cubicBezTo>
                  <a:pt x="128445" y="39600"/>
                  <a:pt x="128064" y="39231"/>
                  <a:pt x="127623" y="39231"/>
                </a:cubicBezTo>
                <a:close/>
                <a:moveTo>
                  <a:pt x="84427" y="41148"/>
                </a:moveTo>
                <a:cubicBezTo>
                  <a:pt x="84725" y="41148"/>
                  <a:pt x="84963" y="41386"/>
                  <a:pt x="84963" y="41684"/>
                </a:cubicBezTo>
                <a:cubicBezTo>
                  <a:pt x="84963" y="41981"/>
                  <a:pt x="84725" y="42220"/>
                  <a:pt x="84427" y="42220"/>
                </a:cubicBezTo>
                <a:cubicBezTo>
                  <a:pt x="84130" y="42220"/>
                  <a:pt x="83892" y="41970"/>
                  <a:pt x="83892" y="41684"/>
                </a:cubicBezTo>
                <a:cubicBezTo>
                  <a:pt x="83892" y="41386"/>
                  <a:pt x="84130" y="41148"/>
                  <a:pt x="84427" y="41148"/>
                </a:cubicBezTo>
                <a:close/>
                <a:moveTo>
                  <a:pt x="66735" y="42589"/>
                </a:moveTo>
                <a:cubicBezTo>
                  <a:pt x="67032" y="42589"/>
                  <a:pt x="67270" y="42827"/>
                  <a:pt x="67270" y="43124"/>
                </a:cubicBezTo>
                <a:cubicBezTo>
                  <a:pt x="67270" y="43422"/>
                  <a:pt x="67032" y="43660"/>
                  <a:pt x="66735" y="43660"/>
                </a:cubicBezTo>
                <a:cubicBezTo>
                  <a:pt x="66437" y="43660"/>
                  <a:pt x="66199" y="43422"/>
                  <a:pt x="66199" y="43124"/>
                </a:cubicBezTo>
                <a:cubicBezTo>
                  <a:pt x="66199" y="42827"/>
                  <a:pt x="66437" y="42589"/>
                  <a:pt x="66735" y="42589"/>
                </a:cubicBezTo>
                <a:close/>
                <a:moveTo>
                  <a:pt x="68675" y="14299"/>
                </a:moveTo>
                <a:cubicBezTo>
                  <a:pt x="68223" y="14299"/>
                  <a:pt x="67854" y="14669"/>
                  <a:pt x="67854" y="15121"/>
                </a:cubicBezTo>
                <a:cubicBezTo>
                  <a:pt x="67854" y="15526"/>
                  <a:pt x="68151" y="15847"/>
                  <a:pt x="68521" y="15919"/>
                </a:cubicBezTo>
                <a:lnTo>
                  <a:pt x="68521" y="35076"/>
                </a:lnTo>
                <a:lnTo>
                  <a:pt x="66604" y="37017"/>
                </a:lnTo>
                <a:lnTo>
                  <a:pt x="66604" y="42327"/>
                </a:lnTo>
                <a:cubicBezTo>
                  <a:pt x="66211" y="42398"/>
                  <a:pt x="65937" y="42720"/>
                  <a:pt x="65937" y="43124"/>
                </a:cubicBezTo>
                <a:cubicBezTo>
                  <a:pt x="65937" y="43577"/>
                  <a:pt x="66306" y="43946"/>
                  <a:pt x="66747" y="43946"/>
                </a:cubicBezTo>
                <a:cubicBezTo>
                  <a:pt x="67199" y="43946"/>
                  <a:pt x="67568" y="43577"/>
                  <a:pt x="67568" y="43124"/>
                </a:cubicBezTo>
                <a:cubicBezTo>
                  <a:pt x="67568" y="42720"/>
                  <a:pt x="67270" y="42398"/>
                  <a:pt x="66901" y="42327"/>
                </a:cubicBezTo>
                <a:lnTo>
                  <a:pt x="66901" y="37136"/>
                </a:lnTo>
                <a:lnTo>
                  <a:pt x="68818" y="35195"/>
                </a:lnTo>
                <a:lnTo>
                  <a:pt x="68818" y="15919"/>
                </a:lnTo>
                <a:cubicBezTo>
                  <a:pt x="69187" y="15847"/>
                  <a:pt x="69485" y="15526"/>
                  <a:pt x="69485" y="15121"/>
                </a:cubicBezTo>
                <a:cubicBezTo>
                  <a:pt x="69485" y="14669"/>
                  <a:pt x="69116" y="14299"/>
                  <a:pt x="68675" y="14299"/>
                </a:cubicBezTo>
                <a:close/>
                <a:moveTo>
                  <a:pt x="62377" y="43267"/>
                </a:moveTo>
                <a:cubicBezTo>
                  <a:pt x="62675" y="43267"/>
                  <a:pt x="62913" y="43505"/>
                  <a:pt x="62913" y="43803"/>
                </a:cubicBezTo>
                <a:cubicBezTo>
                  <a:pt x="62913" y="44101"/>
                  <a:pt x="62675" y="44339"/>
                  <a:pt x="62377" y="44339"/>
                </a:cubicBezTo>
                <a:cubicBezTo>
                  <a:pt x="62079" y="44327"/>
                  <a:pt x="61841" y="44101"/>
                  <a:pt x="61841" y="43803"/>
                </a:cubicBezTo>
                <a:cubicBezTo>
                  <a:pt x="61841" y="43505"/>
                  <a:pt x="62079" y="43267"/>
                  <a:pt x="62377" y="43267"/>
                </a:cubicBezTo>
                <a:close/>
                <a:moveTo>
                  <a:pt x="86678" y="43386"/>
                </a:moveTo>
                <a:cubicBezTo>
                  <a:pt x="86975" y="43386"/>
                  <a:pt x="87213" y="43625"/>
                  <a:pt x="87213" y="43922"/>
                </a:cubicBezTo>
                <a:cubicBezTo>
                  <a:pt x="87213" y="44220"/>
                  <a:pt x="86975" y="44458"/>
                  <a:pt x="86678" y="44458"/>
                </a:cubicBezTo>
                <a:cubicBezTo>
                  <a:pt x="86380" y="44458"/>
                  <a:pt x="86142" y="44220"/>
                  <a:pt x="86142" y="43922"/>
                </a:cubicBezTo>
                <a:cubicBezTo>
                  <a:pt x="86142" y="43625"/>
                  <a:pt x="86380" y="43386"/>
                  <a:pt x="86678" y="43386"/>
                </a:cubicBezTo>
                <a:close/>
                <a:moveTo>
                  <a:pt x="139184" y="44053"/>
                </a:moveTo>
                <a:cubicBezTo>
                  <a:pt x="139482" y="44053"/>
                  <a:pt x="139720" y="44291"/>
                  <a:pt x="139720" y="44589"/>
                </a:cubicBezTo>
                <a:cubicBezTo>
                  <a:pt x="139720" y="44887"/>
                  <a:pt x="139482" y="45125"/>
                  <a:pt x="139184" y="45125"/>
                </a:cubicBezTo>
                <a:cubicBezTo>
                  <a:pt x="138887" y="45125"/>
                  <a:pt x="138648" y="44887"/>
                  <a:pt x="138648" y="44589"/>
                </a:cubicBezTo>
                <a:cubicBezTo>
                  <a:pt x="138648" y="44291"/>
                  <a:pt x="138887" y="44053"/>
                  <a:pt x="139184" y="44053"/>
                </a:cubicBezTo>
                <a:close/>
                <a:moveTo>
                  <a:pt x="41660" y="27908"/>
                </a:moveTo>
                <a:cubicBezTo>
                  <a:pt x="41208" y="27908"/>
                  <a:pt x="40839" y="28277"/>
                  <a:pt x="40839" y="28718"/>
                </a:cubicBezTo>
                <a:cubicBezTo>
                  <a:pt x="40839" y="29123"/>
                  <a:pt x="41136" y="29456"/>
                  <a:pt x="41505" y="29528"/>
                </a:cubicBezTo>
                <a:lnTo>
                  <a:pt x="41505" y="36636"/>
                </a:lnTo>
                <a:lnTo>
                  <a:pt x="32159" y="46065"/>
                </a:lnTo>
                <a:lnTo>
                  <a:pt x="32373" y="46256"/>
                </a:lnTo>
                <a:lnTo>
                  <a:pt x="41767" y="36790"/>
                </a:lnTo>
                <a:lnTo>
                  <a:pt x="41803" y="36743"/>
                </a:lnTo>
                <a:lnTo>
                  <a:pt x="41803" y="29516"/>
                </a:lnTo>
                <a:cubicBezTo>
                  <a:pt x="42184" y="29456"/>
                  <a:pt x="42482" y="29123"/>
                  <a:pt x="42482" y="28718"/>
                </a:cubicBezTo>
                <a:cubicBezTo>
                  <a:pt x="42482" y="28277"/>
                  <a:pt x="42101" y="27908"/>
                  <a:pt x="41660" y="27908"/>
                </a:cubicBezTo>
                <a:close/>
                <a:moveTo>
                  <a:pt x="88940" y="45613"/>
                </a:moveTo>
                <a:cubicBezTo>
                  <a:pt x="89237" y="45613"/>
                  <a:pt x="89476" y="45851"/>
                  <a:pt x="89476" y="46149"/>
                </a:cubicBezTo>
                <a:cubicBezTo>
                  <a:pt x="89476" y="46446"/>
                  <a:pt x="89237" y="46684"/>
                  <a:pt x="88940" y="46684"/>
                </a:cubicBezTo>
                <a:cubicBezTo>
                  <a:pt x="88642" y="46684"/>
                  <a:pt x="88404" y="46446"/>
                  <a:pt x="88404" y="46149"/>
                </a:cubicBezTo>
                <a:cubicBezTo>
                  <a:pt x="88404" y="45851"/>
                  <a:pt x="88642" y="45613"/>
                  <a:pt x="88940" y="45613"/>
                </a:cubicBezTo>
                <a:close/>
                <a:moveTo>
                  <a:pt x="16847" y="48030"/>
                </a:moveTo>
                <a:cubicBezTo>
                  <a:pt x="17145" y="48030"/>
                  <a:pt x="17383" y="48268"/>
                  <a:pt x="17383" y="48566"/>
                </a:cubicBezTo>
                <a:cubicBezTo>
                  <a:pt x="17383" y="48863"/>
                  <a:pt x="17145" y="49101"/>
                  <a:pt x="16847" y="49101"/>
                </a:cubicBezTo>
                <a:cubicBezTo>
                  <a:pt x="16550" y="49101"/>
                  <a:pt x="16312" y="48863"/>
                  <a:pt x="16312" y="48566"/>
                </a:cubicBezTo>
                <a:cubicBezTo>
                  <a:pt x="16312" y="48268"/>
                  <a:pt x="16550" y="48030"/>
                  <a:pt x="16847" y="48030"/>
                </a:cubicBezTo>
                <a:close/>
                <a:moveTo>
                  <a:pt x="19776" y="48030"/>
                </a:moveTo>
                <a:cubicBezTo>
                  <a:pt x="20074" y="48030"/>
                  <a:pt x="20312" y="48268"/>
                  <a:pt x="20312" y="48566"/>
                </a:cubicBezTo>
                <a:cubicBezTo>
                  <a:pt x="20312" y="48863"/>
                  <a:pt x="20074" y="49101"/>
                  <a:pt x="19776" y="49101"/>
                </a:cubicBezTo>
                <a:cubicBezTo>
                  <a:pt x="19479" y="49101"/>
                  <a:pt x="19241" y="48863"/>
                  <a:pt x="19241" y="48566"/>
                </a:cubicBezTo>
                <a:cubicBezTo>
                  <a:pt x="19241" y="48268"/>
                  <a:pt x="19479" y="48030"/>
                  <a:pt x="19776" y="48030"/>
                </a:cubicBezTo>
                <a:close/>
                <a:moveTo>
                  <a:pt x="16859" y="47744"/>
                </a:moveTo>
                <a:cubicBezTo>
                  <a:pt x="16419" y="47744"/>
                  <a:pt x="16038" y="48113"/>
                  <a:pt x="16038" y="48566"/>
                </a:cubicBezTo>
                <a:cubicBezTo>
                  <a:pt x="16038" y="49006"/>
                  <a:pt x="16419" y="49375"/>
                  <a:pt x="16859" y="49375"/>
                </a:cubicBezTo>
                <a:cubicBezTo>
                  <a:pt x="17312" y="49375"/>
                  <a:pt x="17681" y="49006"/>
                  <a:pt x="17681" y="48566"/>
                </a:cubicBezTo>
                <a:cubicBezTo>
                  <a:pt x="17681" y="48113"/>
                  <a:pt x="17312" y="47744"/>
                  <a:pt x="16859" y="47744"/>
                </a:cubicBezTo>
                <a:close/>
                <a:moveTo>
                  <a:pt x="19776" y="47744"/>
                </a:moveTo>
                <a:cubicBezTo>
                  <a:pt x="19336" y="47744"/>
                  <a:pt x="18967" y="48113"/>
                  <a:pt x="18967" y="48566"/>
                </a:cubicBezTo>
                <a:cubicBezTo>
                  <a:pt x="18967" y="49006"/>
                  <a:pt x="19336" y="49375"/>
                  <a:pt x="19776" y="49375"/>
                </a:cubicBezTo>
                <a:cubicBezTo>
                  <a:pt x="20229" y="49375"/>
                  <a:pt x="20598" y="49006"/>
                  <a:pt x="20598" y="48566"/>
                </a:cubicBezTo>
                <a:cubicBezTo>
                  <a:pt x="20598" y="48113"/>
                  <a:pt x="20229" y="47744"/>
                  <a:pt x="19776" y="47744"/>
                </a:cubicBezTo>
                <a:close/>
                <a:moveTo>
                  <a:pt x="13942" y="47613"/>
                </a:moveTo>
                <a:cubicBezTo>
                  <a:pt x="13430" y="47613"/>
                  <a:pt x="12990" y="48042"/>
                  <a:pt x="12990" y="48566"/>
                </a:cubicBezTo>
                <a:cubicBezTo>
                  <a:pt x="12990" y="49078"/>
                  <a:pt x="13430" y="49518"/>
                  <a:pt x="13942" y="49518"/>
                </a:cubicBezTo>
                <a:cubicBezTo>
                  <a:pt x="14466" y="49518"/>
                  <a:pt x="14895" y="49078"/>
                  <a:pt x="14895" y="48566"/>
                </a:cubicBezTo>
                <a:cubicBezTo>
                  <a:pt x="14895" y="48042"/>
                  <a:pt x="14466" y="47613"/>
                  <a:pt x="13942" y="47613"/>
                </a:cubicBezTo>
                <a:close/>
                <a:moveTo>
                  <a:pt x="44315" y="32326"/>
                </a:moveTo>
                <a:cubicBezTo>
                  <a:pt x="43875" y="32326"/>
                  <a:pt x="43506" y="32695"/>
                  <a:pt x="43506" y="33147"/>
                </a:cubicBezTo>
                <a:cubicBezTo>
                  <a:pt x="43506" y="33564"/>
                  <a:pt x="43803" y="33897"/>
                  <a:pt x="44172" y="33957"/>
                </a:cubicBezTo>
                <a:lnTo>
                  <a:pt x="44172" y="37469"/>
                </a:lnTo>
                <a:lnTo>
                  <a:pt x="32159" y="49578"/>
                </a:lnTo>
                <a:lnTo>
                  <a:pt x="32373" y="49768"/>
                </a:lnTo>
                <a:lnTo>
                  <a:pt x="44422" y="37624"/>
                </a:lnTo>
                <a:lnTo>
                  <a:pt x="44470" y="37576"/>
                </a:lnTo>
                <a:lnTo>
                  <a:pt x="44470" y="33945"/>
                </a:lnTo>
                <a:cubicBezTo>
                  <a:pt x="44851" y="33873"/>
                  <a:pt x="45137" y="33540"/>
                  <a:pt x="45137" y="33147"/>
                </a:cubicBezTo>
                <a:cubicBezTo>
                  <a:pt x="45137" y="32695"/>
                  <a:pt x="44768" y="32326"/>
                  <a:pt x="44315" y="32326"/>
                </a:cubicBezTo>
                <a:close/>
                <a:moveTo>
                  <a:pt x="50221" y="48899"/>
                </a:moveTo>
                <a:cubicBezTo>
                  <a:pt x="50518" y="48899"/>
                  <a:pt x="50756" y="49137"/>
                  <a:pt x="50756" y="49435"/>
                </a:cubicBezTo>
                <a:cubicBezTo>
                  <a:pt x="50756" y="49732"/>
                  <a:pt x="50518" y="49971"/>
                  <a:pt x="50221" y="49971"/>
                </a:cubicBezTo>
                <a:cubicBezTo>
                  <a:pt x="49923" y="49971"/>
                  <a:pt x="49685" y="49732"/>
                  <a:pt x="49685" y="49435"/>
                </a:cubicBezTo>
                <a:cubicBezTo>
                  <a:pt x="49685" y="49137"/>
                  <a:pt x="49923" y="48899"/>
                  <a:pt x="50221" y="48899"/>
                </a:cubicBezTo>
                <a:close/>
                <a:moveTo>
                  <a:pt x="32385" y="23860"/>
                </a:moveTo>
                <a:cubicBezTo>
                  <a:pt x="31945" y="23860"/>
                  <a:pt x="31564" y="24229"/>
                  <a:pt x="31564" y="24670"/>
                </a:cubicBezTo>
                <a:cubicBezTo>
                  <a:pt x="31564" y="25075"/>
                  <a:pt x="31861" y="25408"/>
                  <a:pt x="32242" y="25479"/>
                </a:cubicBezTo>
                <a:lnTo>
                  <a:pt x="32242" y="32826"/>
                </a:lnTo>
                <a:lnTo>
                  <a:pt x="24217" y="40910"/>
                </a:lnTo>
                <a:lnTo>
                  <a:pt x="24217" y="51578"/>
                </a:lnTo>
                <a:lnTo>
                  <a:pt x="22717" y="53102"/>
                </a:lnTo>
                <a:lnTo>
                  <a:pt x="5775" y="53102"/>
                </a:lnTo>
                <a:lnTo>
                  <a:pt x="5775" y="53376"/>
                </a:lnTo>
                <a:lnTo>
                  <a:pt x="22836" y="53376"/>
                </a:lnTo>
                <a:lnTo>
                  <a:pt x="24503" y="51697"/>
                </a:lnTo>
                <a:lnTo>
                  <a:pt x="24503" y="41029"/>
                </a:lnTo>
                <a:lnTo>
                  <a:pt x="24515" y="41029"/>
                </a:lnTo>
                <a:lnTo>
                  <a:pt x="32492" y="32992"/>
                </a:lnTo>
                <a:lnTo>
                  <a:pt x="32540" y="32945"/>
                </a:lnTo>
                <a:lnTo>
                  <a:pt x="32540" y="25479"/>
                </a:lnTo>
                <a:cubicBezTo>
                  <a:pt x="32921" y="25408"/>
                  <a:pt x="33207" y="25075"/>
                  <a:pt x="33207" y="24670"/>
                </a:cubicBezTo>
                <a:cubicBezTo>
                  <a:pt x="33207" y="24229"/>
                  <a:pt x="32838" y="23860"/>
                  <a:pt x="32385" y="23860"/>
                </a:cubicBezTo>
                <a:close/>
                <a:moveTo>
                  <a:pt x="34647" y="23860"/>
                </a:moveTo>
                <a:cubicBezTo>
                  <a:pt x="34207" y="23860"/>
                  <a:pt x="33826" y="24229"/>
                  <a:pt x="33826" y="24670"/>
                </a:cubicBezTo>
                <a:cubicBezTo>
                  <a:pt x="33826" y="25075"/>
                  <a:pt x="34123" y="25408"/>
                  <a:pt x="34504" y="25479"/>
                </a:cubicBezTo>
                <a:lnTo>
                  <a:pt x="34504" y="33564"/>
                </a:lnTo>
                <a:lnTo>
                  <a:pt x="26492" y="41624"/>
                </a:lnTo>
                <a:lnTo>
                  <a:pt x="26492" y="52316"/>
                </a:lnTo>
                <a:lnTo>
                  <a:pt x="23455" y="55364"/>
                </a:lnTo>
                <a:lnTo>
                  <a:pt x="5775" y="55364"/>
                </a:lnTo>
                <a:lnTo>
                  <a:pt x="5775" y="55650"/>
                </a:lnTo>
                <a:lnTo>
                  <a:pt x="23574" y="55650"/>
                </a:lnTo>
                <a:lnTo>
                  <a:pt x="26777" y="52411"/>
                </a:lnTo>
                <a:lnTo>
                  <a:pt x="26777" y="41743"/>
                </a:lnTo>
                <a:lnTo>
                  <a:pt x="34754" y="33707"/>
                </a:lnTo>
                <a:lnTo>
                  <a:pt x="34802" y="33659"/>
                </a:lnTo>
                <a:lnTo>
                  <a:pt x="34802" y="25479"/>
                </a:lnTo>
                <a:cubicBezTo>
                  <a:pt x="35183" y="25408"/>
                  <a:pt x="35469" y="25075"/>
                  <a:pt x="35469" y="24670"/>
                </a:cubicBezTo>
                <a:cubicBezTo>
                  <a:pt x="35469" y="24229"/>
                  <a:pt x="35100" y="23860"/>
                  <a:pt x="34647" y="23860"/>
                </a:cubicBezTo>
                <a:close/>
                <a:moveTo>
                  <a:pt x="141434" y="40148"/>
                </a:moveTo>
                <a:cubicBezTo>
                  <a:pt x="140911" y="40148"/>
                  <a:pt x="140482" y="40553"/>
                  <a:pt x="140482" y="41089"/>
                </a:cubicBezTo>
                <a:cubicBezTo>
                  <a:pt x="140482" y="41398"/>
                  <a:pt x="140625" y="41672"/>
                  <a:pt x="140863" y="41851"/>
                </a:cubicBezTo>
                <a:lnTo>
                  <a:pt x="140863" y="48589"/>
                </a:lnTo>
                <a:lnTo>
                  <a:pt x="151329" y="58710"/>
                </a:lnTo>
                <a:lnTo>
                  <a:pt x="152114" y="57888"/>
                </a:lnTo>
                <a:lnTo>
                  <a:pt x="141994" y="48113"/>
                </a:lnTo>
                <a:lnTo>
                  <a:pt x="141994" y="41862"/>
                </a:lnTo>
                <a:cubicBezTo>
                  <a:pt x="142232" y="41684"/>
                  <a:pt x="142387" y="41422"/>
                  <a:pt x="142387" y="41100"/>
                </a:cubicBezTo>
                <a:cubicBezTo>
                  <a:pt x="142387" y="40588"/>
                  <a:pt x="141946" y="40148"/>
                  <a:pt x="141434" y="40148"/>
                </a:cubicBezTo>
                <a:close/>
                <a:moveTo>
                  <a:pt x="139172" y="43767"/>
                </a:moveTo>
                <a:cubicBezTo>
                  <a:pt x="138720" y="43767"/>
                  <a:pt x="138351" y="44136"/>
                  <a:pt x="138351" y="44589"/>
                </a:cubicBezTo>
                <a:cubicBezTo>
                  <a:pt x="138351" y="44994"/>
                  <a:pt x="138648" y="45315"/>
                  <a:pt x="139017" y="45387"/>
                </a:cubicBezTo>
                <a:lnTo>
                  <a:pt x="139017" y="49113"/>
                </a:lnTo>
                <a:lnTo>
                  <a:pt x="151364" y="61436"/>
                </a:lnTo>
                <a:lnTo>
                  <a:pt x="151555" y="61222"/>
                </a:lnTo>
                <a:lnTo>
                  <a:pt x="139291" y="48994"/>
                </a:lnTo>
                <a:lnTo>
                  <a:pt x="139291" y="45387"/>
                </a:lnTo>
                <a:lnTo>
                  <a:pt x="139315" y="45387"/>
                </a:lnTo>
                <a:cubicBezTo>
                  <a:pt x="139708" y="45315"/>
                  <a:pt x="139994" y="44994"/>
                  <a:pt x="139994" y="44589"/>
                </a:cubicBezTo>
                <a:cubicBezTo>
                  <a:pt x="139994" y="44136"/>
                  <a:pt x="139613" y="43767"/>
                  <a:pt x="139172" y="43767"/>
                </a:cubicBezTo>
                <a:close/>
                <a:moveTo>
                  <a:pt x="37445" y="61758"/>
                </a:moveTo>
                <a:cubicBezTo>
                  <a:pt x="37743" y="61758"/>
                  <a:pt x="37981" y="61996"/>
                  <a:pt x="37981" y="62293"/>
                </a:cubicBezTo>
                <a:cubicBezTo>
                  <a:pt x="37981" y="62591"/>
                  <a:pt x="37743" y="62829"/>
                  <a:pt x="37445" y="62829"/>
                </a:cubicBezTo>
                <a:cubicBezTo>
                  <a:pt x="37148" y="62829"/>
                  <a:pt x="36909" y="62591"/>
                  <a:pt x="36909" y="62293"/>
                </a:cubicBezTo>
                <a:cubicBezTo>
                  <a:pt x="36909" y="61996"/>
                  <a:pt x="37148" y="61758"/>
                  <a:pt x="37445" y="61758"/>
                </a:cubicBezTo>
                <a:close/>
                <a:moveTo>
                  <a:pt x="115907" y="33695"/>
                </a:moveTo>
                <a:cubicBezTo>
                  <a:pt x="115443" y="33695"/>
                  <a:pt x="115086" y="34052"/>
                  <a:pt x="115086" y="34516"/>
                </a:cubicBezTo>
                <a:cubicBezTo>
                  <a:pt x="115086" y="34957"/>
                  <a:pt x="115467" y="35326"/>
                  <a:pt x="115907" y="35326"/>
                </a:cubicBezTo>
                <a:cubicBezTo>
                  <a:pt x="116086" y="35326"/>
                  <a:pt x="116253" y="35266"/>
                  <a:pt x="116372" y="35183"/>
                </a:cubicBezTo>
                <a:lnTo>
                  <a:pt x="126742" y="45541"/>
                </a:lnTo>
                <a:lnTo>
                  <a:pt x="126790" y="45589"/>
                </a:lnTo>
                <a:lnTo>
                  <a:pt x="135053" y="45589"/>
                </a:lnTo>
                <a:lnTo>
                  <a:pt x="136791" y="47315"/>
                </a:lnTo>
                <a:lnTo>
                  <a:pt x="136791" y="49828"/>
                </a:lnTo>
                <a:lnTo>
                  <a:pt x="150412" y="63413"/>
                </a:lnTo>
                <a:lnTo>
                  <a:pt x="150602" y="63210"/>
                </a:lnTo>
                <a:lnTo>
                  <a:pt x="137065" y="49709"/>
                </a:lnTo>
                <a:lnTo>
                  <a:pt x="137065" y="47196"/>
                </a:lnTo>
                <a:lnTo>
                  <a:pt x="135160" y="45291"/>
                </a:lnTo>
                <a:lnTo>
                  <a:pt x="126909" y="45291"/>
                </a:lnTo>
                <a:lnTo>
                  <a:pt x="116574" y="34969"/>
                </a:lnTo>
                <a:cubicBezTo>
                  <a:pt x="116669" y="34838"/>
                  <a:pt x="116729" y="34671"/>
                  <a:pt x="116729" y="34516"/>
                </a:cubicBezTo>
                <a:cubicBezTo>
                  <a:pt x="116729" y="34064"/>
                  <a:pt x="116348" y="33695"/>
                  <a:pt x="115907" y="33695"/>
                </a:cubicBezTo>
                <a:close/>
                <a:moveTo>
                  <a:pt x="35231" y="64008"/>
                </a:moveTo>
                <a:cubicBezTo>
                  <a:pt x="35528" y="64008"/>
                  <a:pt x="35766" y="64246"/>
                  <a:pt x="35766" y="64544"/>
                </a:cubicBezTo>
                <a:cubicBezTo>
                  <a:pt x="35766" y="64841"/>
                  <a:pt x="35528" y="65080"/>
                  <a:pt x="35231" y="65080"/>
                </a:cubicBezTo>
                <a:cubicBezTo>
                  <a:pt x="34933" y="65068"/>
                  <a:pt x="34695" y="64830"/>
                  <a:pt x="34695" y="64544"/>
                </a:cubicBezTo>
                <a:cubicBezTo>
                  <a:pt x="34695" y="64246"/>
                  <a:pt x="34933" y="64008"/>
                  <a:pt x="35231" y="64008"/>
                </a:cubicBezTo>
                <a:close/>
                <a:moveTo>
                  <a:pt x="36898" y="23872"/>
                </a:moveTo>
                <a:cubicBezTo>
                  <a:pt x="36445" y="23872"/>
                  <a:pt x="36076" y="24241"/>
                  <a:pt x="36076" y="24694"/>
                </a:cubicBezTo>
                <a:cubicBezTo>
                  <a:pt x="36076" y="25087"/>
                  <a:pt x="36374" y="25420"/>
                  <a:pt x="36743" y="25491"/>
                </a:cubicBezTo>
                <a:lnTo>
                  <a:pt x="36731" y="34254"/>
                </a:lnTo>
                <a:lnTo>
                  <a:pt x="28730" y="42339"/>
                </a:lnTo>
                <a:lnTo>
                  <a:pt x="28730" y="53007"/>
                </a:lnTo>
                <a:lnTo>
                  <a:pt x="24158" y="57626"/>
                </a:lnTo>
                <a:lnTo>
                  <a:pt x="13061" y="57626"/>
                </a:lnTo>
                <a:lnTo>
                  <a:pt x="5834" y="64901"/>
                </a:lnTo>
                <a:lnTo>
                  <a:pt x="6037" y="65091"/>
                </a:lnTo>
                <a:lnTo>
                  <a:pt x="13180" y="57888"/>
                </a:lnTo>
                <a:lnTo>
                  <a:pt x="24277" y="57888"/>
                </a:lnTo>
                <a:lnTo>
                  <a:pt x="24277" y="57912"/>
                </a:lnTo>
                <a:lnTo>
                  <a:pt x="29004" y="53126"/>
                </a:lnTo>
                <a:lnTo>
                  <a:pt x="29004" y="42458"/>
                </a:lnTo>
                <a:lnTo>
                  <a:pt x="37029" y="34373"/>
                </a:lnTo>
                <a:lnTo>
                  <a:pt x="37040" y="25491"/>
                </a:lnTo>
                <a:cubicBezTo>
                  <a:pt x="37433" y="25420"/>
                  <a:pt x="37719" y="25087"/>
                  <a:pt x="37719" y="24694"/>
                </a:cubicBezTo>
                <a:cubicBezTo>
                  <a:pt x="37719" y="24241"/>
                  <a:pt x="37338" y="23872"/>
                  <a:pt x="36898" y="23872"/>
                </a:cubicBezTo>
                <a:close/>
                <a:moveTo>
                  <a:pt x="68997" y="64734"/>
                </a:moveTo>
                <a:cubicBezTo>
                  <a:pt x="69294" y="64734"/>
                  <a:pt x="69533" y="64972"/>
                  <a:pt x="69533" y="65270"/>
                </a:cubicBezTo>
                <a:cubicBezTo>
                  <a:pt x="69533" y="65568"/>
                  <a:pt x="69294" y="65806"/>
                  <a:pt x="68997" y="65806"/>
                </a:cubicBezTo>
                <a:cubicBezTo>
                  <a:pt x="68699" y="65806"/>
                  <a:pt x="68461" y="65568"/>
                  <a:pt x="68461" y="65270"/>
                </a:cubicBezTo>
                <a:cubicBezTo>
                  <a:pt x="68461" y="64972"/>
                  <a:pt x="68699" y="64734"/>
                  <a:pt x="68997" y="64734"/>
                </a:cubicBezTo>
                <a:close/>
                <a:moveTo>
                  <a:pt x="115134" y="65246"/>
                </a:moveTo>
                <a:cubicBezTo>
                  <a:pt x="115431" y="65246"/>
                  <a:pt x="115669" y="65484"/>
                  <a:pt x="115669" y="65782"/>
                </a:cubicBezTo>
                <a:cubicBezTo>
                  <a:pt x="115669" y="66080"/>
                  <a:pt x="115431" y="66318"/>
                  <a:pt x="115134" y="66318"/>
                </a:cubicBezTo>
                <a:cubicBezTo>
                  <a:pt x="114836" y="66318"/>
                  <a:pt x="114598" y="66080"/>
                  <a:pt x="114598" y="65782"/>
                </a:cubicBezTo>
                <a:cubicBezTo>
                  <a:pt x="114598" y="65484"/>
                  <a:pt x="114836" y="65246"/>
                  <a:pt x="115134" y="65246"/>
                </a:cubicBezTo>
                <a:close/>
                <a:moveTo>
                  <a:pt x="115134" y="64960"/>
                </a:moveTo>
                <a:cubicBezTo>
                  <a:pt x="114681" y="64960"/>
                  <a:pt x="114312" y="65330"/>
                  <a:pt x="114312" y="65782"/>
                </a:cubicBezTo>
                <a:cubicBezTo>
                  <a:pt x="114312" y="66223"/>
                  <a:pt x="114681" y="66604"/>
                  <a:pt x="115134" y="66604"/>
                </a:cubicBezTo>
                <a:cubicBezTo>
                  <a:pt x="115574" y="66604"/>
                  <a:pt x="115955" y="66246"/>
                  <a:pt x="115955" y="65782"/>
                </a:cubicBezTo>
                <a:cubicBezTo>
                  <a:pt x="115955" y="65330"/>
                  <a:pt x="115574" y="64960"/>
                  <a:pt x="115134" y="64960"/>
                </a:cubicBezTo>
                <a:close/>
                <a:moveTo>
                  <a:pt x="102525" y="65901"/>
                </a:moveTo>
                <a:cubicBezTo>
                  <a:pt x="102822" y="65901"/>
                  <a:pt x="103061" y="66139"/>
                  <a:pt x="103061" y="66437"/>
                </a:cubicBezTo>
                <a:cubicBezTo>
                  <a:pt x="103061" y="66735"/>
                  <a:pt x="102822" y="66973"/>
                  <a:pt x="102525" y="66973"/>
                </a:cubicBezTo>
                <a:cubicBezTo>
                  <a:pt x="102227" y="66973"/>
                  <a:pt x="101989" y="66735"/>
                  <a:pt x="101989" y="66437"/>
                </a:cubicBezTo>
                <a:cubicBezTo>
                  <a:pt x="101989" y="66139"/>
                  <a:pt x="102227" y="65901"/>
                  <a:pt x="102525" y="65901"/>
                </a:cubicBezTo>
                <a:close/>
                <a:moveTo>
                  <a:pt x="105442" y="65901"/>
                </a:moveTo>
                <a:cubicBezTo>
                  <a:pt x="105740" y="65901"/>
                  <a:pt x="105978" y="66139"/>
                  <a:pt x="105978" y="66437"/>
                </a:cubicBezTo>
                <a:cubicBezTo>
                  <a:pt x="105966" y="66735"/>
                  <a:pt x="105728" y="66973"/>
                  <a:pt x="105442" y="66973"/>
                </a:cubicBezTo>
                <a:cubicBezTo>
                  <a:pt x="105144" y="66973"/>
                  <a:pt x="104906" y="66735"/>
                  <a:pt x="104906" y="66437"/>
                </a:cubicBezTo>
                <a:cubicBezTo>
                  <a:pt x="104906" y="66139"/>
                  <a:pt x="105144" y="65901"/>
                  <a:pt x="105442" y="65901"/>
                </a:cubicBezTo>
                <a:close/>
                <a:moveTo>
                  <a:pt x="32957" y="66306"/>
                </a:moveTo>
                <a:cubicBezTo>
                  <a:pt x="33254" y="66306"/>
                  <a:pt x="33492" y="66544"/>
                  <a:pt x="33492" y="66842"/>
                </a:cubicBezTo>
                <a:cubicBezTo>
                  <a:pt x="33492" y="67139"/>
                  <a:pt x="33254" y="67377"/>
                  <a:pt x="32957" y="67377"/>
                </a:cubicBezTo>
                <a:cubicBezTo>
                  <a:pt x="32659" y="67377"/>
                  <a:pt x="32409" y="67139"/>
                  <a:pt x="32409" y="66842"/>
                </a:cubicBezTo>
                <a:cubicBezTo>
                  <a:pt x="32409" y="66544"/>
                  <a:pt x="32659" y="66306"/>
                  <a:pt x="32957" y="66306"/>
                </a:cubicBezTo>
                <a:close/>
                <a:moveTo>
                  <a:pt x="68997" y="67449"/>
                </a:moveTo>
                <a:cubicBezTo>
                  <a:pt x="69294" y="67449"/>
                  <a:pt x="69533" y="67687"/>
                  <a:pt x="69533" y="67985"/>
                </a:cubicBezTo>
                <a:cubicBezTo>
                  <a:pt x="69533" y="68282"/>
                  <a:pt x="69294" y="68520"/>
                  <a:pt x="68997" y="68520"/>
                </a:cubicBezTo>
                <a:cubicBezTo>
                  <a:pt x="68699" y="68520"/>
                  <a:pt x="68461" y="68282"/>
                  <a:pt x="68461" y="67985"/>
                </a:cubicBezTo>
                <a:cubicBezTo>
                  <a:pt x="68461" y="67687"/>
                  <a:pt x="68699" y="67449"/>
                  <a:pt x="68997" y="67449"/>
                </a:cubicBezTo>
                <a:close/>
                <a:moveTo>
                  <a:pt x="117392" y="67519"/>
                </a:moveTo>
                <a:cubicBezTo>
                  <a:pt x="117530" y="67519"/>
                  <a:pt x="117665" y="67566"/>
                  <a:pt x="117765" y="67675"/>
                </a:cubicBezTo>
                <a:cubicBezTo>
                  <a:pt x="117872" y="67770"/>
                  <a:pt x="117920" y="67913"/>
                  <a:pt x="117920" y="68044"/>
                </a:cubicBezTo>
                <a:cubicBezTo>
                  <a:pt x="117920" y="68092"/>
                  <a:pt x="117920" y="68128"/>
                  <a:pt x="117908" y="68175"/>
                </a:cubicBezTo>
                <a:cubicBezTo>
                  <a:pt x="117860" y="68354"/>
                  <a:pt x="117705" y="68520"/>
                  <a:pt x="117515" y="68568"/>
                </a:cubicBezTo>
                <a:cubicBezTo>
                  <a:pt x="117470" y="68577"/>
                  <a:pt x="117426" y="68581"/>
                  <a:pt x="117382" y="68581"/>
                </a:cubicBezTo>
                <a:cubicBezTo>
                  <a:pt x="117243" y="68581"/>
                  <a:pt x="117115" y="68534"/>
                  <a:pt x="117015" y="68425"/>
                </a:cubicBezTo>
                <a:cubicBezTo>
                  <a:pt x="116872" y="68294"/>
                  <a:pt x="116836" y="68104"/>
                  <a:pt x="116872" y="67925"/>
                </a:cubicBezTo>
                <a:cubicBezTo>
                  <a:pt x="116919" y="67747"/>
                  <a:pt x="117062" y="67580"/>
                  <a:pt x="117265" y="67532"/>
                </a:cubicBezTo>
                <a:cubicBezTo>
                  <a:pt x="117307" y="67524"/>
                  <a:pt x="117350" y="67519"/>
                  <a:pt x="117392" y="67519"/>
                </a:cubicBezTo>
                <a:close/>
                <a:moveTo>
                  <a:pt x="117403" y="67226"/>
                </a:moveTo>
                <a:cubicBezTo>
                  <a:pt x="117330" y="67226"/>
                  <a:pt x="117256" y="67237"/>
                  <a:pt x="117181" y="67258"/>
                </a:cubicBezTo>
                <a:cubicBezTo>
                  <a:pt x="116908" y="67330"/>
                  <a:pt x="116669" y="67556"/>
                  <a:pt x="116598" y="67854"/>
                </a:cubicBezTo>
                <a:cubicBezTo>
                  <a:pt x="116574" y="67901"/>
                  <a:pt x="116562" y="67985"/>
                  <a:pt x="116562" y="68044"/>
                </a:cubicBezTo>
                <a:cubicBezTo>
                  <a:pt x="116562" y="68270"/>
                  <a:pt x="116658" y="68461"/>
                  <a:pt x="116800" y="68628"/>
                </a:cubicBezTo>
                <a:cubicBezTo>
                  <a:pt x="116961" y="68779"/>
                  <a:pt x="117154" y="68857"/>
                  <a:pt x="117361" y="68857"/>
                </a:cubicBezTo>
                <a:cubicBezTo>
                  <a:pt x="117431" y="68857"/>
                  <a:pt x="117502" y="68848"/>
                  <a:pt x="117574" y="68830"/>
                </a:cubicBezTo>
                <a:cubicBezTo>
                  <a:pt x="117860" y="68759"/>
                  <a:pt x="118098" y="68532"/>
                  <a:pt x="118170" y="68235"/>
                </a:cubicBezTo>
                <a:cubicBezTo>
                  <a:pt x="118241" y="67949"/>
                  <a:pt x="118158" y="67651"/>
                  <a:pt x="117955" y="67461"/>
                </a:cubicBezTo>
                <a:cubicBezTo>
                  <a:pt x="117805" y="67311"/>
                  <a:pt x="117610" y="67226"/>
                  <a:pt x="117403" y="67226"/>
                </a:cubicBezTo>
                <a:close/>
                <a:moveTo>
                  <a:pt x="104668" y="29420"/>
                </a:moveTo>
                <a:cubicBezTo>
                  <a:pt x="104156" y="29420"/>
                  <a:pt x="103704" y="29849"/>
                  <a:pt x="103704" y="30373"/>
                </a:cubicBezTo>
                <a:cubicBezTo>
                  <a:pt x="103704" y="30897"/>
                  <a:pt x="104132" y="31325"/>
                  <a:pt x="104656" y="31325"/>
                </a:cubicBezTo>
                <a:cubicBezTo>
                  <a:pt x="104704" y="31325"/>
                  <a:pt x="104751" y="31325"/>
                  <a:pt x="104787" y="31313"/>
                </a:cubicBezTo>
                <a:lnTo>
                  <a:pt x="123682" y="50054"/>
                </a:lnTo>
                <a:lnTo>
                  <a:pt x="130135" y="50054"/>
                </a:lnTo>
                <a:lnTo>
                  <a:pt x="150781" y="70533"/>
                </a:lnTo>
                <a:lnTo>
                  <a:pt x="151579" y="69723"/>
                </a:lnTo>
                <a:lnTo>
                  <a:pt x="130612" y="48923"/>
                </a:lnTo>
                <a:lnTo>
                  <a:pt x="124158" y="48923"/>
                </a:lnTo>
                <a:lnTo>
                  <a:pt x="105609" y="30504"/>
                </a:lnTo>
                <a:cubicBezTo>
                  <a:pt x="105609" y="30468"/>
                  <a:pt x="105620" y="30421"/>
                  <a:pt x="105620" y="30373"/>
                </a:cubicBezTo>
                <a:cubicBezTo>
                  <a:pt x="105620" y="29849"/>
                  <a:pt x="105192" y="29420"/>
                  <a:pt x="104668" y="29420"/>
                </a:cubicBezTo>
                <a:close/>
                <a:moveTo>
                  <a:pt x="76950" y="69854"/>
                </a:moveTo>
                <a:cubicBezTo>
                  <a:pt x="77248" y="69854"/>
                  <a:pt x="77486" y="70092"/>
                  <a:pt x="77486" y="70390"/>
                </a:cubicBezTo>
                <a:cubicBezTo>
                  <a:pt x="77486" y="70687"/>
                  <a:pt x="77248" y="70926"/>
                  <a:pt x="76950" y="70926"/>
                </a:cubicBezTo>
                <a:cubicBezTo>
                  <a:pt x="76653" y="70914"/>
                  <a:pt x="76414" y="70675"/>
                  <a:pt x="76414" y="70390"/>
                </a:cubicBezTo>
                <a:cubicBezTo>
                  <a:pt x="76414" y="70092"/>
                  <a:pt x="76653" y="69854"/>
                  <a:pt x="76950" y="69854"/>
                </a:cubicBezTo>
                <a:close/>
                <a:moveTo>
                  <a:pt x="119646" y="69366"/>
                </a:moveTo>
                <a:cubicBezTo>
                  <a:pt x="119122" y="69366"/>
                  <a:pt x="118694" y="69794"/>
                  <a:pt x="118694" y="70318"/>
                </a:cubicBezTo>
                <a:cubicBezTo>
                  <a:pt x="118694" y="70842"/>
                  <a:pt x="119122" y="71271"/>
                  <a:pt x="119646" y="71271"/>
                </a:cubicBezTo>
                <a:cubicBezTo>
                  <a:pt x="120170" y="71271"/>
                  <a:pt x="120599" y="70842"/>
                  <a:pt x="120599" y="70318"/>
                </a:cubicBezTo>
                <a:cubicBezTo>
                  <a:pt x="120599" y="69794"/>
                  <a:pt x="120170" y="69366"/>
                  <a:pt x="119646" y="69366"/>
                </a:cubicBezTo>
                <a:close/>
                <a:moveTo>
                  <a:pt x="50578" y="11811"/>
                </a:moveTo>
                <a:cubicBezTo>
                  <a:pt x="50054" y="11811"/>
                  <a:pt x="49625" y="12252"/>
                  <a:pt x="49625" y="12764"/>
                </a:cubicBezTo>
                <a:cubicBezTo>
                  <a:pt x="49625" y="13085"/>
                  <a:pt x="49768" y="13347"/>
                  <a:pt x="50006" y="13526"/>
                </a:cubicBezTo>
                <a:lnTo>
                  <a:pt x="50006" y="41505"/>
                </a:lnTo>
                <a:lnTo>
                  <a:pt x="30694" y="60984"/>
                </a:lnTo>
                <a:lnTo>
                  <a:pt x="14109" y="60984"/>
                </a:lnTo>
                <a:lnTo>
                  <a:pt x="3572" y="71616"/>
                </a:lnTo>
                <a:lnTo>
                  <a:pt x="4370" y="72414"/>
                </a:lnTo>
                <a:lnTo>
                  <a:pt x="14585" y="62139"/>
                </a:lnTo>
                <a:lnTo>
                  <a:pt x="31147" y="62139"/>
                </a:lnTo>
                <a:lnTo>
                  <a:pt x="31147" y="62115"/>
                </a:lnTo>
                <a:lnTo>
                  <a:pt x="51137" y="41981"/>
                </a:lnTo>
                <a:lnTo>
                  <a:pt x="51137" y="13526"/>
                </a:lnTo>
                <a:cubicBezTo>
                  <a:pt x="51376" y="13347"/>
                  <a:pt x="51530" y="13085"/>
                  <a:pt x="51530" y="12764"/>
                </a:cubicBezTo>
                <a:cubicBezTo>
                  <a:pt x="51530" y="12252"/>
                  <a:pt x="51090" y="11811"/>
                  <a:pt x="50578" y="11811"/>
                </a:cubicBezTo>
                <a:close/>
                <a:moveTo>
                  <a:pt x="29004" y="72259"/>
                </a:moveTo>
                <a:cubicBezTo>
                  <a:pt x="29301" y="72259"/>
                  <a:pt x="29540" y="72497"/>
                  <a:pt x="29540" y="72795"/>
                </a:cubicBezTo>
                <a:cubicBezTo>
                  <a:pt x="29540" y="73092"/>
                  <a:pt x="29301" y="73331"/>
                  <a:pt x="29004" y="73331"/>
                </a:cubicBezTo>
                <a:cubicBezTo>
                  <a:pt x="28706" y="73331"/>
                  <a:pt x="28468" y="73092"/>
                  <a:pt x="28468" y="72795"/>
                </a:cubicBezTo>
                <a:cubicBezTo>
                  <a:pt x="28492" y="72497"/>
                  <a:pt x="28730" y="72259"/>
                  <a:pt x="29004" y="72259"/>
                </a:cubicBezTo>
                <a:close/>
                <a:moveTo>
                  <a:pt x="29004" y="75771"/>
                </a:moveTo>
                <a:cubicBezTo>
                  <a:pt x="29301" y="75771"/>
                  <a:pt x="29540" y="76009"/>
                  <a:pt x="29540" y="76307"/>
                </a:cubicBezTo>
                <a:cubicBezTo>
                  <a:pt x="29540" y="76605"/>
                  <a:pt x="29301" y="76843"/>
                  <a:pt x="29004" y="76843"/>
                </a:cubicBezTo>
                <a:cubicBezTo>
                  <a:pt x="28706" y="76843"/>
                  <a:pt x="28468" y="76605"/>
                  <a:pt x="28468" y="76307"/>
                </a:cubicBezTo>
                <a:cubicBezTo>
                  <a:pt x="28492" y="76009"/>
                  <a:pt x="28730" y="75771"/>
                  <a:pt x="29004" y="75771"/>
                </a:cubicBezTo>
                <a:close/>
                <a:moveTo>
                  <a:pt x="123730" y="55185"/>
                </a:moveTo>
                <a:lnTo>
                  <a:pt x="123539" y="55388"/>
                </a:lnTo>
                <a:lnTo>
                  <a:pt x="140291" y="72104"/>
                </a:lnTo>
                <a:lnTo>
                  <a:pt x="140327" y="72152"/>
                </a:lnTo>
                <a:lnTo>
                  <a:pt x="144590" y="72152"/>
                </a:lnTo>
                <a:lnTo>
                  <a:pt x="149900" y="77462"/>
                </a:lnTo>
                <a:lnTo>
                  <a:pt x="150090" y="77260"/>
                </a:lnTo>
                <a:lnTo>
                  <a:pt x="144732" y="71902"/>
                </a:lnTo>
                <a:lnTo>
                  <a:pt x="144685" y="71854"/>
                </a:lnTo>
                <a:lnTo>
                  <a:pt x="140434" y="71854"/>
                </a:lnTo>
                <a:lnTo>
                  <a:pt x="123730" y="55185"/>
                </a:lnTo>
                <a:close/>
                <a:moveTo>
                  <a:pt x="124325" y="77486"/>
                </a:moveTo>
                <a:cubicBezTo>
                  <a:pt x="124623" y="77486"/>
                  <a:pt x="124861" y="77724"/>
                  <a:pt x="124861" y="78022"/>
                </a:cubicBezTo>
                <a:cubicBezTo>
                  <a:pt x="124861" y="78319"/>
                  <a:pt x="124623" y="78569"/>
                  <a:pt x="124325" y="78569"/>
                </a:cubicBezTo>
                <a:cubicBezTo>
                  <a:pt x="124039" y="78569"/>
                  <a:pt x="123801" y="78319"/>
                  <a:pt x="123801" y="78022"/>
                </a:cubicBezTo>
                <a:cubicBezTo>
                  <a:pt x="123801" y="77724"/>
                  <a:pt x="124028" y="77486"/>
                  <a:pt x="124325" y="77486"/>
                </a:cubicBezTo>
                <a:close/>
                <a:moveTo>
                  <a:pt x="82725" y="79141"/>
                </a:moveTo>
                <a:cubicBezTo>
                  <a:pt x="83022" y="79141"/>
                  <a:pt x="83261" y="79379"/>
                  <a:pt x="83261" y="79677"/>
                </a:cubicBezTo>
                <a:cubicBezTo>
                  <a:pt x="83261" y="79974"/>
                  <a:pt x="83022" y="80212"/>
                  <a:pt x="82725" y="80212"/>
                </a:cubicBezTo>
                <a:cubicBezTo>
                  <a:pt x="82427" y="80212"/>
                  <a:pt x="82189" y="79974"/>
                  <a:pt x="82189" y="79677"/>
                </a:cubicBezTo>
                <a:cubicBezTo>
                  <a:pt x="82189" y="79379"/>
                  <a:pt x="82427" y="79141"/>
                  <a:pt x="82725" y="79141"/>
                </a:cubicBezTo>
                <a:close/>
                <a:moveTo>
                  <a:pt x="68997" y="67163"/>
                </a:moveTo>
                <a:cubicBezTo>
                  <a:pt x="68556" y="67163"/>
                  <a:pt x="68175" y="67532"/>
                  <a:pt x="68175" y="67985"/>
                </a:cubicBezTo>
                <a:cubicBezTo>
                  <a:pt x="68175" y="68163"/>
                  <a:pt x="68235" y="68342"/>
                  <a:pt x="68342" y="68473"/>
                </a:cubicBezTo>
                <a:lnTo>
                  <a:pt x="65354" y="71699"/>
                </a:lnTo>
                <a:lnTo>
                  <a:pt x="65354" y="85094"/>
                </a:lnTo>
                <a:lnTo>
                  <a:pt x="65639" y="85094"/>
                </a:lnTo>
                <a:lnTo>
                  <a:pt x="65639" y="71807"/>
                </a:lnTo>
                <a:lnTo>
                  <a:pt x="68556" y="68663"/>
                </a:lnTo>
                <a:cubicBezTo>
                  <a:pt x="68687" y="68759"/>
                  <a:pt x="68830" y="68794"/>
                  <a:pt x="68997" y="68794"/>
                </a:cubicBezTo>
                <a:cubicBezTo>
                  <a:pt x="69004" y="68794"/>
                  <a:pt x="69011" y="68795"/>
                  <a:pt x="69019" y="68795"/>
                </a:cubicBezTo>
                <a:cubicBezTo>
                  <a:pt x="69461" y="68795"/>
                  <a:pt x="69818" y="68441"/>
                  <a:pt x="69818" y="67985"/>
                </a:cubicBezTo>
                <a:cubicBezTo>
                  <a:pt x="69818" y="67532"/>
                  <a:pt x="69449" y="67163"/>
                  <a:pt x="68997" y="67163"/>
                </a:cubicBezTo>
                <a:close/>
                <a:moveTo>
                  <a:pt x="70914" y="18931"/>
                </a:moveTo>
                <a:cubicBezTo>
                  <a:pt x="70473" y="18931"/>
                  <a:pt x="70104" y="19300"/>
                  <a:pt x="70104" y="19741"/>
                </a:cubicBezTo>
                <a:cubicBezTo>
                  <a:pt x="70104" y="20145"/>
                  <a:pt x="70402" y="20479"/>
                  <a:pt x="70771" y="20550"/>
                </a:cubicBezTo>
                <a:lnTo>
                  <a:pt x="70771" y="35790"/>
                </a:lnTo>
                <a:lnTo>
                  <a:pt x="68854" y="37731"/>
                </a:lnTo>
                <a:lnTo>
                  <a:pt x="68854" y="62258"/>
                </a:lnTo>
                <a:lnTo>
                  <a:pt x="60877" y="70247"/>
                </a:lnTo>
                <a:lnTo>
                  <a:pt x="60829" y="70294"/>
                </a:lnTo>
                <a:lnTo>
                  <a:pt x="60829" y="85118"/>
                </a:lnTo>
                <a:lnTo>
                  <a:pt x="61115" y="85118"/>
                </a:lnTo>
                <a:lnTo>
                  <a:pt x="61115" y="70414"/>
                </a:lnTo>
                <a:lnTo>
                  <a:pt x="69092" y="62413"/>
                </a:lnTo>
                <a:lnTo>
                  <a:pt x="69152" y="62353"/>
                </a:lnTo>
                <a:lnTo>
                  <a:pt x="69152" y="37850"/>
                </a:lnTo>
                <a:lnTo>
                  <a:pt x="71069" y="35909"/>
                </a:lnTo>
                <a:lnTo>
                  <a:pt x="71069" y="20550"/>
                </a:lnTo>
                <a:cubicBezTo>
                  <a:pt x="71450" y="20479"/>
                  <a:pt x="71735" y="20145"/>
                  <a:pt x="71735" y="19741"/>
                </a:cubicBezTo>
                <a:cubicBezTo>
                  <a:pt x="71735" y="19300"/>
                  <a:pt x="71366" y="18931"/>
                  <a:pt x="70914" y="18931"/>
                </a:cubicBezTo>
                <a:close/>
                <a:moveTo>
                  <a:pt x="68997" y="64460"/>
                </a:moveTo>
                <a:cubicBezTo>
                  <a:pt x="68556" y="64460"/>
                  <a:pt x="68175" y="64830"/>
                  <a:pt x="68175" y="65270"/>
                </a:cubicBezTo>
                <a:cubicBezTo>
                  <a:pt x="68175" y="65449"/>
                  <a:pt x="68235" y="65615"/>
                  <a:pt x="68330" y="65734"/>
                </a:cubicBezTo>
                <a:lnTo>
                  <a:pt x="63103" y="71009"/>
                </a:lnTo>
                <a:lnTo>
                  <a:pt x="63103" y="85118"/>
                </a:lnTo>
                <a:lnTo>
                  <a:pt x="63389" y="85118"/>
                </a:lnTo>
                <a:lnTo>
                  <a:pt x="63389" y="71128"/>
                </a:lnTo>
                <a:lnTo>
                  <a:pt x="68532" y="65961"/>
                </a:lnTo>
                <a:cubicBezTo>
                  <a:pt x="68675" y="66044"/>
                  <a:pt x="68830" y="66103"/>
                  <a:pt x="68997" y="66103"/>
                </a:cubicBezTo>
                <a:cubicBezTo>
                  <a:pt x="69449" y="66092"/>
                  <a:pt x="69818" y="65734"/>
                  <a:pt x="69818" y="65270"/>
                </a:cubicBezTo>
                <a:cubicBezTo>
                  <a:pt x="69818" y="64830"/>
                  <a:pt x="69449" y="64460"/>
                  <a:pt x="68997" y="64460"/>
                </a:cubicBezTo>
                <a:close/>
                <a:moveTo>
                  <a:pt x="29004" y="68306"/>
                </a:moveTo>
                <a:cubicBezTo>
                  <a:pt x="28694" y="68306"/>
                  <a:pt x="28432" y="68461"/>
                  <a:pt x="28242" y="68699"/>
                </a:cubicBezTo>
                <a:lnTo>
                  <a:pt x="17336" y="68699"/>
                </a:lnTo>
                <a:lnTo>
                  <a:pt x="0" y="86154"/>
                </a:lnTo>
                <a:lnTo>
                  <a:pt x="810" y="86951"/>
                </a:lnTo>
                <a:lnTo>
                  <a:pt x="17812" y="69830"/>
                </a:lnTo>
                <a:lnTo>
                  <a:pt x="28242" y="69830"/>
                </a:lnTo>
                <a:cubicBezTo>
                  <a:pt x="28432" y="70068"/>
                  <a:pt x="28694" y="70211"/>
                  <a:pt x="29004" y="70211"/>
                </a:cubicBezTo>
                <a:cubicBezTo>
                  <a:pt x="29528" y="70211"/>
                  <a:pt x="29956" y="69783"/>
                  <a:pt x="29956" y="69259"/>
                </a:cubicBezTo>
                <a:cubicBezTo>
                  <a:pt x="29956" y="68747"/>
                  <a:pt x="29528" y="68306"/>
                  <a:pt x="29004" y="68306"/>
                </a:cubicBezTo>
                <a:close/>
                <a:moveTo>
                  <a:pt x="16538" y="86642"/>
                </a:moveTo>
                <a:cubicBezTo>
                  <a:pt x="16836" y="86642"/>
                  <a:pt x="17074" y="86880"/>
                  <a:pt x="17074" y="87177"/>
                </a:cubicBezTo>
                <a:cubicBezTo>
                  <a:pt x="17074" y="87475"/>
                  <a:pt x="16836" y="87713"/>
                  <a:pt x="16538" y="87713"/>
                </a:cubicBezTo>
                <a:cubicBezTo>
                  <a:pt x="16240" y="87713"/>
                  <a:pt x="16002" y="87475"/>
                  <a:pt x="16002" y="87177"/>
                </a:cubicBezTo>
                <a:cubicBezTo>
                  <a:pt x="16002" y="86880"/>
                  <a:pt x="16240" y="86642"/>
                  <a:pt x="16538" y="86642"/>
                </a:cubicBezTo>
                <a:close/>
                <a:moveTo>
                  <a:pt x="71128" y="86927"/>
                </a:moveTo>
                <a:cubicBezTo>
                  <a:pt x="71426" y="86927"/>
                  <a:pt x="71664" y="87166"/>
                  <a:pt x="71664" y="87463"/>
                </a:cubicBezTo>
                <a:cubicBezTo>
                  <a:pt x="71664" y="87761"/>
                  <a:pt x="71426" y="87999"/>
                  <a:pt x="71128" y="87999"/>
                </a:cubicBezTo>
                <a:cubicBezTo>
                  <a:pt x="70830" y="87999"/>
                  <a:pt x="70592" y="87761"/>
                  <a:pt x="70592" y="87463"/>
                </a:cubicBezTo>
                <a:cubicBezTo>
                  <a:pt x="70592" y="87166"/>
                  <a:pt x="70830" y="86927"/>
                  <a:pt x="71128" y="86927"/>
                </a:cubicBezTo>
                <a:close/>
                <a:moveTo>
                  <a:pt x="71128" y="86630"/>
                </a:moveTo>
                <a:cubicBezTo>
                  <a:pt x="70676" y="86630"/>
                  <a:pt x="70307" y="86999"/>
                  <a:pt x="70307" y="87451"/>
                </a:cubicBezTo>
                <a:cubicBezTo>
                  <a:pt x="70307" y="87916"/>
                  <a:pt x="70664" y="88273"/>
                  <a:pt x="71128" y="88273"/>
                </a:cubicBezTo>
                <a:cubicBezTo>
                  <a:pt x="71569" y="88273"/>
                  <a:pt x="71950" y="87892"/>
                  <a:pt x="71950" y="87451"/>
                </a:cubicBezTo>
                <a:cubicBezTo>
                  <a:pt x="71950" y="86999"/>
                  <a:pt x="71569" y="86630"/>
                  <a:pt x="71128" y="86630"/>
                </a:cubicBezTo>
                <a:close/>
                <a:moveTo>
                  <a:pt x="14276" y="88928"/>
                </a:moveTo>
                <a:cubicBezTo>
                  <a:pt x="14573" y="88928"/>
                  <a:pt x="14811" y="89166"/>
                  <a:pt x="14811" y="89463"/>
                </a:cubicBezTo>
                <a:cubicBezTo>
                  <a:pt x="14811" y="89761"/>
                  <a:pt x="14573" y="89999"/>
                  <a:pt x="14276" y="89999"/>
                </a:cubicBezTo>
                <a:cubicBezTo>
                  <a:pt x="13978" y="89975"/>
                  <a:pt x="13740" y="89737"/>
                  <a:pt x="13740" y="89463"/>
                </a:cubicBezTo>
                <a:cubicBezTo>
                  <a:pt x="13740" y="89166"/>
                  <a:pt x="13978" y="88928"/>
                  <a:pt x="14276" y="88928"/>
                </a:cubicBezTo>
                <a:close/>
                <a:moveTo>
                  <a:pt x="29004" y="71961"/>
                </a:moveTo>
                <a:cubicBezTo>
                  <a:pt x="28599" y="71961"/>
                  <a:pt x="28277" y="72259"/>
                  <a:pt x="28206" y="72628"/>
                </a:cubicBezTo>
                <a:lnTo>
                  <a:pt x="18991" y="72628"/>
                </a:lnTo>
                <a:lnTo>
                  <a:pt x="1786" y="89975"/>
                </a:lnTo>
                <a:lnTo>
                  <a:pt x="2000" y="90178"/>
                </a:lnTo>
                <a:lnTo>
                  <a:pt x="19122" y="72914"/>
                </a:lnTo>
                <a:lnTo>
                  <a:pt x="28206" y="72914"/>
                </a:lnTo>
                <a:lnTo>
                  <a:pt x="28206" y="72926"/>
                </a:lnTo>
                <a:cubicBezTo>
                  <a:pt x="28277" y="73307"/>
                  <a:pt x="28611" y="73592"/>
                  <a:pt x="29004" y="73592"/>
                </a:cubicBezTo>
                <a:cubicBezTo>
                  <a:pt x="29456" y="73592"/>
                  <a:pt x="29825" y="73223"/>
                  <a:pt x="29825" y="72771"/>
                </a:cubicBezTo>
                <a:cubicBezTo>
                  <a:pt x="29825" y="72330"/>
                  <a:pt x="29456" y="71961"/>
                  <a:pt x="29004" y="71961"/>
                </a:cubicBezTo>
                <a:close/>
                <a:moveTo>
                  <a:pt x="71128" y="89880"/>
                </a:moveTo>
                <a:cubicBezTo>
                  <a:pt x="71426" y="89880"/>
                  <a:pt x="71664" y="90118"/>
                  <a:pt x="71664" y="90416"/>
                </a:cubicBezTo>
                <a:cubicBezTo>
                  <a:pt x="71664" y="90714"/>
                  <a:pt x="71426" y="90952"/>
                  <a:pt x="71128" y="90952"/>
                </a:cubicBezTo>
                <a:cubicBezTo>
                  <a:pt x="70830" y="90952"/>
                  <a:pt x="70592" y="90714"/>
                  <a:pt x="70592" y="90416"/>
                </a:cubicBezTo>
                <a:cubicBezTo>
                  <a:pt x="70592" y="90118"/>
                  <a:pt x="70830" y="89880"/>
                  <a:pt x="71128" y="89880"/>
                </a:cubicBezTo>
                <a:close/>
                <a:moveTo>
                  <a:pt x="71128" y="89583"/>
                </a:moveTo>
                <a:cubicBezTo>
                  <a:pt x="70676" y="89583"/>
                  <a:pt x="70307" y="89952"/>
                  <a:pt x="70307" y="90392"/>
                </a:cubicBezTo>
                <a:cubicBezTo>
                  <a:pt x="70307" y="90857"/>
                  <a:pt x="70664" y="91214"/>
                  <a:pt x="71128" y="91214"/>
                </a:cubicBezTo>
                <a:cubicBezTo>
                  <a:pt x="71569" y="91214"/>
                  <a:pt x="71950" y="90845"/>
                  <a:pt x="71950" y="90392"/>
                </a:cubicBezTo>
                <a:cubicBezTo>
                  <a:pt x="71950" y="89952"/>
                  <a:pt x="71569" y="89583"/>
                  <a:pt x="71128" y="89583"/>
                </a:cubicBezTo>
                <a:close/>
                <a:moveTo>
                  <a:pt x="12025" y="91178"/>
                </a:moveTo>
                <a:cubicBezTo>
                  <a:pt x="12323" y="91178"/>
                  <a:pt x="12561" y="91416"/>
                  <a:pt x="12561" y="91714"/>
                </a:cubicBezTo>
                <a:cubicBezTo>
                  <a:pt x="12561" y="92011"/>
                  <a:pt x="12323" y="92261"/>
                  <a:pt x="12025" y="92261"/>
                </a:cubicBezTo>
                <a:cubicBezTo>
                  <a:pt x="11728" y="92261"/>
                  <a:pt x="11490" y="92011"/>
                  <a:pt x="11490" y="91714"/>
                </a:cubicBezTo>
                <a:cubicBezTo>
                  <a:pt x="11490" y="91416"/>
                  <a:pt x="11728" y="91178"/>
                  <a:pt x="12025" y="91178"/>
                </a:cubicBezTo>
                <a:close/>
                <a:moveTo>
                  <a:pt x="29004" y="75474"/>
                </a:moveTo>
                <a:cubicBezTo>
                  <a:pt x="28599" y="75474"/>
                  <a:pt x="28277" y="75771"/>
                  <a:pt x="28206" y="76140"/>
                </a:cubicBezTo>
                <a:lnTo>
                  <a:pt x="20479" y="76140"/>
                </a:lnTo>
                <a:lnTo>
                  <a:pt x="3274" y="93500"/>
                </a:lnTo>
                <a:lnTo>
                  <a:pt x="3489" y="93702"/>
                </a:lnTo>
                <a:lnTo>
                  <a:pt x="20610" y="76438"/>
                </a:lnTo>
                <a:lnTo>
                  <a:pt x="28206" y="76438"/>
                </a:lnTo>
                <a:cubicBezTo>
                  <a:pt x="28277" y="76819"/>
                  <a:pt x="28611" y="77105"/>
                  <a:pt x="29004" y="77105"/>
                </a:cubicBezTo>
                <a:cubicBezTo>
                  <a:pt x="29456" y="77105"/>
                  <a:pt x="29825" y="76736"/>
                  <a:pt x="29825" y="76283"/>
                </a:cubicBezTo>
                <a:cubicBezTo>
                  <a:pt x="29825" y="75843"/>
                  <a:pt x="29456" y="75474"/>
                  <a:pt x="29004" y="75474"/>
                </a:cubicBezTo>
                <a:close/>
                <a:moveTo>
                  <a:pt x="50197" y="48625"/>
                </a:moveTo>
                <a:cubicBezTo>
                  <a:pt x="49756" y="48625"/>
                  <a:pt x="49387" y="48994"/>
                  <a:pt x="49387" y="49435"/>
                </a:cubicBezTo>
                <a:cubicBezTo>
                  <a:pt x="49387" y="49613"/>
                  <a:pt x="49447" y="49780"/>
                  <a:pt x="49530" y="49911"/>
                </a:cubicBezTo>
                <a:lnTo>
                  <a:pt x="40660" y="58841"/>
                </a:lnTo>
                <a:lnTo>
                  <a:pt x="40660" y="82629"/>
                </a:lnTo>
                <a:lnTo>
                  <a:pt x="28897" y="94476"/>
                </a:lnTo>
                <a:lnTo>
                  <a:pt x="29111" y="94667"/>
                </a:lnTo>
                <a:lnTo>
                  <a:pt x="40958" y="82736"/>
                </a:lnTo>
                <a:lnTo>
                  <a:pt x="40958" y="58960"/>
                </a:lnTo>
                <a:lnTo>
                  <a:pt x="49744" y="50113"/>
                </a:lnTo>
                <a:cubicBezTo>
                  <a:pt x="49875" y="50197"/>
                  <a:pt x="50042" y="50256"/>
                  <a:pt x="50197" y="50256"/>
                </a:cubicBezTo>
                <a:cubicBezTo>
                  <a:pt x="50661" y="50256"/>
                  <a:pt x="51018" y="49899"/>
                  <a:pt x="51018" y="49435"/>
                </a:cubicBezTo>
                <a:cubicBezTo>
                  <a:pt x="51018" y="48994"/>
                  <a:pt x="50649" y="48625"/>
                  <a:pt x="50197" y="48625"/>
                </a:cubicBezTo>
                <a:close/>
                <a:moveTo>
                  <a:pt x="51542" y="99108"/>
                </a:moveTo>
                <a:cubicBezTo>
                  <a:pt x="51840" y="99108"/>
                  <a:pt x="52078" y="99346"/>
                  <a:pt x="52078" y="99643"/>
                </a:cubicBezTo>
                <a:cubicBezTo>
                  <a:pt x="52078" y="99941"/>
                  <a:pt x="51840" y="100179"/>
                  <a:pt x="51542" y="100179"/>
                </a:cubicBezTo>
                <a:cubicBezTo>
                  <a:pt x="51245" y="100179"/>
                  <a:pt x="51006" y="99941"/>
                  <a:pt x="51006" y="99643"/>
                </a:cubicBezTo>
                <a:cubicBezTo>
                  <a:pt x="51006" y="99346"/>
                  <a:pt x="51245" y="99108"/>
                  <a:pt x="51542" y="99108"/>
                </a:cubicBezTo>
                <a:close/>
                <a:moveTo>
                  <a:pt x="105204" y="39029"/>
                </a:moveTo>
                <a:cubicBezTo>
                  <a:pt x="104763" y="39029"/>
                  <a:pt x="104394" y="39410"/>
                  <a:pt x="104394" y="39850"/>
                </a:cubicBezTo>
                <a:cubicBezTo>
                  <a:pt x="104394" y="40303"/>
                  <a:pt x="104763" y="40672"/>
                  <a:pt x="105204" y="40672"/>
                </a:cubicBezTo>
                <a:cubicBezTo>
                  <a:pt x="105382" y="40672"/>
                  <a:pt x="105549" y="40612"/>
                  <a:pt x="105668" y="40517"/>
                </a:cubicBezTo>
                <a:lnTo>
                  <a:pt x="142054" y="76831"/>
                </a:lnTo>
                <a:lnTo>
                  <a:pt x="142054" y="99108"/>
                </a:lnTo>
                <a:lnTo>
                  <a:pt x="143899" y="100965"/>
                </a:lnTo>
                <a:lnTo>
                  <a:pt x="150507" y="100965"/>
                </a:lnTo>
                <a:lnTo>
                  <a:pt x="150507" y="100679"/>
                </a:lnTo>
                <a:lnTo>
                  <a:pt x="144018" y="100679"/>
                </a:lnTo>
                <a:lnTo>
                  <a:pt x="142339" y="98988"/>
                </a:lnTo>
                <a:lnTo>
                  <a:pt x="142339" y="76724"/>
                </a:lnTo>
                <a:lnTo>
                  <a:pt x="105882" y="40315"/>
                </a:lnTo>
                <a:cubicBezTo>
                  <a:pt x="105966" y="40184"/>
                  <a:pt x="106025" y="40017"/>
                  <a:pt x="106025" y="39850"/>
                </a:cubicBezTo>
                <a:cubicBezTo>
                  <a:pt x="106025" y="39410"/>
                  <a:pt x="105656" y="39029"/>
                  <a:pt x="105204" y="39029"/>
                </a:cubicBezTo>
                <a:close/>
                <a:moveTo>
                  <a:pt x="59400" y="26003"/>
                </a:moveTo>
                <a:cubicBezTo>
                  <a:pt x="58948" y="26003"/>
                  <a:pt x="58579" y="26372"/>
                  <a:pt x="58579" y="26813"/>
                </a:cubicBezTo>
                <a:cubicBezTo>
                  <a:pt x="58579" y="27218"/>
                  <a:pt x="58877" y="27551"/>
                  <a:pt x="59246" y="27623"/>
                </a:cubicBezTo>
                <a:lnTo>
                  <a:pt x="59246" y="40505"/>
                </a:lnTo>
                <a:lnTo>
                  <a:pt x="57626" y="42148"/>
                </a:lnTo>
                <a:lnTo>
                  <a:pt x="57626" y="55138"/>
                </a:lnTo>
                <a:lnTo>
                  <a:pt x="48304" y="64496"/>
                </a:lnTo>
                <a:lnTo>
                  <a:pt x="48304" y="81332"/>
                </a:lnTo>
                <a:lnTo>
                  <a:pt x="28920" y="100834"/>
                </a:lnTo>
                <a:lnTo>
                  <a:pt x="29111" y="101024"/>
                </a:lnTo>
                <a:lnTo>
                  <a:pt x="48566" y="81486"/>
                </a:lnTo>
                <a:lnTo>
                  <a:pt x="48601" y="81439"/>
                </a:lnTo>
                <a:lnTo>
                  <a:pt x="48601" y="64603"/>
                </a:lnTo>
                <a:lnTo>
                  <a:pt x="57924" y="55245"/>
                </a:lnTo>
                <a:lnTo>
                  <a:pt x="57924" y="42255"/>
                </a:lnTo>
                <a:lnTo>
                  <a:pt x="59543" y="40612"/>
                </a:lnTo>
                <a:lnTo>
                  <a:pt x="59543" y="27623"/>
                </a:lnTo>
                <a:cubicBezTo>
                  <a:pt x="59936" y="27551"/>
                  <a:pt x="60210" y="27218"/>
                  <a:pt x="60210" y="26813"/>
                </a:cubicBezTo>
                <a:cubicBezTo>
                  <a:pt x="60210" y="26372"/>
                  <a:pt x="59841" y="26003"/>
                  <a:pt x="59400" y="26003"/>
                </a:cubicBezTo>
                <a:close/>
                <a:moveTo>
                  <a:pt x="12014" y="90904"/>
                </a:moveTo>
                <a:cubicBezTo>
                  <a:pt x="11561" y="90904"/>
                  <a:pt x="11192" y="91273"/>
                  <a:pt x="11192" y="91726"/>
                </a:cubicBezTo>
                <a:cubicBezTo>
                  <a:pt x="11192" y="92119"/>
                  <a:pt x="11490" y="92452"/>
                  <a:pt x="11859" y="92523"/>
                </a:cubicBezTo>
                <a:lnTo>
                  <a:pt x="11859" y="102465"/>
                </a:lnTo>
                <a:lnTo>
                  <a:pt x="11478" y="102858"/>
                </a:lnTo>
                <a:lnTo>
                  <a:pt x="5763" y="102858"/>
                </a:lnTo>
                <a:lnTo>
                  <a:pt x="5763" y="103132"/>
                </a:lnTo>
                <a:lnTo>
                  <a:pt x="11609" y="103132"/>
                </a:lnTo>
                <a:lnTo>
                  <a:pt x="12156" y="102572"/>
                </a:lnTo>
                <a:lnTo>
                  <a:pt x="12156" y="92523"/>
                </a:lnTo>
                <a:cubicBezTo>
                  <a:pt x="12549" y="92452"/>
                  <a:pt x="12835" y="92119"/>
                  <a:pt x="12835" y="91726"/>
                </a:cubicBezTo>
                <a:cubicBezTo>
                  <a:pt x="12835" y="91273"/>
                  <a:pt x="12454" y="90904"/>
                  <a:pt x="12014" y="90904"/>
                </a:cubicBezTo>
                <a:close/>
                <a:moveTo>
                  <a:pt x="88690" y="33218"/>
                </a:moveTo>
                <a:cubicBezTo>
                  <a:pt x="88237" y="33218"/>
                  <a:pt x="87868" y="33588"/>
                  <a:pt x="87868" y="34040"/>
                </a:cubicBezTo>
                <a:cubicBezTo>
                  <a:pt x="87868" y="34481"/>
                  <a:pt x="88237" y="34850"/>
                  <a:pt x="88690" y="34850"/>
                </a:cubicBezTo>
                <a:cubicBezTo>
                  <a:pt x="88868" y="34850"/>
                  <a:pt x="89023" y="34790"/>
                  <a:pt x="89142" y="34707"/>
                </a:cubicBezTo>
                <a:lnTo>
                  <a:pt x="105097" y="50625"/>
                </a:lnTo>
                <a:lnTo>
                  <a:pt x="105144" y="50673"/>
                </a:lnTo>
                <a:lnTo>
                  <a:pt x="112871" y="50673"/>
                </a:lnTo>
                <a:lnTo>
                  <a:pt x="139791" y="77557"/>
                </a:lnTo>
                <a:lnTo>
                  <a:pt x="139791" y="99822"/>
                </a:lnTo>
                <a:lnTo>
                  <a:pt x="143185" y="103191"/>
                </a:lnTo>
                <a:lnTo>
                  <a:pt x="150709" y="103191"/>
                </a:lnTo>
                <a:lnTo>
                  <a:pt x="150709" y="102918"/>
                </a:lnTo>
                <a:lnTo>
                  <a:pt x="143292" y="102918"/>
                </a:lnTo>
                <a:lnTo>
                  <a:pt x="140077" y="99703"/>
                </a:lnTo>
                <a:lnTo>
                  <a:pt x="140077" y="77414"/>
                </a:lnTo>
                <a:lnTo>
                  <a:pt x="113038" y="50423"/>
                </a:lnTo>
                <a:lnTo>
                  <a:pt x="112990" y="50375"/>
                </a:lnTo>
                <a:lnTo>
                  <a:pt x="105263" y="50375"/>
                </a:lnTo>
                <a:lnTo>
                  <a:pt x="89357" y="34492"/>
                </a:lnTo>
                <a:cubicBezTo>
                  <a:pt x="89440" y="34361"/>
                  <a:pt x="89499" y="34195"/>
                  <a:pt x="89499" y="34040"/>
                </a:cubicBezTo>
                <a:cubicBezTo>
                  <a:pt x="89499" y="33588"/>
                  <a:pt x="89130" y="33218"/>
                  <a:pt x="88690" y="33218"/>
                </a:cubicBezTo>
                <a:close/>
                <a:moveTo>
                  <a:pt x="62365" y="42982"/>
                </a:moveTo>
                <a:cubicBezTo>
                  <a:pt x="61913" y="42982"/>
                  <a:pt x="61544" y="43351"/>
                  <a:pt x="61544" y="43803"/>
                </a:cubicBezTo>
                <a:cubicBezTo>
                  <a:pt x="61544" y="44196"/>
                  <a:pt x="61841" y="44529"/>
                  <a:pt x="62210" y="44601"/>
                </a:cubicBezTo>
                <a:lnTo>
                  <a:pt x="62210" y="50268"/>
                </a:lnTo>
                <a:lnTo>
                  <a:pt x="59900" y="52590"/>
                </a:lnTo>
                <a:lnTo>
                  <a:pt x="59900" y="55852"/>
                </a:lnTo>
                <a:lnTo>
                  <a:pt x="50602" y="65199"/>
                </a:lnTo>
                <a:lnTo>
                  <a:pt x="50602" y="82046"/>
                </a:lnTo>
                <a:lnTo>
                  <a:pt x="28920" y="103834"/>
                </a:lnTo>
                <a:lnTo>
                  <a:pt x="29111" y="104025"/>
                </a:lnTo>
                <a:lnTo>
                  <a:pt x="50840" y="82213"/>
                </a:lnTo>
                <a:lnTo>
                  <a:pt x="50887" y="82165"/>
                </a:lnTo>
                <a:lnTo>
                  <a:pt x="50887" y="65318"/>
                </a:lnTo>
                <a:lnTo>
                  <a:pt x="60198" y="55959"/>
                </a:lnTo>
                <a:lnTo>
                  <a:pt x="60198" y="52697"/>
                </a:lnTo>
                <a:lnTo>
                  <a:pt x="62508" y="50375"/>
                </a:lnTo>
                <a:lnTo>
                  <a:pt x="62508" y="44601"/>
                </a:lnTo>
                <a:cubicBezTo>
                  <a:pt x="62901" y="44529"/>
                  <a:pt x="63175" y="44196"/>
                  <a:pt x="63175" y="43803"/>
                </a:cubicBezTo>
                <a:cubicBezTo>
                  <a:pt x="63175" y="43351"/>
                  <a:pt x="62806" y="42982"/>
                  <a:pt x="62365" y="42982"/>
                </a:cubicBezTo>
                <a:close/>
                <a:moveTo>
                  <a:pt x="14276" y="88630"/>
                </a:moveTo>
                <a:cubicBezTo>
                  <a:pt x="13823" y="88630"/>
                  <a:pt x="13454" y="88999"/>
                  <a:pt x="13454" y="89440"/>
                </a:cubicBezTo>
                <a:cubicBezTo>
                  <a:pt x="13454" y="89844"/>
                  <a:pt x="13752" y="90178"/>
                  <a:pt x="14121" y="90249"/>
                </a:cubicBezTo>
                <a:lnTo>
                  <a:pt x="14121" y="103168"/>
                </a:lnTo>
                <a:lnTo>
                  <a:pt x="12204" y="105096"/>
                </a:lnTo>
                <a:lnTo>
                  <a:pt x="5656" y="105096"/>
                </a:lnTo>
                <a:lnTo>
                  <a:pt x="5656" y="105382"/>
                </a:lnTo>
                <a:lnTo>
                  <a:pt x="12323" y="105382"/>
                </a:lnTo>
                <a:lnTo>
                  <a:pt x="14407" y="103287"/>
                </a:lnTo>
                <a:lnTo>
                  <a:pt x="14407" y="90249"/>
                </a:lnTo>
                <a:lnTo>
                  <a:pt x="14419" y="90249"/>
                </a:lnTo>
                <a:cubicBezTo>
                  <a:pt x="14811" y="90178"/>
                  <a:pt x="15097" y="89844"/>
                  <a:pt x="15097" y="89440"/>
                </a:cubicBezTo>
                <a:cubicBezTo>
                  <a:pt x="15097" y="88999"/>
                  <a:pt x="14716" y="88630"/>
                  <a:pt x="14276" y="88630"/>
                </a:cubicBezTo>
                <a:close/>
                <a:moveTo>
                  <a:pt x="65949" y="104680"/>
                </a:moveTo>
                <a:cubicBezTo>
                  <a:pt x="66246" y="104680"/>
                  <a:pt x="66485" y="104918"/>
                  <a:pt x="66485" y="105215"/>
                </a:cubicBezTo>
                <a:cubicBezTo>
                  <a:pt x="66485" y="105513"/>
                  <a:pt x="66246" y="105751"/>
                  <a:pt x="65949" y="105751"/>
                </a:cubicBezTo>
                <a:cubicBezTo>
                  <a:pt x="65651" y="105751"/>
                  <a:pt x="65413" y="105513"/>
                  <a:pt x="65413" y="105215"/>
                </a:cubicBezTo>
                <a:cubicBezTo>
                  <a:pt x="65413" y="104918"/>
                  <a:pt x="65651" y="104680"/>
                  <a:pt x="65949" y="104680"/>
                </a:cubicBezTo>
                <a:close/>
                <a:moveTo>
                  <a:pt x="50899" y="104918"/>
                </a:moveTo>
                <a:cubicBezTo>
                  <a:pt x="51197" y="104918"/>
                  <a:pt x="51435" y="105156"/>
                  <a:pt x="51435" y="105454"/>
                </a:cubicBezTo>
                <a:cubicBezTo>
                  <a:pt x="51435" y="105751"/>
                  <a:pt x="51197" y="105989"/>
                  <a:pt x="50899" y="105989"/>
                </a:cubicBezTo>
                <a:cubicBezTo>
                  <a:pt x="50602" y="105989"/>
                  <a:pt x="50364" y="105751"/>
                  <a:pt x="50364" y="105454"/>
                </a:cubicBezTo>
                <a:cubicBezTo>
                  <a:pt x="50364" y="105156"/>
                  <a:pt x="50602" y="104918"/>
                  <a:pt x="50899" y="104918"/>
                </a:cubicBezTo>
                <a:close/>
                <a:moveTo>
                  <a:pt x="66616" y="46149"/>
                </a:moveTo>
                <a:lnTo>
                  <a:pt x="66616" y="52042"/>
                </a:lnTo>
                <a:lnTo>
                  <a:pt x="52864" y="65853"/>
                </a:lnTo>
                <a:lnTo>
                  <a:pt x="52816" y="65901"/>
                </a:lnTo>
                <a:lnTo>
                  <a:pt x="52816" y="82748"/>
                </a:lnTo>
                <a:lnTo>
                  <a:pt x="28920" y="106751"/>
                </a:lnTo>
                <a:lnTo>
                  <a:pt x="29111" y="106942"/>
                </a:lnTo>
                <a:lnTo>
                  <a:pt x="53054" y="82915"/>
                </a:lnTo>
                <a:lnTo>
                  <a:pt x="53102" y="82867"/>
                </a:lnTo>
                <a:lnTo>
                  <a:pt x="53102" y="66020"/>
                </a:lnTo>
                <a:lnTo>
                  <a:pt x="66854" y="52209"/>
                </a:lnTo>
                <a:lnTo>
                  <a:pt x="66901" y="52161"/>
                </a:lnTo>
                <a:lnTo>
                  <a:pt x="66901" y="46149"/>
                </a:lnTo>
                <a:close/>
                <a:moveTo>
                  <a:pt x="16538" y="86368"/>
                </a:moveTo>
                <a:cubicBezTo>
                  <a:pt x="16085" y="86368"/>
                  <a:pt x="15716" y="86737"/>
                  <a:pt x="15716" y="87177"/>
                </a:cubicBezTo>
                <a:cubicBezTo>
                  <a:pt x="15716" y="87558"/>
                  <a:pt x="15966" y="87868"/>
                  <a:pt x="16312" y="87975"/>
                </a:cubicBezTo>
                <a:lnTo>
                  <a:pt x="16383" y="103894"/>
                </a:lnTo>
                <a:lnTo>
                  <a:pt x="12930" y="107382"/>
                </a:lnTo>
                <a:lnTo>
                  <a:pt x="5775" y="107382"/>
                </a:lnTo>
                <a:lnTo>
                  <a:pt x="5775" y="107656"/>
                </a:lnTo>
                <a:lnTo>
                  <a:pt x="13049" y="107656"/>
                </a:lnTo>
                <a:lnTo>
                  <a:pt x="16669" y="104013"/>
                </a:lnTo>
                <a:lnTo>
                  <a:pt x="16597" y="87987"/>
                </a:lnTo>
                <a:cubicBezTo>
                  <a:pt x="17014" y="87951"/>
                  <a:pt x="17359" y="87594"/>
                  <a:pt x="17359" y="87177"/>
                </a:cubicBezTo>
                <a:cubicBezTo>
                  <a:pt x="17359" y="86737"/>
                  <a:pt x="16978" y="86368"/>
                  <a:pt x="16538" y="86368"/>
                </a:cubicBezTo>
                <a:close/>
                <a:moveTo>
                  <a:pt x="68199" y="106942"/>
                </a:moveTo>
                <a:cubicBezTo>
                  <a:pt x="68497" y="106942"/>
                  <a:pt x="68735" y="107180"/>
                  <a:pt x="68735" y="107478"/>
                </a:cubicBezTo>
                <a:cubicBezTo>
                  <a:pt x="68735" y="107775"/>
                  <a:pt x="68497" y="108013"/>
                  <a:pt x="68199" y="108013"/>
                </a:cubicBezTo>
                <a:cubicBezTo>
                  <a:pt x="67901" y="108013"/>
                  <a:pt x="67663" y="107775"/>
                  <a:pt x="67663" y="107478"/>
                </a:cubicBezTo>
                <a:cubicBezTo>
                  <a:pt x="67663" y="107180"/>
                  <a:pt x="67901" y="106942"/>
                  <a:pt x="68199" y="106942"/>
                </a:cubicBezTo>
                <a:close/>
                <a:moveTo>
                  <a:pt x="60734" y="107049"/>
                </a:moveTo>
                <a:cubicBezTo>
                  <a:pt x="60222" y="107049"/>
                  <a:pt x="59781" y="107478"/>
                  <a:pt x="59781" y="108001"/>
                </a:cubicBezTo>
                <a:cubicBezTo>
                  <a:pt x="59781" y="108525"/>
                  <a:pt x="60222" y="108954"/>
                  <a:pt x="60734" y="108954"/>
                </a:cubicBezTo>
                <a:cubicBezTo>
                  <a:pt x="61258" y="108954"/>
                  <a:pt x="61686" y="108525"/>
                  <a:pt x="61686" y="108001"/>
                </a:cubicBezTo>
                <a:cubicBezTo>
                  <a:pt x="61710" y="107466"/>
                  <a:pt x="61270" y="107049"/>
                  <a:pt x="60734" y="107049"/>
                </a:cubicBezTo>
                <a:close/>
                <a:moveTo>
                  <a:pt x="70461" y="109228"/>
                </a:moveTo>
                <a:cubicBezTo>
                  <a:pt x="70759" y="109228"/>
                  <a:pt x="70997" y="109466"/>
                  <a:pt x="70997" y="109764"/>
                </a:cubicBezTo>
                <a:cubicBezTo>
                  <a:pt x="70997" y="110061"/>
                  <a:pt x="70759" y="110299"/>
                  <a:pt x="70461" y="110299"/>
                </a:cubicBezTo>
                <a:cubicBezTo>
                  <a:pt x="70164" y="110299"/>
                  <a:pt x="69926" y="110061"/>
                  <a:pt x="69926" y="109764"/>
                </a:cubicBezTo>
                <a:cubicBezTo>
                  <a:pt x="69926" y="109466"/>
                  <a:pt x="70164" y="109228"/>
                  <a:pt x="70461" y="109228"/>
                </a:cubicBezTo>
                <a:close/>
                <a:moveTo>
                  <a:pt x="60734" y="110442"/>
                </a:moveTo>
                <a:cubicBezTo>
                  <a:pt x="61032" y="110442"/>
                  <a:pt x="61270" y="110680"/>
                  <a:pt x="61270" y="110978"/>
                </a:cubicBezTo>
                <a:cubicBezTo>
                  <a:pt x="61270" y="111276"/>
                  <a:pt x="61032" y="111514"/>
                  <a:pt x="60734" y="111514"/>
                </a:cubicBezTo>
                <a:cubicBezTo>
                  <a:pt x="60436" y="111514"/>
                  <a:pt x="60198" y="111276"/>
                  <a:pt x="60198" y="110978"/>
                </a:cubicBezTo>
                <a:cubicBezTo>
                  <a:pt x="60198" y="110680"/>
                  <a:pt x="60436" y="110442"/>
                  <a:pt x="60734" y="110442"/>
                </a:cubicBezTo>
                <a:close/>
                <a:moveTo>
                  <a:pt x="32933" y="66020"/>
                </a:moveTo>
                <a:cubicBezTo>
                  <a:pt x="32492" y="66020"/>
                  <a:pt x="32111" y="66389"/>
                  <a:pt x="32111" y="66842"/>
                </a:cubicBezTo>
                <a:cubicBezTo>
                  <a:pt x="32111" y="67235"/>
                  <a:pt x="32409" y="67568"/>
                  <a:pt x="32790" y="67639"/>
                </a:cubicBezTo>
                <a:lnTo>
                  <a:pt x="32790" y="79772"/>
                </a:lnTo>
                <a:lnTo>
                  <a:pt x="20907" y="91738"/>
                </a:lnTo>
                <a:lnTo>
                  <a:pt x="20907" y="107001"/>
                </a:lnTo>
                <a:lnTo>
                  <a:pt x="16609" y="111335"/>
                </a:lnTo>
                <a:lnTo>
                  <a:pt x="5060" y="111335"/>
                </a:lnTo>
                <a:lnTo>
                  <a:pt x="5060" y="111621"/>
                </a:lnTo>
                <a:lnTo>
                  <a:pt x="16740" y="111621"/>
                </a:lnTo>
                <a:lnTo>
                  <a:pt x="21205" y="107120"/>
                </a:lnTo>
                <a:lnTo>
                  <a:pt x="21205" y="91857"/>
                </a:lnTo>
                <a:lnTo>
                  <a:pt x="33088" y="79891"/>
                </a:lnTo>
                <a:lnTo>
                  <a:pt x="33088" y="67639"/>
                </a:lnTo>
                <a:cubicBezTo>
                  <a:pt x="33469" y="67568"/>
                  <a:pt x="33754" y="67235"/>
                  <a:pt x="33754" y="66842"/>
                </a:cubicBezTo>
                <a:cubicBezTo>
                  <a:pt x="33754" y="66389"/>
                  <a:pt x="33385" y="66020"/>
                  <a:pt x="32933" y="66020"/>
                </a:cubicBezTo>
                <a:close/>
                <a:moveTo>
                  <a:pt x="60734" y="110180"/>
                </a:moveTo>
                <a:cubicBezTo>
                  <a:pt x="60293" y="110180"/>
                  <a:pt x="59924" y="110549"/>
                  <a:pt x="59924" y="110990"/>
                </a:cubicBezTo>
                <a:cubicBezTo>
                  <a:pt x="59924" y="111442"/>
                  <a:pt x="60293" y="111811"/>
                  <a:pt x="60734" y="111811"/>
                </a:cubicBezTo>
                <a:cubicBezTo>
                  <a:pt x="61186" y="111811"/>
                  <a:pt x="61555" y="111442"/>
                  <a:pt x="61555" y="110990"/>
                </a:cubicBezTo>
                <a:cubicBezTo>
                  <a:pt x="61555" y="110538"/>
                  <a:pt x="61198" y="110180"/>
                  <a:pt x="60734" y="110180"/>
                </a:cubicBezTo>
                <a:close/>
                <a:moveTo>
                  <a:pt x="50899" y="111942"/>
                </a:moveTo>
                <a:cubicBezTo>
                  <a:pt x="51197" y="111942"/>
                  <a:pt x="51435" y="112181"/>
                  <a:pt x="51435" y="112478"/>
                </a:cubicBezTo>
                <a:cubicBezTo>
                  <a:pt x="51435" y="112776"/>
                  <a:pt x="51197" y="113014"/>
                  <a:pt x="50899" y="113014"/>
                </a:cubicBezTo>
                <a:cubicBezTo>
                  <a:pt x="50602" y="113014"/>
                  <a:pt x="50364" y="112776"/>
                  <a:pt x="50364" y="112478"/>
                </a:cubicBezTo>
                <a:cubicBezTo>
                  <a:pt x="50364" y="112181"/>
                  <a:pt x="50602" y="111942"/>
                  <a:pt x="50899" y="111942"/>
                </a:cubicBezTo>
                <a:close/>
                <a:moveTo>
                  <a:pt x="35207" y="63722"/>
                </a:moveTo>
                <a:cubicBezTo>
                  <a:pt x="34766" y="63722"/>
                  <a:pt x="34397" y="64103"/>
                  <a:pt x="34397" y="64544"/>
                </a:cubicBezTo>
                <a:cubicBezTo>
                  <a:pt x="34397" y="64949"/>
                  <a:pt x="34695" y="65270"/>
                  <a:pt x="35064" y="65353"/>
                </a:cubicBezTo>
                <a:lnTo>
                  <a:pt x="35064" y="80498"/>
                </a:lnTo>
                <a:lnTo>
                  <a:pt x="23182" y="92464"/>
                </a:lnTo>
                <a:lnTo>
                  <a:pt x="23182" y="107740"/>
                </a:lnTo>
                <a:lnTo>
                  <a:pt x="17371" y="113597"/>
                </a:lnTo>
                <a:lnTo>
                  <a:pt x="5060" y="113597"/>
                </a:lnTo>
                <a:lnTo>
                  <a:pt x="5060" y="113883"/>
                </a:lnTo>
                <a:lnTo>
                  <a:pt x="17502" y="113883"/>
                </a:lnTo>
                <a:lnTo>
                  <a:pt x="23503" y="107835"/>
                </a:lnTo>
                <a:lnTo>
                  <a:pt x="23503" y="92571"/>
                </a:lnTo>
                <a:lnTo>
                  <a:pt x="23479" y="92571"/>
                </a:lnTo>
                <a:lnTo>
                  <a:pt x="35362" y="80605"/>
                </a:lnTo>
                <a:lnTo>
                  <a:pt x="35362" y="65353"/>
                </a:lnTo>
                <a:cubicBezTo>
                  <a:pt x="35755" y="65270"/>
                  <a:pt x="36028" y="64949"/>
                  <a:pt x="36028" y="64544"/>
                </a:cubicBezTo>
                <a:cubicBezTo>
                  <a:pt x="36028" y="64103"/>
                  <a:pt x="35659" y="63722"/>
                  <a:pt x="35207" y="63722"/>
                </a:cubicBezTo>
                <a:close/>
                <a:moveTo>
                  <a:pt x="60734" y="113395"/>
                </a:moveTo>
                <a:cubicBezTo>
                  <a:pt x="61032" y="113395"/>
                  <a:pt x="61270" y="113633"/>
                  <a:pt x="61270" y="113931"/>
                </a:cubicBezTo>
                <a:cubicBezTo>
                  <a:pt x="61270" y="114228"/>
                  <a:pt x="61032" y="114467"/>
                  <a:pt x="60734" y="114467"/>
                </a:cubicBezTo>
                <a:cubicBezTo>
                  <a:pt x="60436" y="114467"/>
                  <a:pt x="60198" y="114228"/>
                  <a:pt x="60198" y="113931"/>
                </a:cubicBezTo>
                <a:cubicBezTo>
                  <a:pt x="60198" y="113633"/>
                  <a:pt x="60436" y="113395"/>
                  <a:pt x="60734" y="113395"/>
                </a:cubicBezTo>
                <a:close/>
                <a:moveTo>
                  <a:pt x="60734" y="113121"/>
                </a:moveTo>
                <a:cubicBezTo>
                  <a:pt x="60293" y="113121"/>
                  <a:pt x="59924" y="113490"/>
                  <a:pt x="59924" y="113943"/>
                </a:cubicBezTo>
                <a:cubicBezTo>
                  <a:pt x="59924" y="114383"/>
                  <a:pt x="60293" y="114764"/>
                  <a:pt x="60734" y="114764"/>
                </a:cubicBezTo>
                <a:cubicBezTo>
                  <a:pt x="61186" y="114764"/>
                  <a:pt x="61555" y="114383"/>
                  <a:pt x="61555" y="113943"/>
                </a:cubicBezTo>
                <a:cubicBezTo>
                  <a:pt x="61555" y="113478"/>
                  <a:pt x="61198" y="113121"/>
                  <a:pt x="60734" y="113121"/>
                </a:cubicBezTo>
                <a:close/>
                <a:moveTo>
                  <a:pt x="50899" y="114919"/>
                </a:moveTo>
                <a:cubicBezTo>
                  <a:pt x="51197" y="114919"/>
                  <a:pt x="51435" y="115157"/>
                  <a:pt x="51435" y="115455"/>
                </a:cubicBezTo>
                <a:cubicBezTo>
                  <a:pt x="51435" y="115752"/>
                  <a:pt x="51197" y="115991"/>
                  <a:pt x="50899" y="115991"/>
                </a:cubicBezTo>
                <a:cubicBezTo>
                  <a:pt x="50602" y="115991"/>
                  <a:pt x="50364" y="115752"/>
                  <a:pt x="50364" y="115455"/>
                </a:cubicBezTo>
                <a:cubicBezTo>
                  <a:pt x="50364" y="115157"/>
                  <a:pt x="50602" y="114919"/>
                  <a:pt x="50899" y="114919"/>
                </a:cubicBezTo>
                <a:close/>
                <a:moveTo>
                  <a:pt x="37433" y="61484"/>
                </a:moveTo>
                <a:cubicBezTo>
                  <a:pt x="36981" y="61484"/>
                  <a:pt x="36612" y="61853"/>
                  <a:pt x="36612" y="62293"/>
                </a:cubicBezTo>
                <a:cubicBezTo>
                  <a:pt x="36612" y="62698"/>
                  <a:pt x="36909" y="63032"/>
                  <a:pt x="37279" y="63103"/>
                </a:cubicBezTo>
                <a:lnTo>
                  <a:pt x="37279" y="81189"/>
                </a:lnTo>
                <a:lnTo>
                  <a:pt x="25408" y="93154"/>
                </a:lnTo>
                <a:lnTo>
                  <a:pt x="25408" y="108418"/>
                </a:lnTo>
                <a:lnTo>
                  <a:pt x="18038" y="115848"/>
                </a:lnTo>
                <a:lnTo>
                  <a:pt x="5060" y="115848"/>
                </a:lnTo>
                <a:lnTo>
                  <a:pt x="5060" y="116133"/>
                </a:lnTo>
                <a:lnTo>
                  <a:pt x="18169" y="116133"/>
                </a:lnTo>
                <a:lnTo>
                  <a:pt x="25706" y="108537"/>
                </a:lnTo>
                <a:lnTo>
                  <a:pt x="25706" y="93273"/>
                </a:lnTo>
                <a:lnTo>
                  <a:pt x="37576" y="81308"/>
                </a:lnTo>
                <a:lnTo>
                  <a:pt x="37576" y="63103"/>
                </a:lnTo>
                <a:cubicBezTo>
                  <a:pt x="37969" y="63032"/>
                  <a:pt x="38255" y="62698"/>
                  <a:pt x="38255" y="62293"/>
                </a:cubicBezTo>
                <a:cubicBezTo>
                  <a:pt x="38255" y="61853"/>
                  <a:pt x="37874" y="61484"/>
                  <a:pt x="37433" y="61484"/>
                </a:cubicBezTo>
                <a:close/>
                <a:moveTo>
                  <a:pt x="50899" y="117872"/>
                </a:moveTo>
                <a:cubicBezTo>
                  <a:pt x="51197" y="117872"/>
                  <a:pt x="51435" y="118110"/>
                  <a:pt x="51435" y="118408"/>
                </a:cubicBezTo>
                <a:cubicBezTo>
                  <a:pt x="51435" y="118705"/>
                  <a:pt x="51197" y="118943"/>
                  <a:pt x="50899" y="118943"/>
                </a:cubicBezTo>
                <a:cubicBezTo>
                  <a:pt x="50602" y="118943"/>
                  <a:pt x="50364" y="118705"/>
                  <a:pt x="50364" y="118408"/>
                </a:cubicBezTo>
                <a:cubicBezTo>
                  <a:pt x="50364" y="118110"/>
                  <a:pt x="50602" y="117872"/>
                  <a:pt x="50899" y="117872"/>
                </a:cubicBezTo>
                <a:close/>
                <a:moveTo>
                  <a:pt x="10192" y="120551"/>
                </a:moveTo>
                <a:cubicBezTo>
                  <a:pt x="9680" y="120551"/>
                  <a:pt x="9239" y="120979"/>
                  <a:pt x="9239" y="121503"/>
                </a:cubicBezTo>
                <a:cubicBezTo>
                  <a:pt x="9239" y="122027"/>
                  <a:pt x="9680" y="122456"/>
                  <a:pt x="10192" y="122456"/>
                </a:cubicBezTo>
                <a:cubicBezTo>
                  <a:pt x="10728" y="122456"/>
                  <a:pt x="11144" y="122027"/>
                  <a:pt x="11144" y="121503"/>
                </a:cubicBezTo>
                <a:cubicBezTo>
                  <a:pt x="11144" y="120979"/>
                  <a:pt x="10716" y="120551"/>
                  <a:pt x="10192" y="120551"/>
                </a:cubicBezTo>
                <a:close/>
                <a:moveTo>
                  <a:pt x="12454" y="120551"/>
                </a:moveTo>
                <a:cubicBezTo>
                  <a:pt x="11942" y="120551"/>
                  <a:pt x="11502" y="120979"/>
                  <a:pt x="11502" y="121503"/>
                </a:cubicBezTo>
                <a:cubicBezTo>
                  <a:pt x="11502" y="122027"/>
                  <a:pt x="11942" y="122456"/>
                  <a:pt x="12454" y="122456"/>
                </a:cubicBezTo>
                <a:cubicBezTo>
                  <a:pt x="12978" y="122456"/>
                  <a:pt x="13407" y="122027"/>
                  <a:pt x="13407" y="121503"/>
                </a:cubicBezTo>
                <a:cubicBezTo>
                  <a:pt x="13407" y="120979"/>
                  <a:pt x="12978" y="120551"/>
                  <a:pt x="12454" y="120551"/>
                </a:cubicBezTo>
                <a:close/>
                <a:moveTo>
                  <a:pt x="14716" y="120551"/>
                </a:moveTo>
                <a:cubicBezTo>
                  <a:pt x="14204" y="120551"/>
                  <a:pt x="13764" y="120979"/>
                  <a:pt x="13764" y="121503"/>
                </a:cubicBezTo>
                <a:cubicBezTo>
                  <a:pt x="13764" y="122027"/>
                  <a:pt x="14204" y="122456"/>
                  <a:pt x="14716" y="122456"/>
                </a:cubicBezTo>
                <a:cubicBezTo>
                  <a:pt x="15240" y="122456"/>
                  <a:pt x="15669" y="122027"/>
                  <a:pt x="15669" y="121503"/>
                </a:cubicBezTo>
                <a:cubicBezTo>
                  <a:pt x="15669" y="120979"/>
                  <a:pt x="15240" y="120551"/>
                  <a:pt x="14716" y="120551"/>
                </a:cubicBezTo>
                <a:close/>
                <a:moveTo>
                  <a:pt x="53804" y="124611"/>
                </a:moveTo>
                <a:cubicBezTo>
                  <a:pt x="54102" y="124611"/>
                  <a:pt x="54340" y="124849"/>
                  <a:pt x="54340" y="125146"/>
                </a:cubicBezTo>
                <a:cubicBezTo>
                  <a:pt x="54340" y="125444"/>
                  <a:pt x="54102" y="125682"/>
                  <a:pt x="53804" y="125682"/>
                </a:cubicBezTo>
                <a:cubicBezTo>
                  <a:pt x="53507" y="125682"/>
                  <a:pt x="53269" y="125444"/>
                  <a:pt x="53269" y="125146"/>
                </a:cubicBezTo>
                <a:cubicBezTo>
                  <a:pt x="53269" y="124849"/>
                  <a:pt x="53507" y="124611"/>
                  <a:pt x="53804" y="124611"/>
                </a:cubicBezTo>
                <a:close/>
                <a:moveTo>
                  <a:pt x="10216" y="125789"/>
                </a:moveTo>
                <a:cubicBezTo>
                  <a:pt x="10513" y="125789"/>
                  <a:pt x="10751" y="126028"/>
                  <a:pt x="10751" y="126325"/>
                </a:cubicBezTo>
                <a:cubicBezTo>
                  <a:pt x="10751" y="126623"/>
                  <a:pt x="10513" y="126861"/>
                  <a:pt x="10216" y="126861"/>
                </a:cubicBezTo>
                <a:cubicBezTo>
                  <a:pt x="9918" y="126861"/>
                  <a:pt x="9680" y="126623"/>
                  <a:pt x="9680" y="126325"/>
                </a:cubicBezTo>
                <a:cubicBezTo>
                  <a:pt x="9680" y="126028"/>
                  <a:pt x="9918" y="125789"/>
                  <a:pt x="10216" y="125789"/>
                </a:cubicBezTo>
                <a:close/>
                <a:moveTo>
                  <a:pt x="12454" y="125789"/>
                </a:moveTo>
                <a:cubicBezTo>
                  <a:pt x="12752" y="125789"/>
                  <a:pt x="12990" y="126028"/>
                  <a:pt x="12990" y="126325"/>
                </a:cubicBezTo>
                <a:cubicBezTo>
                  <a:pt x="12990" y="126623"/>
                  <a:pt x="12752" y="126861"/>
                  <a:pt x="12454" y="126861"/>
                </a:cubicBezTo>
                <a:cubicBezTo>
                  <a:pt x="12156" y="126861"/>
                  <a:pt x="11918" y="126623"/>
                  <a:pt x="11918" y="126325"/>
                </a:cubicBezTo>
                <a:cubicBezTo>
                  <a:pt x="11918" y="126028"/>
                  <a:pt x="12156" y="125789"/>
                  <a:pt x="12454" y="125789"/>
                </a:cubicBezTo>
                <a:close/>
                <a:moveTo>
                  <a:pt x="14716" y="125789"/>
                </a:moveTo>
                <a:cubicBezTo>
                  <a:pt x="15014" y="125789"/>
                  <a:pt x="15252" y="126028"/>
                  <a:pt x="15252" y="126325"/>
                </a:cubicBezTo>
                <a:cubicBezTo>
                  <a:pt x="15252" y="126623"/>
                  <a:pt x="15014" y="126861"/>
                  <a:pt x="14716" y="126861"/>
                </a:cubicBezTo>
                <a:cubicBezTo>
                  <a:pt x="14419" y="126861"/>
                  <a:pt x="14180" y="126623"/>
                  <a:pt x="14180" y="126325"/>
                </a:cubicBezTo>
                <a:cubicBezTo>
                  <a:pt x="14180" y="126028"/>
                  <a:pt x="14419" y="125789"/>
                  <a:pt x="14716" y="125789"/>
                </a:cubicBezTo>
                <a:close/>
                <a:moveTo>
                  <a:pt x="50887" y="125897"/>
                </a:moveTo>
                <a:cubicBezTo>
                  <a:pt x="51185" y="125897"/>
                  <a:pt x="51423" y="126135"/>
                  <a:pt x="51423" y="126432"/>
                </a:cubicBezTo>
                <a:cubicBezTo>
                  <a:pt x="51423" y="126730"/>
                  <a:pt x="51185" y="126968"/>
                  <a:pt x="50887" y="126968"/>
                </a:cubicBezTo>
                <a:cubicBezTo>
                  <a:pt x="50590" y="126968"/>
                  <a:pt x="50352" y="126730"/>
                  <a:pt x="50352" y="126432"/>
                </a:cubicBezTo>
                <a:cubicBezTo>
                  <a:pt x="50352" y="126135"/>
                  <a:pt x="50590" y="125897"/>
                  <a:pt x="50887" y="125897"/>
                </a:cubicBezTo>
                <a:close/>
                <a:moveTo>
                  <a:pt x="56067" y="126849"/>
                </a:moveTo>
                <a:cubicBezTo>
                  <a:pt x="56364" y="126849"/>
                  <a:pt x="56602" y="127087"/>
                  <a:pt x="56602" y="127385"/>
                </a:cubicBezTo>
                <a:cubicBezTo>
                  <a:pt x="56602" y="127682"/>
                  <a:pt x="56364" y="127921"/>
                  <a:pt x="56067" y="127921"/>
                </a:cubicBezTo>
                <a:cubicBezTo>
                  <a:pt x="55769" y="127921"/>
                  <a:pt x="55531" y="127682"/>
                  <a:pt x="55531" y="127385"/>
                </a:cubicBezTo>
                <a:cubicBezTo>
                  <a:pt x="55531" y="127087"/>
                  <a:pt x="55769" y="126849"/>
                  <a:pt x="56067" y="126849"/>
                </a:cubicBezTo>
                <a:close/>
                <a:moveTo>
                  <a:pt x="58317" y="129087"/>
                </a:moveTo>
                <a:cubicBezTo>
                  <a:pt x="58615" y="129087"/>
                  <a:pt x="58853" y="129326"/>
                  <a:pt x="58853" y="129623"/>
                </a:cubicBezTo>
                <a:cubicBezTo>
                  <a:pt x="58853" y="129921"/>
                  <a:pt x="58615" y="130159"/>
                  <a:pt x="58317" y="130159"/>
                </a:cubicBezTo>
                <a:cubicBezTo>
                  <a:pt x="58019" y="130159"/>
                  <a:pt x="57781" y="129921"/>
                  <a:pt x="57781" y="129623"/>
                </a:cubicBezTo>
                <a:cubicBezTo>
                  <a:pt x="57781" y="129326"/>
                  <a:pt x="58019" y="129087"/>
                  <a:pt x="58317" y="129087"/>
                </a:cubicBezTo>
                <a:close/>
                <a:moveTo>
                  <a:pt x="142042" y="105656"/>
                </a:moveTo>
                <a:lnTo>
                  <a:pt x="142042" y="115657"/>
                </a:lnTo>
                <a:lnTo>
                  <a:pt x="157829" y="131409"/>
                </a:lnTo>
                <a:lnTo>
                  <a:pt x="158032" y="131207"/>
                </a:lnTo>
                <a:lnTo>
                  <a:pt x="142327" y="115538"/>
                </a:lnTo>
                <a:lnTo>
                  <a:pt x="142327" y="105656"/>
                </a:lnTo>
                <a:close/>
                <a:moveTo>
                  <a:pt x="139791" y="103406"/>
                </a:moveTo>
                <a:lnTo>
                  <a:pt x="139791" y="116372"/>
                </a:lnTo>
                <a:lnTo>
                  <a:pt x="155591" y="132124"/>
                </a:lnTo>
                <a:lnTo>
                  <a:pt x="155781" y="131921"/>
                </a:lnTo>
                <a:lnTo>
                  <a:pt x="140077" y="116253"/>
                </a:lnTo>
                <a:lnTo>
                  <a:pt x="140077" y="103406"/>
                </a:lnTo>
                <a:close/>
                <a:moveTo>
                  <a:pt x="87201" y="34683"/>
                </a:moveTo>
                <a:cubicBezTo>
                  <a:pt x="86749" y="34683"/>
                  <a:pt x="86380" y="35064"/>
                  <a:pt x="86380" y="35504"/>
                </a:cubicBezTo>
                <a:cubicBezTo>
                  <a:pt x="86380" y="35957"/>
                  <a:pt x="86749" y="36326"/>
                  <a:pt x="87201" y="36326"/>
                </a:cubicBezTo>
                <a:cubicBezTo>
                  <a:pt x="87380" y="36326"/>
                  <a:pt x="87523" y="36266"/>
                  <a:pt x="87654" y="36171"/>
                </a:cubicBezTo>
                <a:lnTo>
                  <a:pt x="104370" y="52876"/>
                </a:lnTo>
                <a:lnTo>
                  <a:pt x="104418" y="52923"/>
                </a:lnTo>
                <a:lnTo>
                  <a:pt x="112145" y="52923"/>
                </a:lnTo>
                <a:lnTo>
                  <a:pt x="137517" y="78260"/>
                </a:lnTo>
                <a:lnTo>
                  <a:pt x="137517" y="117098"/>
                </a:lnTo>
                <a:lnTo>
                  <a:pt x="153305" y="132850"/>
                </a:lnTo>
                <a:lnTo>
                  <a:pt x="153495" y="132647"/>
                </a:lnTo>
                <a:lnTo>
                  <a:pt x="137803" y="116979"/>
                </a:lnTo>
                <a:lnTo>
                  <a:pt x="137803" y="78129"/>
                </a:lnTo>
                <a:lnTo>
                  <a:pt x="137827" y="78129"/>
                </a:lnTo>
                <a:lnTo>
                  <a:pt x="112324" y="52673"/>
                </a:lnTo>
                <a:lnTo>
                  <a:pt x="112276" y="52626"/>
                </a:lnTo>
                <a:lnTo>
                  <a:pt x="104549" y="52626"/>
                </a:lnTo>
                <a:lnTo>
                  <a:pt x="87868" y="35969"/>
                </a:lnTo>
                <a:cubicBezTo>
                  <a:pt x="87952" y="35838"/>
                  <a:pt x="88011" y="35671"/>
                  <a:pt x="88011" y="35504"/>
                </a:cubicBezTo>
                <a:cubicBezTo>
                  <a:pt x="88011" y="35064"/>
                  <a:pt x="87642" y="34683"/>
                  <a:pt x="87201" y="34683"/>
                </a:cubicBezTo>
                <a:close/>
                <a:moveTo>
                  <a:pt x="80998" y="35540"/>
                </a:moveTo>
                <a:lnTo>
                  <a:pt x="79593" y="36945"/>
                </a:lnTo>
                <a:cubicBezTo>
                  <a:pt x="79462" y="36862"/>
                  <a:pt x="79296" y="36802"/>
                  <a:pt x="79129" y="36802"/>
                </a:cubicBezTo>
                <a:cubicBezTo>
                  <a:pt x="78689" y="36802"/>
                  <a:pt x="78319" y="37171"/>
                  <a:pt x="78319" y="37624"/>
                </a:cubicBezTo>
                <a:cubicBezTo>
                  <a:pt x="78319" y="38064"/>
                  <a:pt x="78689" y="38433"/>
                  <a:pt x="79129" y="38433"/>
                </a:cubicBezTo>
                <a:cubicBezTo>
                  <a:pt x="79581" y="38433"/>
                  <a:pt x="79951" y="38064"/>
                  <a:pt x="79951" y="37624"/>
                </a:cubicBezTo>
                <a:cubicBezTo>
                  <a:pt x="79951" y="37445"/>
                  <a:pt x="79891" y="37279"/>
                  <a:pt x="79808" y="37159"/>
                </a:cubicBezTo>
                <a:lnTo>
                  <a:pt x="81129" y="35838"/>
                </a:lnTo>
                <a:lnTo>
                  <a:pt x="84392" y="35838"/>
                </a:lnTo>
                <a:lnTo>
                  <a:pt x="103704" y="55102"/>
                </a:lnTo>
                <a:lnTo>
                  <a:pt x="103751" y="55150"/>
                </a:lnTo>
                <a:lnTo>
                  <a:pt x="111478" y="55150"/>
                </a:lnTo>
                <a:lnTo>
                  <a:pt x="135291" y="78962"/>
                </a:lnTo>
                <a:lnTo>
                  <a:pt x="135291" y="117800"/>
                </a:lnTo>
                <a:lnTo>
                  <a:pt x="151079" y="133552"/>
                </a:lnTo>
                <a:lnTo>
                  <a:pt x="151269" y="133350"/>
                </a:lnTo>
                <a:lnTo>
                  <a:pt x="135565" y="117681"/>
                </a:lnTo>
                <a:lnTo>
                  <a:pt x="135565" y="78843"/>
                </a:lnTo>
                <a:lnTo>
                  <a:pt x="111609" y="54912"/>
                </a:lnTo>
                <a:lnTo>
                  <a:pt x="111562" y="54864"/>
                </a:lnTo>
                <a:lnTo>
                  <a:pt x="103835" y="54864"/>
                </a:lnTo>
                <a:lnTo>
                  <a:pt x="88690" y="39731"/>
                </a:lnTo>
                <a:lnTo>
                  <a:pt x="84534" y="35576"/>
                </a:lnTo>
                <a:lnTo>
                  <a:pt x="84487" y="35540"/>
                </a:lnTo>
                <a:close/>
                <a:moveTo>
                  <a:pt x="82725" y="78879"/>
                </a:moveTo>
                <a:cubicBezTo>
                  <a:pt x="82272" y="78879"/>
                  <a:pt x="81903" y="79248"/>
                  <a:pt x="81903" y="79700"/>
                </a:cubicBezTo>
                <a:cubicBezTo>
                  <a:pt x="81903" y="80093"/>
                  <a:pt x="82201" y="80427"/>
                  <a:pt x="82570" y="80498"/>
                </a:cubicBezTo>
                <a:lnTo>
                  <a:pt x="82570" y="86844"/>
                </a:lnTo>
                <a:lnTo>
                  <a:pt x="84570" y="88821"/>
                </a:lnTo>
                <a:lnTo>
                  <a:pt x="86690" y="88821"/>
                </a:lnTo>
                <a:lnTo>
                  <a:pt x="89928" y="92011"/>
                </a:lnTo>
                <a:lnTo>
                  <a:pt x="89928" y="133278"/>
                </a:lnTo>
                <a:lnTo>
                  <a:pt x="83582" y="139624"/>
                </a:lnTo>
                <a:lnTo>
                  <a:pt x="83796" y="139839"/>
                </a:lnTo>
                <a:lnTo>
                  <a:pt x="90226" y="133397"/>
                </a:lnTo>
                <a:lnTo>
                  <a:pt x="90226" y="91904"/>
                </a:lnTo>
                <a:lnTo>
                  <a:pt x="86832" y="88535"/>
                </a:lnTo>
                <a:lnTo>
                  <a:pt x="84701" y="88535"/>
                </a:lnTo>
                <a:lnTo>
                  <a:pt x="82868" y="86713"/>
                </a:lnTo>
                <a:lnTo>
                  <a:pt x="82868" y="80498"/>
                </a:lnTo>
                <a:cubicBezTo>
                  <a:pt x="83261" y="80427"/>
                  <a:pt x="83534" y="80093"/>
                  <a:pt x="83534" y="79700"/>
                </a:cubicBezTo>
                <a:cubicBezTo>
                  <a:pt x="83534" y="79248"/>
                  <a:pt x="83165" y="78879"/>
                  <a:pt x="82725" y="78879"/>
                </a:cubicBezTo>
                <a:close/>
                <a:moveTo>
                  <a:pt x="110085" y="139255"/>
                </a:moveTo>
                <a:cubicBezTo>
                  <a:pt x="110383" y="139255"/>
                  <a:pt x="110621" y="139493"/>
                  <a:pt x="110621" y="139791"/>
                </a:cubicBezTo>
                <a:cubicBezTo>
                  <a:pt x="110621" y="140089"/>
                  <a:pt x="110383" y="140327"/>
                  <a:pt x="110085" y="140327"/>
                </a:cubicBezTo>
                <a:cubicBezTo>
                  <a:pt x="109788" y="140327"/>
                  <a:pt x="109550" y="140089"/>
                  <a:pt x="109550" y="139791"/>
                </a:cubicBezTo>
                <a:cubicBezTo>
                  <a:pt x="109573" y="139493"/>
                  <a:pt x="109811" y="139255"/>
                  <a:pt x="110085" y="139255"/>
                </a:cubicBezTo>
                <a:close/>
                <a:moveTo>
                  <a:pt x="110085" y="138970"/>
                </a:moveTo>
                <a:cubicBezTo>
                  <a:pt x="109645" y="138970"/>
                  <a:pt x="109276" y="139351"/>
                  <a:pt x="109276" y="139791"/>
                </a:cubicBezTo>
                <a:cubicBezTo>
                  <a:pt x="109276" y="140244"/>
                  <a:pt x="109645" y="140613"/>
                  <a:pt x="110085" y="140613"/>
                </a:cubicBezTo>
                <a:cubicBezTo>
                  <a:pt x="110538" y="140613"/>
                  <a:pt x="110907" y="140244"/>
                  <a:pt x="110907" y="139791"/>
                </a:cubicBezTo>
                <a:cubicBezTo>
                  <a:pt x="110907" y="139351"/>
                  <a:pt x="110538" y="138970"/>
                  <a:pt x="110085" y="138970"/>
                </a:cubicBezTo>
                <a:close/>
                <a:moveTo>
                  <a:pt x="50887" y="125599"/>
                </a:moveTo>
                <a:cubicBezTo>
                  <a:pt x="50435" y="125611"/>
                  <a:pt x="50078" y="125980"/>
                  <a:pt x="50078" y="126432"/>
                </a:cubicBezTo>
                <a:cubicBezTo>
                  <a:pt x="50078" y="126825"/>
                  <a:pt x="50375" y="127159"/>
                  <a:pt x="50756" y="127230"/>
                </a:cubicBezTo>
                <a:lnTo>
                  <a:pt x="50756" y="135922"/>
                </a:lnTo>
                <a:lnTo>
                  <a:pt x="46125" y="140565"/>
                </a:lnTo>
                <a:lnTo>
                  <a:pt x="46327" y="140756"/>
                </a:lnTo>
                <a:lnTo>
                  <a:pt x="51030" y="136029"/>
                </a:lnTo>
                <a:lnTo>
                  <a:pt x="51030" y="127218"/>
                </a:lnTo>
                <a:cubicBezTo>
                  <a:pt x="51423" y="127147"/>
                  <a:pt x="51709" y="126813"/>
                  <a:pt x="51709" y="126409"/>
                </a:cubicBezTo>
                <a:cubicBezTo>
                  <a:pt x="51709" y="125968"/>
                  <a:pt x="51328" y="125599"/>
                  <a:pt x="50887" y="125599"/>
                </a:cubicBezTo>
                <a:close/>
                <a:moveTo>
                  <a:pt x="29563" y="141696"/>
                </a:moveTo>
                <a:cubicBezTo>
                  <a:pt x="29861" y="141696"/>
                  <a:pt x="30099" y="141934"/>
                  <a:pt x="30099" y="142232"/>
                </a:cubicBezTo>
                <a:cubicBezTo>
                  <a:pt x="30099" y="142530"/>
                  <a:pt x="29861" y="142768"/>
                  <a:pt x="29563" y="142768"/>
                </a:cubicBezTo>
                <a:cubicBezTo>
                  <a:pt x="29266" y="142768"/>
                  <a:pt x="29028" y="142530"/>
                  <a:pt x="29028" y="142232"/>
                </a:cubicBezTo>
                <a:cubicBezTo>
                  <a:pt x="29028" y="141934"/>
                  <a:pt x="29266" y="141696"/>
                  <a:pt x="29563" y="141696"/>
                </a:cubicBezTo>
                <a:close/>
                <a:moveTo>
                  <a:pt x="51542" y="98822"/>
                </a:moveTo>
                <a:cubicBezTo>
                  <a:pt x="51090" y="98822"/>
                  <a:pt x="50721" y="99179"/>
                  <a:pt x="50721" y="99643"/>
                </a:cubicBezTo>
                <a:cubicBezTo>
                  <a:pt x="50721" y="99822"/>
                  <a:pt x="50780" y="99977"/>
                  <a:pt x="50876" y="100096"/>
                </a:cubicBezTo>
                <a:lnTo>
                  <a:pt x="48625" y="102346"/>
                </a:lnTo>
                <a:lnTo>
                  <a:pt x="48625" y="106966"/>
                </a:lnTo>
                <a:lnTo>
                  <a:pt x="39112" y="116514"/>
                </a:lnTo>
                <a:lnTo>
                  <a:pt x="39065" y="116562"/>
                </a:lnTo>
                <a:lnTo>
                  <a:pt x="39065" y="119110"/>
                </a:lnTo>
                <a:lnTo>
                  <a:pt x="29409" y="128814"/>
                </a:lnTo>
                <a:lnTo>
                  <a:pt x="29409" y="141434"/>
                </a:lnTo>
                <a:cubicBezTo>
                  <a:pt x="29028" y="141506"/>
                  <a:pt x="28742" y="141827"/>
                  <a:pt x="28742" y="142232"/>
                </a:cubicBezTo>
                <a:cubicBezTo>
                  <a:pt x="28742" y="142684"/>
                  <a:pt x="29111" y="143053"/>
                  <a:pt x="29563" y="143053"/>
                </a:cubicBezTo>
                <a:cubicBezTo>
                  <a:pt x="30004" y="143053"/>
                  <a:pt x="30373" y="142684"/>
                  <a:pt x="30373" y="142232"/>
                </a:cubicBezTo>
                <a:cubicBezTo>
                  <a:pt x="30373" y="141827"/>
                  <a:pt x="30075" y="141506"/>
                  <a:pt x="29706" y="141434"/>
                </a:cubicBezTo>
                <a:lnTo>
                  <a:pt x="29706" y="128933"/>
                </a:lnTo>
                <a:lnTo>
                  <a:pt x="39362" y="119241"/>
                </a:lnTo>
                <a:lnTo>
                  <a:pt x="39362" y="116693"/>
                </a:lnTo>
                <a:lnTo>
                  <a:pt x="48875" y="107132"/>
                </a:lnTo>
                <a:lnTo>
                  <a:pt x="48923" y="107097"/>
                </a:lnTo>
                <a:lnTo>
                  <a:pt x="48923" y="102477"/>
                </a:lnTo>
                <a:lnTo>
                  <a:pt x="51078" y="100310"/>
                </a:lnTo>
                <a:cubicBezTo>
                  <a:pt x="51209" y="100393"/>
                  <a:pt x="51376" y="100453"/>
                  <a:pt x="51542" y="100453"/>
                </a:cubicBezTo>
                <a:cubicBezTo>
                  <a:pt x="51983" y="100453"/>
                  <a:pt x="52364" y="100084"/>
                  <a:pt x="52364" y="99631"/>
                </a:cubicBezTo>
                <a:cubicBezTo>
                  <a:pt x="52364" y="99191"/>
                  <a:pt x="51983" y="98822"/>
                  <a:pt x="51542" y="98822"/>
                </a:cubicBezTo>
                <a:close/>
                <a:moveTo>
                  <a:pt x="124337" y="77212"/>
                </a:moveTo>
                <a:cubicBezTo>
                  <a:pt x="123885" y="77212"/>
                  <a:pt x="123516" y="77581"/>
                  <a:pt x="123516" y="78022"/>
                </a:cubicBezTo>
                <a:cubicBezTo>
                  <a:pt x="123516" y="78474"/>
                  <a:pt x="123885" y="78843"/>
                  <a:pt x="124337" y="78843"/>
                </a:cubicBezTo>
                <a:cubicBezTo>
                  <a:pt x="124516" y="78843"/>
                  <a:pt x="124670" y="78784"/>
                  <a:pt x="124790" y="78700"/>
                </a:cubicBezTo>
                <a:lnTo>
                  <a:pt x="129516" y="83403"/>
                </a:lnTo>
                <a:lnTo>
                  <a:pt x="129516" y="120598"/>
                </a:lnTo>
                <a:lnTo>
                  <a:pt x="152210" y="143256"/>
                </a:lnTo>
                <a:lnTo>
                  <a:pt x="152400" y="143053"/>
                </a:lnTo>
                <a:lnTo>
                  <a:pt x="129778" y="120479"/>
                </a:lnTo>
                <a:lnTo>
                  <a:pt x="129778" y="83284"/>
                </a:lnTo>
                <a:lnTo>
                  <a:pt x="129814" y="83284"/>
                </a:lnTo>
                <a:lnTo>
                  <a:pt x="125004" y="78486"/>
                </a:lnTo>
                <a:cubicBezTo>
                  <a:pt x="125087" y="78355"/>
                  <a:pt x="125147" y="78188"/>
                  <a:pt x="125147" y="78022"/>
                </a:cubicBezTo>
                <a:cubicBezTo>
                  <a:pt x="125147" y="77581"/>
                  <a:pt x="124778" y="77212"/>
                  <a:pt x="124337" y="77212"/>
                </a:cubicBezTo>
                <a:close/>
                <a:moveTo>
                  <a:pt x="110085" y="142208"/>
                </a:moveTo>
                <a:cubicBezTo>
                  <a:pt x="110383" y="142208"/>
                  <a:pt x="110621" y="142446"/>
                  <a:pt x="110621" y="142744"/>
                </a:cubicBezTo>
                <a:cubicBezTo>
                  <a:pt x="110621" y="143042"/>
                  <a:pt x="110383" y="143280"/>
                  <a:pt x="110085" y="143280"/>
                </a:cubicBezTo>
                <a:cubicBezTo>
                  <a:pt x="109788" y="143280"/>
                  <a:pt x="109550" y="143042"/>
                  <a:pt x="109550" y="142744"/>
                </a:cubicBezTo>
                <a:cubicBezTo>
                  <a:pt x="109573" y="142446"/>
                  <a:pt x="109811" y="142208"/>
                  <a:pt x="110085" y="142208"/>
                </a:cubicBezTo>
                <a:close/>
                <a:moveTo>
                  <a:pt x="110085" y="141910"/>
                </a:moveTo>
                <a:cubicBezTo>
                  <a:pt x="109645" y="141910"/>
                  <a:pt x="109276" y="142280"/>
                  <a:pt x="109276" y="142720"/>
                </a:cubicBezTo>
                <a:cubicBezTo>
                  <a:pt x="109276" y="143184"/>
                  <a:pt x="109645" y="143542"/>
                  <a:pt x="110085" y="143542"/>
                </a:cubicBezTo>
                <a:cubicBezTo>
                  <a:pt x="110538" y="143542"/>
                  <a:pt x="110907" y="143172"/>
                  <a:pt x="110907" y="142720"/>
                </a:cubicBezTo>
                <a:cubicBezTo>
                  <a:pt x="110907" y="142280"/>
                  <a:pt x="110538" y="141910"/>
                  <a:pt x="110085" y="141910"/>
                </a:cubicBezTo>
                <a:close/>
                <a:moveTo>
                  <a:pt x="85939" y="142887"/>
                </a:moveTo>
                <a:cubicBezTo>
                  <a:pt x="86237" y="142887"/>
                  <a:pt x="86475" y="143125"/>
                  <a:pt x="86475" y="143423"/>
                </a:cubicBezTo>
                <a:cubicBezTo>
                  <a:pt x="86475" y="143720"/>
                  <a:pt x="86237" y="143958"/>
                  <a:pt x="85939" y="143958"/>
                </a:cubicBezTo>
                <a:cubicBezTo>
                  <a:pt x="85642" y="143958"/>
                  <a:pt x="85404" y="143720"/>
                  <a:pt x="85404" y="143423"/>
                </a:cubicBezTo>
                <a:cubicBezTo>
                  <a:pt x="85404" y="143125"/>
                  <a:pt x="85642" y="142887"/>
                  <a:pt x="85939" y="142887"/>
                </a:cubicBezTo>
                <a:close/>
                <a:moveTo>
                  <a:pt x="76795" y="45780"/>
                </a:moveTo>
                <a:lnTo>
                  <a:pt x="76795" y="67497"/>
                </a:lnTo>
                <a:lnTo>
                  <a:pt x="91131" y="81796"/>
                </a:lnTo>
                <a:lnTo>
                  <a:pt x="91131" y="87320"/>
                </a:lnTo>
                <a:lnTo>
                  <a:pt x="94429" y="90606"/>
                </a:lnTo>
                <a:lnTo>
                  <a:pt x="94429" y="134707"/>
                </a:lnTo>
                <a:lnTo>
                  <a:pt x="86392" y="142756"/>
                </a:lnTo>
                <a:cubicBezTo>
                  <a:pt x="86261" y="142661"/>
                  <a:pt x="86094" y="142601"/>
                  <a:pt x="85939" y="142601"/>
                </a:cubicBezTo>
                <a:cubicBezTo>
                  <a:pt x="85487" y="142601"/>
                  <a:pt x="85118" y="142982"/>
                  <a:pt x="85118" y="143423"/>
                </a:cubicBezTo>
                <a:cubicBezTo>
                  <a:pt x="85118" y="143875"/>
                  <a:pt x="85487" y="144244"/>
                  <a:pt x="85939" y="144244"/>
                </a:cubicBezTo>
                <a:cubicBezTo>
                  <a:pt x="86380" y="144244"/>
                  <a:pt x="86749" y="143875"/>
                  <a:pt x="86749" y="143423"/>
                </a:cubicBezTo>
                <a:cubicBezTo>
                  <a:pt x="86749" y="143244"/>
                  <a:pt x="86690" y="143077"/>
                  <a:pt x="86606" y="142958"/>
                </a:cubicBezTo>
                <a:lnTo>
                  <a:pt x="94714" y="134826"/>
                </a:lnTo>
                <a:lnTo>
                  <a:pt x="94714" y="90476"/>
                </a:lnTo>
                <a:lnTo>
                  <a:pt x="91416" y="87177"/>
                </a:lnTo>
                <a:lnTo>
                  <a:pt x="91416" y="81653"/>
                </a:lnTo>
                <a:lnTo>
                  <a:pt x="77081" y="67354"/>
                </a:lnTo>
                <a:lnTo>
                  <a:pt x="77081" y="45780"/>
                </a:lnTo>
                <a:close/>
                <a:moveTo>
                  <a:pt x="50887" y="104644"/>
                </a:moveTo>
                <a:cubicBezTo>
                  <a:pt x="50435" y="104644"/>
                  <a:pt x="50066" y="105013"/>
                  <a:pt x="50066" y="105454"/>
                </a:cubicBezTo>
                <a:cubicBezTo>
                  <a:pt x="50066" y="105858"/>
                  <a:pt x="50364" y="106192"/>
                  <a:pt x="50733" y="106263"/>
                </a:cubicBezTo>
                <a:lnTo>
                  <a:pt x="50733" y="109418"/>
                </a:lnTo>
                <a:lnTo>
                  <a:pt x="41231" y="118967"/>
                </a:lnTo>
                <a:lnTo>
                  <a:pt x="41184" y="119015"/>
                </a:lnTo>
                <a:lnTo>
                  <a:pt x="41184" y="122872"/>
                </a:lnTo>
                <a:lnTo>
                  <a:pt x="33290" y="130802"/>
                </a:lnTo>
                <a:lnTo>
                  <a:pt x="33254" y="130850"/>
                </a:lnTo>
                <a:lnTo>
                  <a:pt x="33254" y="147518"/>
                </a:lnTo>
                <a:lnTo>
                  <a:pt x="33528" y="147518"/>
                </a:lnTo>
                <a:lnTo>
                  <a:pt x="33528" y="130957"/>
                </a:lnTo>
                <a:lnTo>
                  <a:pt x="41422" y="123015"/>
                </a:lnTo>
                <a:lnTo>
                  <a:pt x="41470" y="122980"/>
                </a:lnTo>
                <a:lnTo>
                  <a:pt x="41470" y="119134"/>
                </a:lnTo>
                <a:lnTo>
                  <a:pt x="50971" y="109585"/>
                </a:lnTo>
                <a:lnTo>
                  <a:pt x="51018" y="109537"/>
                </a:lnTo>
                <a:lnTo>
                  <a:pt x="51018" y="106263"/>
                </a:lnTo>
                <a:cubicBezTo>
                  <a:pt x="51423" y="106204"/>
                  <a:pt x="51709" y="105858"/>
                  <a:pt x="51709" y="105454"/>
                </a:cubicBezTo>
                <a:cubicBezTo>
                  <a:pt x="51709" y="105013"/>
                  <a:pt x="51328" y="104644"/>
                  <a:pt x="50887" y="104644"/>
                </a:cubicBezTo>
                <a:close/>
                <a:moveTo>
                  <a:pt x="50756" y="140005"/>
                </a:moveTo>
                <a:lnTo>
                  <a:pt x="50756" y="147685"/>
                </a:lnTo>
                <a:lnTo>
                  <a:pt x="51030" y="147685"/>
                </a:lnTo>
                <a:lnTo>
                  <a:pt x="51030" y="140005"/>
                </a:lnTo>
                <a:close/>
                <a:moveTo>
                  <a:pt x="88928" y="45327"/>
                </a:moveTo>
                <a:cubicBezTo>
                  <a:pt x="88475" y="45327"/>
                  <a:pt x="88106" y="45708"/>
                  <a:pt x="88106" y="46149"/>
                </a:cubicBezTo>
                <a:cubicBezTo>
                  <a:pt x="88106" y="46553"/>
                  <a:pt x="88404" y="46875"/>
                  <a:pt x="88773" y="46958"/>
                </a:cubicBezTo>
                <a:lnTo>
                  <a:pt x="88773" y="63698"/>
                </a:lnTo>
                <a:lnTo>
                  <a:pt x="103108" y="77998"/>
                </a:lnTo>
                <a:lnTo>
                  <a:pt x="103108" y="83522"/>
                </a:lnTo>
                <a:lnTo>
                  <a:pt x="106418" y="86808"/>
                </a:lnTo>
                <a:lnTo>
                  <a:pt x="106418" y="135183"/>
                </a:lnTo>
                <a:lnTo>
                  <a:pt x="103644" y="137958"/>
                </a:lnTo>
                <a:lnTo>
                  <a:pt x="103644" y="147887"/>
                </a:lnTo>
                <a:lnTo>
                  <a:pt x="103930" y="147887"/>
                </a:lnTo>
                <a:lnTo>
                  <a:pt x="103930" y="138065"/>
                </a:lnTo>
                <a:lnTo>
                  <a:pt x="106716" y="135302"/>
                </a:lnTo>
                <a:lnTo>
                  <a:pt x="106716" y="86689"/>
                </a:lnTo>
                <a:lnTo>
                  <a:pt x="103406" y="83403"/>
                </a:lnTo>
                <a:lnTo>
                  <a:pt x="103406" y="77879"/>
                </a:lnTo>
                <a:lnTo>
                  <a:pt x="89071" y="63579"/>
                </a:lnTo>
                <a:lnTo>
                  <a:pt x="89071" y="46958"/>
                </a:lnTo>
                <a:cubicBezTo>
                  <a:pt x="89464" y="46875"/>
                  <a:pt x="89749" y="46553"/>
                  <a:pt x="89749" y="46149"/>
                </a:cubicBezTo>
                <a:cubicBezTo>
                  <a:pt x="89749" y="45708"/>
                  <a:pt x="89368" y="45327"/>
                  <a:pt x="88928" y="45327"/>
                </a:cubicBezTo>
                <a:close/>
                <a:moveTo>
                  <a:pt x="86678" y="43101"/>
                </a:moveTo>
                <a:cubicBezTo>
                  <a:pt x="86237" y="43101"/>
                  <a:pt x="85856" y="43470"/>
                  <a:pt x="85856" y="43922"/>
                </a:cubicBezTo>
                <a:cubicBezTo>
                  <a:pt x="85856" y="44315"/>
                  <a:pt x="86154" y="44648"/>
                  <a:pt x="86535" y="44720"/>
                </a:cubicBezTo>
                <a:lnTo>
                  <a:pt x="86535" y="64425"/>
                </a:lnTo>
                <a:lnTo>
                  <a:pt x="100858" y="78724"/>
                </a:lnTo>
                <a:lnTo>
                  <a:pt x="100858" y="84249"/>
                </a:lnTo>
                <a:lnTo>
                  <a:pt x="104168" y="87535"/>
                </a:lnTo>
                <a:lnTo>
                  <a:pt x="104168" y="134481"/>
                </a:lnTo>
                <a:lnTo>
                  <a:pt x="101394" y="137267"/>
                </a:lnTo>
                <a:lnTo>
                  <a:pt x="101394" y="147899"/>
                </a:lnTo>
                <a:lnTo>
                  <a:pt x="101679" y="147899"/>
                </a:lnTo>
                <a:lnTo>
                  <a:pt x="101679" y="137386"/>
                </a:lnTo>
                <a:lnTo>
                  <a:pt x="104454" y="134600"/>
                </a:lnTo>
                <a:lnTo>
                  <a:pt x="104454" y="87416"/>
                </a:lnTo>
                <a:lnTo>
                  <a:pt x="101144" y="84130"/>
                </a:lnTo>
                <a:lnTo>
                  <a:pt x="101144" y="78605"/>
                </a:lnTo>
                <a:lnTo>
                  <a:pt x="86809" y="64306"/>
                </a:lnTo>
                <a:lnTo>
                  <a:pt x="86809" y="44720"/>
                </a:lnTo>
                <a:cubicBezTo>
                  <a:pt x="87201" y="44648"/>
                  <a:pt x="87499" y="44315"/>
                  <a:pt x="87499" y="43922"/>
                </a:cubicBezTo>
                <a:cubicBezTo>
                  <a:pt x="87499" y="43470"/>
                  <a:pt x="87130" y="43101"/>
                  <a:pt x="86678" y="43101"/>
                </a:cubicBezTo>
                <a:close/>
                <a:moveTo>
                  <a:pt x="36814" y="117276"/>
                </a:moveTo>
                <a:lnTo>
                  <a:pt x="36814" y="118396"/>
                </a:lnTo>
                <a:lnTo>
                  <a:pt x="27206" y="128052"/>
                </a:lnTo>
                <a:lnTo>
                  <a:pt x="27158" y="128099"/>
                </a:lnTo>
                <a:lnTo>
                  <a:pt x="27158" y="142994"/>
                </a:lnTo>
                <a:lnTo>
                  <a:pt x="32266" y="148054"/>
                </a:lnTo>
                <a:lnTo>
                  <a:pt x="32457" y="147840"/>
                </a:lnTo>
                <a:lnTo>
                  <a:pt x="27444" y="142863"/>
                </a:lnTo>
                <a:lnTo>
                  <a:pt x="27444" y="128218"/>
                </a:lnTo>
                <a:lnTo>
                  <a:pt x="37052" y="118550"/>
                </a:lnTo>
                <a:lnTo>
                  <a:pt x="37100" y="118515"/>
                </a:lnTo>
                <a:lnTo>
                  <a:pt x="37100" y="117276"/>
                </a:lnTo>
                <a:close/>
                <a:moveTo>
                  <a:pt x="108918" y="66699"/>
                </a:moveTo>
                <a:lnTo>
                  <a:pt x="108716" y="66901"/>
                </a:lnTo>
                <a:lnTo>
                  <a:pt x="119408" y="77557"/>
                </a:lnTo>
                <a:lnTo>
                  <a:pt x="119408" y="125396"/>
                </a:lnTo>
                <a:lnTo>
                  <a:pt x="142101" y="148066"/>
                </a:lnTo>
                <a:lnTo>
                  <a:pt x="142292" y="147864"/>
                </a:lnTo>
                <a:lnTo>
                  <a:pt x="119670" y="125277"/>
                </a:lnTo>
                <a:lnTo>
                  <a:pt x="119670" y="77450"/>
                </a:lnTo>
                <a:lnTo>
                  <a:pt x="108918" y="66699"/>
                </a:lnTo>
                <a:close/>
                <a:moveTo>
                  <a:pt x="56055" y="126563"/>
                </a:moveTo>
                <a:cubicBezTo>
                  <a:pt x="55602" y="126563"/>
                  <a:pt x="55233" y="126932"/>
                  <a:pt x="55233" y="127385"/>
                </a:cubicBezTo>
                <a:cubicBezTo>
                  <a:pt x="55233" y="127778"/>
                  <a:pt x="55531" y="128111"/>
                  <a:pt x="55900" y="128183"/>
                </a:cubicBezTo>
                <a:lnTo>
                  <a:pt x="55900" y="148161"/>
                </a:lnTo>
                <a:lnTo>
                  <a:pt x="56186" y="148161"/>
                </a:lnTo>
                <a:lnTo>
                  <a:pt x="56186" y="128183"/>
                </a:lnTo>
                <a:cubicBezTo>
                  <a:pt x="56591" y="128123"/>
                  <a:pt x="56864" y="127778"/>
                  <a:pt x="56864" y="127385"/>
                </a:cubicBezTo>
                <a:cubicBezTo>
                  <a:pt x="56864" y="126932"/>
                  <a:pt x="56495" y="126563"/>
                  <a:pt x="56055" y="126563"/>
                </a:cubicBezTo>
                <a:close/>
                <a:moveTo>
                  <a:pt x="53804" y="124325"/>
                </a:moveTo>
                <a:cubicBezTo>
                  <a:pt x="53352" y="124325"/>
                  <a:pt x="52983" y="124706"/>
                  <a:pt x="52983" y="125146"/>
                </a:cubicBezTo>
                <a:cubicBezTo>
                  <a:pt x="52983" y="125551"/>
                  <a:pt x="53281" y="125873"/>
                  <a:pt x="53650" y="125956"/>
                </a:cubicBezTo>
                <a:lnTo>
                  <a:pt x="53650" y="148173"/>
                </a:lnTo>
                <a:lnTo>
                  <a:pt x="53935" y="148173"/>
                </a:lnTo>
                <a:lnTo>
                  <a:pt x="53935" y="125956"/>
                </a:lnTo>
                <a:cubicBezTo>
                  <a:pt x="54328" y="125873"/>
                  <a:pt x="54626" y="125551"/>
                  <a:pt x="54626" y="125146"/>
                </a:cubicBezTo>
                <a:cubicBezTo>
                  <a:pt x="54626" y="124706"/>
                  <a:pt x="54245" y="124325"/>
                  <a:pt x="53804" y="124325"/>
                </a:cubicBezTo>
                <a:close/>
                <a:moveTo>
                  <a:pt x="58293" y="128814"/>
                </a:moveTo>
                <a:cubicBezTo>
                  <a:pt x="57853" y="128814"/>
                  <a:pt x="57483" y="129183"/>
                  <a:pt x="57483" y="129623"/>
                </a:cubicBezTo>
                <a:cubicBezTo>
                  <a:pt x="57495" y="130028"/>
                  <a:pt x="57793" y="130361"/>
                  <a:pt x="58162" y="130433"/>
                </a:cubicBezTo>
                <a:lnTo>
                  <a:pt x="58162" y="148173"/>
                </a:lnTo>
                <a:lnTo>
                  <a:pt x="58448" y="148173"/>
                </a:lnTo>
                <a:lnTo>
                  <a:pt x="58448" y="130433"/>
                </a:lnTo>
                <a:cubicBezTo>
                  <a:pt x="58829" y="130361"/>
                  <a:pt x="59115" y="130028"/>
                  <a:pt x="59115" y="129623"/>
                </a:cubicBezTo>
                <a:cubicBezTo>
                  <a:pt x="59115" y="129183"/>
                  <a:pt x="58746" y="128814"/>
                  <a:pt x="58293" y="128814"/>
                </a:cubicBezTo>
                <a:close/>
                <a:moveTo>
                  <a:pt x="55281" y="98691"/>
                </a:moveTo>
                <a:cubicBezTo>
                  <a:pt x="54757" y="98691"/>
                  <a:pt x="54328" y="99119"/>
                  <a:pt x="54328" y="99643"/>
                </a:cubicBezTo>
                <a:cubicBezTo>
                  <a:pt x="54328" y="99953"/>
                  <a:pt x="54471" y="100215"/>
                  <a:pt x="54709" y="100393"/>
                </a:cubicBezTo>
                <a:lnTo>
                  <a:pt x="54709" y="120455"/>
                </a:lnTo>
                <a:lnTo>
                  <a:pt x="61258" y="126968"/>
                </a:lnTo>
                <a:lnTo>
                  <a:pt x="61258" y="148173"/>
                </a:lnTo>
                <a:lnTo>
                  <a:pt x="62389" y="148173"/>
                </a:lnTo>
                <a:lnTo>
                  <a:pt x="62389" y="126468"/>
                </a:lnTo>
                <a:lnTo>
                  <a:pt x="55840" y="119967"/>
                </a:lnTo>
                <a:lnTo>
                  <a:pt x="55840" y="100393"/>
                </a:lnTo>
                <a:cubicBezTo>
                  <a:pt x="56079" y="100215"/>
                  <a:pt x="56233" y="99953"/>
                  <a:pt x="56233" y="99643"/>
                </a:cubicBezTo>
                <a:cubicBezTo>
                  <a:pt x="56233" y="99119"/>
                  <a:pt x="55793" y="98691"/>
                  <a:pt x="55281" y="98691"/>
                </a:cubicBezTo>
                <a:close/>
                <a:moveTo>
                  <a:pt x="50887" y="111669"/>
                </a:moveTo>
                <a:cubicBezTo>
                  <a:pt x="50435" y="111669"/>
                  <a:pt x="50066" y="112038"/>
                  <a:pt x="50066" y="112478"/>
                </a:cubicBezTo>
                <a:cubicBezTo>
                  <a:pt x="50066" y="112645"/>
                  <a:pt x="50114" y="112812"/>
                  <a:pt x="50197" y="112931"/>
                </a:cubicBezTo>
                <a:cubicBezTo>
                  <a:pt x="43613" y="119551"/>
                  <a:pt x="43494" y="119670"/>
                  <a:pt x="43470" y="119670"/>
                </a:cubicBezTo>
                <a:lnTo>
                  <a:pt x="43458" y="119729"/>
                </a:lnTo>
                <a:lnTo>
                  <a:pt x="43458" y="123587"/>
                </a:lnTo>
                <a:lnTo>
                  <a:pt x="35576" y="131516"/>
                </a:lnTo>
                <a:lnTo>
                  <a:pt x="35528" y="131564"/>
                </a:lnTo>
                <a:lnTo>
                  <a:pt x="35528" y="148233"/>
                </a:lnTo>
                <a:lnTo>
                  <a:pt x="35790" y="148233"/>
                </a:lnTo>
                <a:lnTo>
                  <a:pt x="35790" y="148221"/>
                </a:lnTo>
                <a:lnTo>
                  <a:pt x="35790" y="131671"/>
                </a:lnTo>
                <a:lnTo>
                  <a:pt x="43684" y="123730"/>
                </a:lnTo>
                <a:lnTo>
                  <a:pt x="43732" y="123694"/>
                </a:lnTo>
                <a:lnTo>
                  <a:pt x="43732" y="119824"/>
                </a:lnTo>
                <a:cubicBezTo>
                  <a:pt x="43863" y="119705"/>
                  <a:pt x="44113" y="119467"/>
                  <a:pt x="44565" y="119003"/>
                </a:cubicBezTo>
                <a:lnTo>
                  <a:pt x="50411" y="113133"/>
                </a:lnTo>
                <a:cubicBezTo>
                  <a:pt x="50542" y="113240"/>
                  <a:pt x="50709" y="113300"/>
                  <a:pt x="50887" y="113300"/>
                </a:cubicBezTo>
                <a:cubicBezTo>
                  <a:pt x="51328" y="113300"/>
                  <a:pt x="51709" y="112931"/>
                  <a:pt x="51709" y="112478"/>
                </a:cubicBezTo>
                <a:cubicBezTo>
                  <a:pt x="51709" y="112038"/>
                  <a:pt x="51328" y="111669"/>
                  <a:pt x="50887" y="111669"/>
                </a:cubicBezTo>
                <a:close/>
                <a:moveTo>
                  <a:pt x="43041" y="134064"/>
                </a:moveTo>
                <a:cubicBezTo>
                  <a:pt x="42505" y="134076"/>
                  <a:pt x="42077" y="134505"/>
                  <a:pt x="42077" y="135029"/>
                </a:cubicBezTo>
                <a:cubicBezTo>
                  <a:pt x="42077" y="135338"/>
                  <a:pt x="42220" y="135612"/>
                  <a:pt x="42458" y="135791"/>
                </a:cubicBezTo>
                <a:lnTo>
                  <a:pt x="42458" y="143601"/>
                </a:lnTo>
                <a:lnTo>
                  <a:pt x="47256" y="148352"/>
                </a:lnTo>
                <a:lnTo>
                  <a:pt x="48054" y="147542"/>
                </a:lnTo>
                <a:lnTo>
                  <a:pt x="43613" y="143125"/>
                </a:lnTo>
                <a:lnTo>
                  <a:pt x="43613" y="135779"/>
                </a:lnTo>
                <a:cubicBezTo>
                  <a:pt x="43851" y="135588"/>
                  <a:pt x="43994" y="135326"/>
                  <a:pt x="43994" y="135017"/>
                </a:cubicBezTo>
                <a:cubicBezTo>
                  <a:pt x="43994" y="134493"/>
                  <a:pt x="43565" y="134064"/>
                  <a:pt x="43041" y="134064"/>
                </a:cubicBezTo>
                <a:close/>
                <a:moveTo>
                  <a:pt x="84415" y="40862"/>
                </a:moveTo>
                <a:cubicBezTo>
                  <a:pt x="83975" y="40862"/>
                  <a:pt x="83594" y="41243"/>
                  <a:pt x="83594" y="41684"/>
                </a:cubicBezTo>
                <a:cubicBezTo>
                  <a:pt x="83594" y="42089"/>
                  <a:pt x="83892" y="42410"/>
                  <a:pt x="84273" y="42493"/>
                </a:cubicBezTo>
                <a:lnTo>
                  <a:pt x="84273" y="65139"/>
                </a:lnTo>
                <a:lnTo>
                  <a:pt x="98596" y="79438"/>
                </a:lnTo>
                <a:lnTo>
                  <a:pt x="98596" y="84963"/>
                </a:lnTo>
                <a:lnTo>
                  <a:pt x="101906" y="88249"/>
                </a:lnTo>
                <a:lnTo>
                  <a:pt x="101906" y="133778"/>
                </a:lnTo>
                <a:lnTo>
                  <a:pt x="99132" y="136565"/>
                </a:lnTo>
                <a:lnTo>
                  <a:pt x="99132" y="148637"/>
                </a:lnTo>
                <a:lnTo>
                  <a:pt x="99417" y="148637"/>
                </a:lnTo>
                <a:lnTo>
                  <a:pt x="99417" y="136684"/>
                </a:lnTo>
                <a:lnTo>
                  <a:pt x="102191" y="133898"/>
                </a:lnTo>
                <a:lnTo>
                  <a:pt x="102191" y="88118"/>
                </a:lnTo>
                <a:lnTo>
                  <a:pt x="98882" y="84832"/>
                </a:lnTo>
                <a:lnTo>
                  <a:pt x="98882" y="79307"/>
                </a:lnTo>
                <a:lnTo>
                  <a:pt x="84546" y="65008"/>
                </a:lnTo>
                <a:lnTo>
                  <a:pt x="84546" y="42470"/>
                </a:lnTo>
                <a:cubicBezTo>
                  <a:pt x="84951" y="42410"/>
                  <a:pt x="85237" y="42089"/>
                  <a:pt x="85237" y="41684"/>
                </a:cubicBezTo>
                <a:cubicBezTo>
                  <a:pt x="85237" y="41243"/>
                  <a:pt x="84868" y="40862"/>
                  <a:pt x="84415" y="40862"/>
                </a:cubicBezTo>
                <a:close/>
                <a:moveTo>
                  <a:pt x="105442" y="65627"/>
                </a:moveTo>
                <a:cubicBezTo>
                  <a:pt x="105001" y="65627"/>
                  <a:pt x="104632" y="66008"/>
                  <a:pt x="104632" y="66449"/>
                </a:cubicBezTo>
                <a:cubicBezTo>
                  <a:pt x="104632" y="66901"/>
                  <a:pt x="105001" y="67270"/>
                  <a:pt x="105442" y="67270"/>
                </a:cubicBezTo>
                <a:cubicBezTo>
                  <a:pt x="105620" y="67270"/>
                  <a:pt x="105787" y="67211"/>
                  <a:pt x="105906" y="67116"/>
                </a:cubicBezTo>
                <a:lnTo>
                  <a:pt x="117146" y="78319"/>
                </a:lnTo>
                <a:lnTo>
                  <a:pt x="117146" y="126135"/>
                </a:lnTo>
                <a:lnTo>
                  <a:pt x="139839" y="148792"/>
                </a:lnTo>
                <a:lnTo>
                  <a:pt x="140030" y="148590"/>
                </a:lnTo>
                <a:lnTo>
                  <a:pt x="117408" y="126016"/>
                </a:lnTo>
                <a:lnTo>
                  <a:pt x="117408" y="78188"/>
                </a:lnTo>
                <a:lnTo>
                  <a:pt x="106097" y="66913"/>
                </a:lnTo>
                <a:cubicBezTo>
                  <a:pt x="106192" y="66782"/>
                  <a:pt x="106251" y="66615"/>
                  <a:pt x="106251" y="66449"/>
                </a:cubicBezTo>
                <a:cubicBezTo>
                  <a:pt x="106251" y="65984"/>
                  <a:pt x="105894" y="65627"/>
                  <a:pt x="105442" y="65627"/>
                </a:cubicBezTo>
                <a:close/>
                <a:moveTo>
                  <a:pt x="50887" y="114621"/>
                </a:moveTo>
                <a:cubicBezTo>
                  <a:pt x="50435" y="114621"/>
                  <a:pt x="50066" y="115002"/>
                  <a:pt x="50066" y="115443"/>
                </a:cubicBezTo>
                <a:cubicBezTo>
                  <a:pt x="50066" y="115610"/>
                  <a:pt x="50114" y="115776"/>
                  <a:pt x="50197" y="115895"/>
                </a:cubicBezTo>
                <a:lnTo>
                  <a:pt x="45696" y="120420"/>
                </a:lnTo>
                <a:lnTo>
                  <a:pt x="45696" y="124265"/>
                </a:lnTo>
                <a:lnTo>
                  <a:pt x="37802" y="132207"/>
                </a:lnTo>
                <a:lnTo>
                  <a:pt x="37755" y="132243"/>
                </a:lnTo>
                <a:lnTo>
                  <a:pt x="37755" y="148911"/>
                </a:lnTo>
                <a:lnTo>
                  <a:pt x="38052" y="148911"/>
                </a:lnTo>
                <a:lnTo>
                  <a:pt x="38052" y="132362"/>
                </a:lnTo>
                <a:lnTo>
                  <a:pt x="45946" y="124432"/>
                </a:lnTo>
                <a:lnTo>
                  <a:pt x="45994" y="124384"/>
                </a:lnTo>
                <a:lnTo>
                  <a:pt x="45994" y="120539"/>
                </a:lnTo>
                <a:lnTo>
                  <a:pt x="50411" y="116098"/>
                </a:lnTo>
                <a:cubicBezTo>
                  <a:pt x="50542" y="116205"/>
                  <a:pt x="50709" y="116264"/>
                  <a:pt x="50887" y="116264"/>
                </a:cubicBezTo>
                <a:cubicBezTo>
                  <a:pt x="51328" y="116264"/>
                  <a:pt x="51709" y="115895"/>
                  <a:pt x="51709" y="115443"/>
                </a:cubicBezTo>
                <a:cubicBezTo>
                  <a:pt x="51709" y="115002"/>
                  <a:pt x="51328" y="114621"/>
                  <a:pt x="50887" y="114621"/>
                </a:cubicBezTo>
                <a:close/>
                <a:moveTo>
                  <a:pt x="82034" y="47804"/>
                </a:moveTo>
                <a:lnTo>
                  <a:pt x="82034" y="65842"/>
                </a:lnTo>
                <a:lnTo>
                  <a:pt x="96369" y="80141"/>
                </a:lnTo>
                <a:lnTo>
                  <a:pt x="96369" y="85665"/>
                </a:lnTo>
                <a:lnTo>
                  <a:pt x="99667" y="88952"/>
                </a:lnTo>
                <a:lnTo>
                  <a:pt x="99667" y="133052"/>
                </a:lnTo>
                <a:lnTo>
                  <a:pt x="96905" y="135838"/>
                </a:lnTo>
                <a:lnTo>
                  <a:pt x="96905" y="149316"/>
                </a:lnTo>
                <a:lnTo>
                  <a:pt x="97191" y="149316"/>
                </a:lnTo>
                <a:lnTo>
                  <a:pt x="97191" y="135957"/>
                </a:lnTo>
                <a:lnTo>
                  <a:pt x="99953" y="133171"/>
                </a:lnTo>
                <a:lnTo>
                  <a:pt x="99953" y="88832"/>
                </a:lnTo>
                <a:lnTo>
                  <a:pt x="96643" y="85546"/>
                </a:lnTo>
                <a:lnTo>
                  <a:pt x="96643" y="80022"/>
                </a:lnTo>
                <a:lnTo>
                  <a:pt x="82320" y="65722"/>
                </a:lnTo>
                <a:lnTo>
                  <a:pt x="82320" y="47804"/>
                </a:lnTo>
                <a:close/>
                <a:moveTo>
                  <a:pt x="70437" y="108942"/>
                </a:moveTo>
                <a:cubicBezTo>
                  <a:pt x="69997" y="108942"/>
                  <a:pt x="69628" y="109311"/>
                  <a:pt x="69628" y="109764"/>
                </a:cubicBezTo>
                <a:cubicBezTo>
                  <a:pt x="69628" y="110157"/>
                  <a:pt x="69926" y="110490"/>
                  <a:pt x="70295" y="110561"/>
                </a:cubicBezTo>
                <a:lnTo>
                  <a:pt x="70295" y="116526"/>
                </a:lnTo>
                <a:lnTo>
                  <a:pt x="73593" y="119824"/>
                </a:lnTo>
                <a:lnTo>
                  <a:pt x="73593" y="149328"/>
                </a:lnTo>
                <a:lnTo>
                  <a:pt x="73878" y="149328"/>
                </a:lnTo>
                <a:lnTo>
                  <a:pt x="73878" y="119681"/>
                </a:lnTo>
                <a:lnTo>
                  <a:pt x="70592" y="116407"/>
                </a:lnTo>
                <a:lnTo>
                  <a:pt x="70592" y="110561"/>
                </a:lnTo>
                <a:cubicBezTo>
                  <a:pt x="70973" y="110490"/>
                  <a:pt x="71259" y="110157"/>
                  <a:pt x="71259" y="109764"/>
                </a:cubicBezTo>
                <a:cubicBezTo>
                  <a:pt x="71259" y="109311"/>
                  <a:pt x="70890" y="108942"/>
                  <a:pt x="70437" y="108942"/>
                </a:cubicBezTo>
                <a:close/>
                <a:moveTo>
                  <a:pt x="65937" y="104406"/>
                </a:moveTo>
                <a:cubicBezTo>
                  <a:pt x="65484" y="104406"/>
                  <a:pt x="65115" y="104775"/>
                  <a:pt x="65115" y="105215"/>
                </a:cubicBezTo>
                <a:cubicBezTo>
                  <a:pt x="65115" y="105620"/>
                  <a:pt x="65413" y="105954"/>
                  <a:pt x="65782" y="106025"/>
                </a:cubicBezTo>
                <a:lnTo>
                  <a:pt x="65782" y="123372"/>
                </a:lnTo>
                <a:lnTo>
                  <a:pt x="69104" y="126670"/>
                </a:lnTo>
                <a:lnTo>
                  <a:pt x="69104" y="149376"/>
                </a:lnTo>
                <a:lnTo>
                  <a:pt x="69390" y="149376"/>
                </a:lnTo>
                <a:lnTo>
                  <a:pt x="69390" y="126551"/>
                </a:lnTo>
                <a:lnTo>
                  <a:pt x="66080" y="123253"/>
                </a:lnTo>
                <a:lnTo>
                  <a:pt x="66080" y="106025"/>
                </a:lnTo>
                <a:cubicBezTo>
                  <a:pt x="66473" y="105954"/>
                  <a:pt x="66747" y="105620"/>
                  <a:pt x="66747" y="105215"/>
                </a:cubicBezTo>
                <a:cubicBezTo>
                  <a:pt x="66747" y="104775"/>
                  <a:pt x="66377" y="104406"/>
                  <a:pt x="65937" y="104406"/>
                </a:cubicBezTo>
                <a:close/>
                <a:moveTo>
                  <a:pt x="68175" y="106680"/>
                </a:moveTo>
                <a:cubicBezTo>
                  <a:pt x="67735" y="106680"/>
                  <a:pt x="67366" y="107049"/>
                  <a:pt x="67366" y="107501"/>
                </a:cubicBezTo>
                <a:cubicBezTo>
                  <a:pt x="67366" y="107894"/>
                  <a:pt x="67663" y="108228"/>
                  <a:pt x="68032" y="108299"/>
                </a:cubicBezTo>
                <a:lnTo>
                  <a:pt x="68032" y="122682"/>
                </a:lnTo>
                <a:lnTo>
                  <a:pt x="71330" y="125968"/>
                </a:lnTo>
                <a:lnTo>
                  <a:pt x="71330" y="149376"/>
                </a:lnTo>
                <a:lnTo>
                  <a:pt x="71616" y="149376"/>
                </a:lnTo>
                <a:lnTo>
                  <a:pt x="71616" y="125837"/>
                </a:lnTo>
                <a:lnTo>
                  <a:pt x="68330" y="122563"/>
                </a:lnTo>
                <a:lnTo>
                  <a:pt x="68330" y="108299"/>
                </a:lnTo>
                <a:cubicBezTo>
                  <a:pt x="68711" y="108228"/>
                  <a:pt x="68997" y="107894"/>
                  <a:pt x="68997" y="107501"/>
                </a:cubicBezTo>
                <a:cubicBezTo>
                  <a:pt x="68997" y="107049"/>
                  <a:pt x="68628" y="106680"/>
                  <a:pt x="68175" y="106680"/>
                </a:cubicBezTo>
                <a:close/>
                <a:moveTo>
                  <a:pt x="102501" y="65615"/>
                </a:moveTo>
                <a:cubicBezTo>
                  <a:pt x="102049" y="65615"/>
                  <a:pt x="101679" y="65984"/>
                  <a:pt x="101679" y="66437"/>
                </a:cubicBezTo>
                <a:cubicBezTo>
                  <a:pt x="101679" y="66877"/>
                  <a:pt x="102049" y="67258"/>
                  <a:pt x="102501" y="67258"/>
                </a:cubicBezTo>
                <a:cubicBezTo>
                  <a:pt x="102680" y="67258"/>
                  <a:pt x="102846" y="67199"/>
                  <a:pt x="102965" y="67104"/>
                </a:cubicBezTo>
                <a:lnTo>
                  <a:pt x="114872" y="78974"/>
                </a:lnTo>
                <a:lnTo>
                  <a:pt x="114872" y="126825"/>
                </a:lnTo>
                <a:lnTo>
                  <a:pt x="114884" y="126825"/>
                </a:lnTo>
                <a:lnTo>
                  <a:pt x="137529" y="149447"/>
                </a:lnTo>
                <a:lnTo>
                  <a:pt x="137732" y="149245"/>
                </a:lnTo>
                <a:lnTo>
                  <a:pt x="115145" y="126706"/>
                </a:lnTo>
                <a:lnTo>
                  <a:pt x="115145" y="78867"/>
                </a:lnTo>
                <a:lnTo>
                  <a:pt x="103168" y="66901"/>
                </a:lnTo>
                <a:cubicBezTo>
                  <a:pt x="103263" y="66758"/>
                  <a:pt x="103323" y="66604"/>
                  <a:pt x="103323" y="66437"/>
                </a:cubicBezTo>
                <a:cubicBezTo>
                  <a:pt x="103323" y="65984"/>
                  <a:pt x="102942" y="65615"/>
                  <a:pt x="102501" y="65615"/>
                </a:cubicBezTo>
                <a:close/>
                <a:moveTo>
                  <a:pt x="50887" y="117574"/>
                </a:moveTo>
                <a:cubicBezTo>
                  <a:pt x="50435" y="117574"/>
                  <a:pt x="50066" y="117943"/>
                  <a:pt x="50066" y="118396"/>
                </a:cubicBezTo>
                <a:cubicBezTo>
                  <a:pt x="50066" y="118574"/>
                  <a:pt x="50125" y="118729"/>
                  <a:pt x="50221" y="118848"/>
                </a:cubicBezTo>
                <a:lnTo>
                  <a:pt x="47958" y="121134"/>
                </a:lnTo>
                <a:lnTo>
                  <a:pt x="47958" y="124980"/>
                </a:lnTo>
                <a:lnTo>
                  <a:pt x="40065" y="132921"/>
                </a:lnTo>
                <a:lnTo>
                  <a:pt x="40017" y="132957"/>
                </a:lnTo>
                <a:lnTo>
                  <a:pt x="40017" y="149626"/>
                </a:lnTo>
                <a:lnTo>
                  <a:pt x="40303" y="149626"/>
                </a:lnTo>
                <a:lnTo>
                  <a:pt x="40303" y="133076"/>
                </a:lnTo>
                <a:lnTo>
                  <a:pt x="48197" y="125146"/>
                </a:lnTo>
                <a:lnTo>
                  <a:pt x="48232" y="125099"/>
                </a:lnTo>
                <a:lnTo>
                  <a:pt x="48232" y="121253"/>
                </a:lnTo>
                <a:lnTo>
                  <a:pt x="50423" y="119062"/>
                </a:lnTo>
                <a:cubicBezTo>
                  <a:pt x="50554" y="119146"/>
                  <a:pt x="50721" y="119205"/>
                  <a:pt x="50887" y="119205"/>
                </a:cubicBezTo>
                <a:cubicBezTo>
                  <a:pt x="51328" y="119205"/>
                  <a:pt x="51709" y="118836"/>
                  <a:pt x="51709" y="118396"/>
                </a:cubicBezTo>
                <a:cubicBezTo>
                  <a:pt x="51709" y="117943"/>
                  <a:pt x="51328" y="117574"/>
                  <a:pt x="50887" y="117574"/>
                </a:cubicBezTo>
                <a:close/>
                <a:moveTo>
                  <a:pt x="76938" y="69556"/>
                </a:moveTo>
                <a:cubicBezTo>
                  <a:pt x="76498" y="69556"/>
                  <a:pt x="76129" y="69937"/>
                  <a:pt x="76129" y="70378"/>
                </a:cubicBezTo>
                <a:cubicBezTo>
                  <a:pt x="76129" y="70830"/>
                  <a:pt x="76498" y="71199"/>
                  <a:pt x="76938" y="71199"/>
                </a:cubicBezTo>
                <a:cubicBezTo>
                  <a:pt x="77129" y="71199"/>
                  <a:pt x="77284" y="71140"/>
                  <a:pt x="77403" y="71045"/>
                </a:cubicBezTo>
                <a:lnTo>
                  <a:pt x="88868" y="82486"/>
                </a:lnTo>
                <a:lnTo>
                  <a:pt x="88868" y="88011"/>
                </a:lnTo>
                <a:lnTo>
                  <a:pt x="92166" y="91309"/>
                </a:lnTo>
                <a:lnTo>
                  <a:pt x="92166" y="133993"/>
                </a:lnTo>
                <a:lnTo>
                  <a:pt x="83534" y="142649"/>
                </a:lnTo>
                <a:lnTo>
                  <a:pt x="83534" y="150042"/>
                </a:lnTo>
                <a:lnTo>
                  <a:pt x="83820" y="150042"/>
                </a:lnTo>
                <a:lnTo>
                  <a:pt x="83820" y="142768"/>
                </a:lnTo>
                <a:lnTo>
                  <a:pt x="92464" y="134112"/>
                </a:lnTo>
                <a:lnTo>
                  <a:pt x="92464" y="91190"/>
                </a:lnTo>
                <a:lnTo>
                  <a:pt x="89166" y="87892"/>
                </a:lnTo>
                <a:lnTo>
                  <a:pt x="89166" y="82379"/>
                </a:lnTo>
                <a:lnTo>
                  <a:pt x="77617" y="70842"/>
                </a:lnTo>
                <a:cubicBezTo>
                  <a:pt x="77700" y="70711"/>
                  <a:pt x="77760" y="70545"/>
                  <a:pt x="77760" y="70378"/>
                </a:cubicBezTo>
                <a:cubicBezTo>
                  <a:pt x="77760" y="69937"/>
                  <a:pt x="77391" y="69556"/>
                  <a:pt x="76938" y="69556"/>
                </a:cubicBezTo>
                <a:close/>
                <a:moveTo>
                  <a:pt x="123301" y="88487"/>
                </a:moveTo>
                <a:cubicBezTo>
                  <a:pt x="122777" y="88487"/>
                  <a:pt x="122349" y="88928"/>
                  <a:pt x="122349" y="89440"/>
                </a:cubicBezTo>
                <a:cubicBezTo>
                  <a:pt x="122349" y="89761"/>
                  <a:pt x="122504" y="90023"/>
                  <a:pt x="122742" y="90202"/>
                </a:cubicBezTo>
                <a:lnTo>
                  <a:pt x="122742" y="124408"/>
                </a:lnTo>
                <a:lnTo>
                  <a:pt x="149674" y="150447"/>
                </a:lnTo>
                <a:lnTo>
                  <a:pt x="150459" y="149626"/>
                </a:lnTo>
                <a:lnTo>
                  <a:pt x="123873" y="123932"/>
                </a:lnTo>
                <a:lnTo>
                  <a:pt x="123873" y="90202"/>
                </a:lnTo>
                <a:cubicBezTo>
                  <a:pt x="124111" y="90023"/>
                  <a:pt x="124254" y="89761"/>
                  <a:pt x="124254" y="89440"/>
                </a:cubicBezTo>
                <a:cubicBezTo>
                  <a:pt x="124254" y="88928"/>
                  <a:pt x="123825" y="88487"/>
                  <a:pt x="123301" y="88487"/>
                </a:cubicBezTo>
                <a:close/>
                <a:moveTo>
                  <a:pt x="94143" y="63687"/>
                </a:moveTo>
                <a:cubicBezTo>
                  <a:pt x="93631" y="63687"/>
                  <a:pt x="93190" y="64115"/>
                  <a:pt x="93190" y="64639"/>
                </a:cubicBezTo>
                <a:cubicBezTo>
                  <a:pt x="93190" y="65151"/>
                  <a:pt x="93631" y="65592"/>
                  <a:pt x="94143" y="65592"/>
                </a:cubicBezTo>
                <a:cubicBezTo>
                  <a:pt x="94190" y="65592"/>
                  <a:pt x="94238" y="65592"/>
                  <a:pt x="94286" y="65568"/>
                </a:cubicBezTo>
                <a:lnTo>
                  <a:pt x="109538" y="80712"/>
                </a:lnTo>
                <a:lnTo>
                  <a:pt x="109538" y="131564"/>
                </a:lnTo>
                <a:lnTo>
                  <a:pt x="109704" y="131731"/>
                </a:lnTo>
                <a:lnTo>
                  <a:pt x="121694" y="143637"/>
                </a:lnTo>
                <a:lnTo>
                  <a:pt x="128838" y="150721"/>
                </a:lnTo>
                <a:lnTo>
                  <a:pt x="129635" y="149923"/>
                </a:lnTo>
                <a:lnTo>
                  <a:pt x="121968" y="142327"/>
                </a:lnTo>
                <a:lnTo>
                  <a:pt x="110669" y="131100"/>
                </a:lnTo>
                <a:lnTo>
                  <a:pt x="110669" y="80248"/>
                </a:lnTo>
                <a:lnTo>
                  <a:pt x="95083" y="64770"/>
                </a:lnTo>
                <a:cubicBezTo>
                  <a:pt x="95083" y="64722"/>
                  <a:pt x="95095" y="64675"/>
                  <a:pt x="95095" y="64639"/>
                </a:cubicBezTo>
                <a:cubicBezTo>
                  <a:pt x="95095" y="64115"/>
                  <a:pt x="94667" y="63687"/>
                  <a:pt x="94143" y="63687"/>
                </a:cubicBezTo>
                <a:close/>
                <a:moveTo>
                  <a:pt x="73164" y="0"/>
                </a:moveTo>
                <a:cubicBezTo>
                  <a:pt x="72640" y="0"/>
                  <a:pt x="72212" y="429"/>
                  <a:pt x="72212" y="953"/>
                </a:cubicBezTo>
                <a:cubicBezTo>
                  <a:pt x="72212" y="1262"/>
                  <a:pt x="72366" y="1548"/>
                  <a:pt x="72604" y="1715"/>
                </a:cubicBezTo>
                <a:lnTo>
                  <a:pt x="72604" y="78129"/>
                </a:lnTo>
                <a:lnTo>
                  <a:pt x="77688" y="83189"/>
                </a:lnTo>
                <a:lnTo>
                  <a:pt x="77688" y="95845"/>
                </a:lnTo>
                <a:lnTo>
                  <a:pt x="84868" y="102977"/>
                </a:lnTo>
                <a:lnTo>
                  <a:pt x="84868" y="115502"/>
                </a:lnTo>
                <a:lnTo>
                  <a:pt x="80963" y="119420"/>
                </a:lnTo>
                <a:lnTo>
                  <a:pt x="80963" y="150983"/>
                </a:lnTo>
                <a:lnTo>
                  <a:pt x="82094" y="150983"/>
                </a:lnTo>
                <a:lnTo>
                  <a:pt x="82094" y="119884"/>
                </a:lnTo>
                <a:lnTo>
                  <a:pt x="85999" y="115955"/>
                </a:lnTo>
                <a:lnTo>
                  <a:pt x="85999" y="102477"/>
                </a:lnTo>
                <a:lnTo>
                  <a:pt x="78819" y="95357"/>
                </a:lnTo>
                <a:lnTo>
                  <a:pt x="78819" y="82701"/>
                </a:lnTo>
                <a:lnTo>
                  <a:pt x="73736" y="77653"/>
                </a:lnTo>
                <a:lnTo>
                  <a:pt x="73736" y="1715"/>
                </a:lnTo>
                <a:cubicBezTo>
                  <a:pt x="73974" y="1536"/>
                  <a:pt x="74117" y="1262"/>
                  <a:pt x="74117" y="953"/>
                </a:cubicBezTo>
                <a:cubicBezTo>
                  <a:pt x="74117" y="429"/>
                  <a:pt x="73688" y="0"/>
                  <a:pt x="73164" y="0"/>
                </a:cubicBezTo>
                <a:close/>
                <a:moveTo>
                  <a:pt x="55043" y="89309"/>
                </a:moveTo>
                <a:lnTo>
                  <a:pt x="34993" y="109525"/>
                </a:lnTo>
                <a:lnTo>
                  <a:pt x="30421" y="109525"/>
                </a:lnTo>
                <a:lnTo>
                  <a:pt x="19169" y="120860"/>
                </a:lnTo>
                <a:lnTo>
                  <a:pt x="19169" y="141256"/>
                </a:lnTo>
                <a:lnTo>
                  <a:pt x="30766" y="152769"/>
                </a:lnTo>
                <a:lnTo>
                  <a:pt x="31564" y="151959"/>
                </a:lnTo>
                <a:lnTo>
                  <a:pt x="20300" y="140791"/>
                </a:lnTo>
                <a:lnTo>
                  <a:pt x="20300" y="121325"/>
                </a:lnTo>
                <a:lnTo>
                  <a:pt x="30885" y="110657"/>
                </a:lnTo>
                <a:lnTo>
                  <a:pt x="35457" y="110657"/>
                </a:lnTo>
                <a:lnTo>
                  <a:pt x="55519" y="90440"/>
                </a:lnTo>
                <a:lnTo>
                  <a:pt x="59817" y="90440"/>
                </a:lnTo>
                <a:lnTo>
                  <a:pt x="62389" y="93000"/>
                </a:lnTo>
                <a:lnTo>
                  <a:pt x="62389" y="94726"/>
                </a:lnTo>
                <a:lnTo>
                  <a:pt x="77165" y="109383"/>
                </a:lnTo>
                <a:cubicBezTo>
                  <a:pt x="77165" y="109430"/>
                  <a:pt x="77153" y="109478"/>
                  <a:pt x="77153" y="109525"/>
                </a:cubicBezTo>
                <a:cubicBezTo>
                  <a:pt x="77153" y="110037"/>
                  <a:pt x="77581" y="110478"/>
                  <a:pt x="78105" y="110478"/>
                </a:cubicBezTo>
                <a:cubicBezTo>
                  <a:pt x="78629" y="110478"/>
                  <a:pt x="79058" y="110037"/>
                  <a:pt x="79058" y="109525"/>
                </a:cubicBezTo>
                <a:cubicBezTo>
                  <a:pt x="79058" y="109002"/>
                  <a:pt x="78629" y="108573"/>
                  <a:pt x="78105" y="108573"/>
                </a:cubicBezTo>
                <a:cubicBezTo>
                  <a:pt x="78057" y="108573"/>
                  <a:pt x="78010" y="108573"/>
                  <a:pt x="77974" y="108585"/>
                </a:cubicBezTo>
                <a:lnTo>
                  <a:pt x="63532" y="94250"/>
                </a:lnTo>
                <a:lnTo>
                  <a:pt x="63532" y="92511"/>
                </a:lnTo>
                <a:lnTo>
                  <a:pt x="60281" y="89309"/>
                </a:lnTo>
                <a:close/>
                <a:moveTo>
                  <a:pt x="10192" y="125504"/>
                </a:moveTo>
                <a:cubicBezTo>
                  <a:pt x="9751" y="125504"/>
                  <a:pt x="9382" y="125873"/>
                  <a:pt x="9382" y="126325"/>
                </a:cubicBezTo>
                <a:cubicBezTo>
                  <a:pt x="9382" y="126730"/>
                  <a:pt x="9680" y="127051"/>
                  <a:pt x="10049" y="127123"/>
                </a:cubicBezTo>
                <a:lnTo>
                  <a:pt x="10049" y="154936"/>
                </a:lnTo>
                <a:lnTo>
                  <a:pt x="10335" y="154936"/>
                </a:lnTo>
                <a:lnTo>
                  <a:pt x="10335" y="127123"/>
                </a:lnTo>
                <a:cubicBezTo>
                  <a:pt x="10728" y="127051"/>
                  <a:pt x="11013" y="126730"/>
                  <a:pt x="11013" y="126325"/>
                </a:cubicBezTo>
                <a:cubicBezTo>
                  <a:pt x="11013" y="125873"/>
                  <a:pt x="10644" y="125504"/>
                  <a:pt x="10192" y="125504"/>
                </a:cubicBezTo>
                <a:close/>
                <a:moveTo>
                  <a:pt x="12454" y="125504"/>
                </a:moveTo>
                <a:cubicBezTo>
                  <a:pt x="12014" y="125504"/>
                  <a:pt x="11644" y="125873"/>
                  <a:pt x="11644" y="126325"/>
                </a:cubicBezTo>
                <a:cubicBezTo>
                  <a:pt x="11644" y="126730"/>
                  <a:pt x="11942" y="127051"/>
                  <a:pt x="12311" y="127123"/>
                </a:cubicBezTo>
                <a:lnTo>
                  <a:pt x="12311" y="154936"/>
                </a:lnTo>
                <a:lnTo>
                  <a:pt x="12597" y="154936"/>
                </a:lnTo>
                <a:lnTo>
                  <a:pt x="12597" y="127123"/>
                </a:lnTo>
                <a:cubicBezTo>
                  <a:pt x="12978" y="127051"/>
                  <a:pt x="13276" y="126730"/>
                  <a:pt x="13276" y="126325"/>
                </a:cubicBezTo>
                <a:cubicBezTo>
                  <a:pt x="13276" y="125873"/>
                  <a:pt x="12906" y="125504"/>
                  <a:pt x="12454" y="125504"/>
                </a:cubicBezTo>
                <a:close/>
                <a:moveTo>
                  <a:pt x="14704" y="125504"/>
                </a:moveTo>
                <a:cubicBezTo>
                  <a:pt x="14252" y="125504"/>
                  <a:pt x="13883" y="125873"/>
                  <a:pt x="13883" y="126325"/>
                </a:cubicBezTo>
                <a:cubicBezTo>
                  <a:pt x="13883" y="126730"/>
                  <a:pt x="14180" y="127051"/>
                  <a:pt x="14550" y="127123"/>
                </a:cubicBezTo>
                <a:lnTo>
                  <a:pt x="14550" y="154948"/>
                </a:lnTo>
                <a:lnTo>
                  <a:pt x="14835" y="154948"/>
                </a:lnTo>
                <a:lnTo>
                  <a:pt x="14835" y="127123"/>
                </a:lnTo>
                <a:lnTo>
                  <a:pt x="14847" y="127123"/>
                </a:lnTo>
                <a:cubicBezTo>
                  <a:pt x="15240" y="127051"/>
                  <a:pt x="15526" y="126730"/>
                  <a:pt x="15526" y="126325"/>
                </a:cubicBezTo>
                <a:cubicBezTo>
                  <a:pt x="15526" y="125873"/>
                  <a:pt x="15145" y="125504"/>
                  <a:pt x="14704" y="125504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p52"/>
          <p:cNvSpPr/>
          <p:nvPr/>
        </p:nvSpPr>
        <p:spPr>
          <a:xfrm rot="5400000" flipH="1">
            <a:off x="-3438687" y="-389604"/>
            <a:ext cx="5862987" cy="5748571"/>
          </a:xfrm>
          <a:custGeom>
            <a:avLst/>
            <a:gdLst/>
            <a:ahLst/>
            <a:cxnLst/>
            <a:rect l="l" t="t" r="r" b="b"/>
            <a:pathLst>
              <a:path w="158032" h="154948" extrusionOk="0">
                <a:moveTo>
                  <a:pt x="68675" y="14585"/>
                </a:moveTo>
                <a:cubicBezTo>
                  <a:pt x="68973" y="14585"/>
                  <a:pt x="69211" y="14823"/>
                  <a:pt x="69211" y="15121"/>
                </a:cubicBezTo>
                <a:cubicBezTo>
                  <a:pt x="69211" y="15419"/>
                  <a:pt x="68973" y="15657"/>
                  <a:pt x="68675" y="15657"/>
                </a:cubicBezTo>
                <a:cubicBezTo>
                  <a:pt x="68378" y="15645"/>
                  <a:pt x="68140" y="15407"/>
                  <a:pt x="68140" y="15121"/>
                </a:cubicBezTo>
                <a:cubicBezTo>
                  <a:pt x="68140" y="14823"/>
                  <a:pt x="68378" y="14585"/>
                  <a:pt x="68675" y="14585"/>
                </a:cubicBezTo>
                <a:close/>
                <a:moveTo>
                  <a:pt x="76950" y="17931"/>
                </a:moveTo>
                <a:cubicBezTo>
                  <a:pt x="77248" y="17943"/>
                  <a:pt x="77486" y="18181"/>
                  <a:pt x="77486" y="18467"/>
                </a:cubicBezTo>
                <a:cubicBezTo>
                  <a:pt x="77486" y="18764"/>
                  <a:pt x="77248" y="19002"/>
                  <a:pt x="76950" y="19002"/>
                </a:cubicBezTo>
                <a:cubicBezTo>
                  <a:pt x="76653" y="19002"/>
                  <a:pt x="76414" y="18764"/>
                  <a:pt x="76414" y="18467"/>
                </a:cubicBezTo>
                <a:cubicBezTo>
                  <a:pt x="76414" y="18169"/>
                  <a:pt x="76653" y="17931"/>
                  <a:pt x="76950" y="17931"/>
                </a:cubicBezTo>
                <a:close/>
                <a:moveTo>
                  <a:pt x="76950" y="17645"/>
                </a:moveTo>
                <a:cubicBezTo>
                  <a:pt x="76498" y="17657"/>
                  <a:pt x="76129" y="18026"/>
                  <a:pt x="76129" y="18467"/>
                </a:cubicBezTo>
                <a:cubicBezTo>
                  <a:pt x="76129" y="18919"/>
                  <a:pt x="76498" y="19288"/>
                  <a:pt x="76950" y="19288"/>
                </a:cubicBezTo>
                <a:cubicBezTo>
                  <a:pt x="77391" y="19288"/>
                  <a:pt x="77760" y="18919"/>
                  <a:pt x="77760" y="18467"/>
                </a:cubicBezTo>
                <a:cubicBezTo>
                  <a:pt x="77760" y="18026"/>
                  <a:pt x="77391" y="17645"/>
                  <a:pt x="76950" y="17645"/>
                </a:cubicBezTo>
                <a:close/>
                <a:moveTo>
                  <a:pt x="70938" y="19217"/>
                </a:moveTo>
                <a:cubicBezTo>
                  <a:pt x="71235" y="19217"/>
                  <a:pt x="71473" y="19443"/>
                  <a:pt x="71473" y="19741"/>
                </a:cubicBezTo>
                <a:cubicBezTo>
                  <a:pt x="71473" y="20038"/>
                  <a:pt x="71235" y="20276"/>
                  <a:pt x="70938" y="20276"/>
                </a:cubicBezTo>
                <a:cubicBezTo>
                  <a:pt x="70931" y="20277"/>
                  <a:pt x="70924" y="20277"/>
                  <a:pt x="70917" y="20277"/>
                </a:cubicBezTo>
                <a:cubicBezTo>
                  <a:pt x="70629" y="20277"/>
                  <a:pt x="70402" y="20031"/>
                  <a:pt x="70402" y="19741"/>
                </a:cubicBezTo>
                <a:cubicBezTo>
                  <a:pt x="70402" y="19443"/>
                  <a:pt x="70640" y="19217"/>
                  <a:pt x="70938" y="19217"/>
                </a:cubicBezTo>
                <a:close/>
                <a:moveTo>
                  <a:pt x="76950" y="20884"/>
                </a:moveTo>
                <a:cubicBezTo>
                  <a:pt x="77248" y="20884"/>
                  <a:pt x="77486" y="21134"/>
                  <a:pt x="77486" y="21419"/>
                </a:cubicBezTo>
                <a:cubicBezTo>
                  <a:pt x="77486" y="21717"/>
                  <a:pt x="77248" y="21955"/>
                  <a:pt x="76950" y="21955"/>
                </a:cubicBezTo>
                <a:cubicBezTo>
                  <a:pt x="76653" y="21955"/>
                  <a:pt x="76414" y="21717"/>
                  <a:pt x="76414" y="21419"/>
                </a:cubicBezTo>
                <a:cubicBezTo>
                  <a:pt x="76414" y="21122"/>
                  <a:pt x="76653" y="20884"/>
                  <a:pt x="76950" y="20884"/>
                </a:cubicBezTo>
                <a:close/>
                <a:moveTo>
                  <a:pt x="76950" y="20598"/>
                </a:moveTo>
                <a:cubicBezTo>
                  <a:pt x="76498" y="20598"/>
                  <a:pt x="76129" y="20967"/>
                  <a:pt x="76129" y="21419"/>
                </a:cubicBezTo>
                <a:cubicBezTo>
                  <a:pt x="76129" y="21860"/>
                  <a:pt x="76498" y="22229"/>
                  <a:pt x="76950" y="22229"/>
                </a:cubicBezTo>
                <a:cubicBezTo>
                  <a:pt x="77391" y="22229"/>
                  <a:pt x="77760" y="21860"/>
                  <a:pt x="77760" y="21419"/>
                </a:cubicBezTo>
                <a:cubicBezTo>
                  <a:pt x="77760" y="20967"/>
                  <a:pt x="77391" y="20598"/>
                  <a:pt x="76950" y="20598"/>
                </a:cubicBezTo>
                <a:close/>
                <a:moveTo>
                  <a:pt x="32385" y="24158"/>
                </a:moveTo>
                <a:cubicBezTo>
                  <a:pt x="32683" y="24158"/>
                  <a:pt x="32921" y="24396"/>
                  <a:pt x="32921" y="24694"/>
                </a:cubicBezTo>
                <a:cubicBezTo>
                  <a:pt x="32921" y="24991"/>
                  <a:pt x="32683" y="25229"/>
                  <a:pt x="32385" y="25229"/>
                </a:cubicBezTo>
                <a:cubicBezTo>
                  <a:pt x="32087" y="25229"/>
                  <a:pt x="31849" y="24991"/>
                  <a:pt x="31849" y="24694"/>
                </a:cubicBezTo>
                <a:cubicBezTo>
                  <a:pt x="31849" y="24396"/>
                  <a:pt x="32087" y="24158"/>
                  <a:pt x="32385" y="24158"/>
                </a:cubicBezTo>
                <a:close/>
                <a:moveTo>
                  <a:pt x="34647" y="24158"/>
                </a:moveTo>
                <a:cubicBezTo>
                  <a:pt x="34945" y="24158"/>
                  <a:pt x="35183" y="24396"/>
                  <a:pt x="35183" y="24694"/>
                </a:cubicBezTo>
                <a:cubicBezTo>
                  <a:pt x="35183" y="24991"/>
                  <a:pt x="34945" y="25229"/>
                  <a:pt x="34647" y="25229"/>
                </a:cubicBezTo>
                <a:cubicBezTo>
                  <a:pt x="34350" y="25229"/>
                  <a:pt x="34112" y="24991"/>
                  <a:pt x="34112" y="24694"/>
                </a:cubicBezTo>
                <a:cubicBezTo>
                  <a:pt x="34112" y="24396"/>
                  <a:pt x="34350" y="24158"/>
                  <a:pt x="34647" y="24158"/>
                </a:cubicBezTo>
                <a:close/>
                <a:moveTo>
                  <a:pt x="36909" y="24158"/>
                </a:moveTo>
                <a:cubicBezTo>
                  <a:pt x="37207" y="24158"/>
                  <a:pt x="37445" y="24396"/>
                  <a:pt x="37445" y="24694"/>
                </a:cubicBezTo>
                <a:cubicBezTo>
                  <a:pt x="37445" y="24991"/>
                  <a:pt x="37207" y="25229"/>
                  <a:pt x="36909" y="25229"/>
                </a:cubicBezTo>
                <a:cubicBezTo>
                  <a:pt x="36612" y="25229"/>
                  <a:pt x="36374" y="24991"/>
                  <a:pt x="36374" y="24694"/>
                </a:cubicBezTo>
                <a:cubicBezTo>
                  <a:pt x="36374" y="24396"/>
                  <a:pt x="36612" y="24158"/>
                  <a:pt x="36909" y="24158"/>
                </a:cubicBezTo>
                <a:close/>
                <a:moveTo>
                  <a:pt x="76950" y="23455"/>
                </a:moveTo>
                <a:cubicBezTo>
                  <a:pt x="76426" y="23455"/>
                  <a:pt x="75998" y="23884"/>
                  <a:pt x="75998" y="24408"/>
                </a:cubicBezTo>
                <a:cubicBezTo>
                  <a:pt x="75998" y="24932"/>
                  <a:pt x="76426" y="25360"/>
                  <a:pt x="76950" y="25360"/>
                </a:cubicBezTo>
                <a:cubicBezTo>
                  <a:pt x="77462" y="25360"/>
                  <a:pt x="77903" y="24932"/>
                  <a:pt x="77903" y="24408"/>
                </a:cubicBezTo>
                <a:cubicBezTo>
                  <a:pt x="77903" y="23884"/>
                  <a:pt x="77462" y="23455"/>
                  <a:pt x="76950" y="23455"/>
                </a:cubicBezTo>
                <a:close/>
                <a:moveTo>
                  <a:pt x="59412" y="26277"/>
                </a:moveTo>
                <a:cubicBezTo>
                  <a:pt x="59710" y="26277"/>
                  <a:pt x="59948" y="26515"/>
                  <a:pt x="59948" y="26813"/>
                </a:cubicBezTo>
                <a:cubicBezTo>
                  <a:pt x="59948" y="27111"/>
                  <a:pt x="59710" y="27349"/>
                  <a:pt x="59412" y="27349"/>
                </a:cubicBezTo>
                <a:cubicBezTo>
                  <a:pt x="59115" y="27337"/>
                  <a:pt x="58877" y="27099"/>
                  <a:pt x="58877" y="26813"/>
                </a:cubicBezTo>
                <a:cubicBezTo>
                  <a:pt x="58877" y="26515"/>
                  <a:pt x="59115" y="26277"/>
                  <a:pt x="59412" y="26277"/>
                </a:cubicBezTo>
                <a:close/>
                <a:moveTo>
                  <a:pt x="41660" y="28182"/>
                </a:moveTo>
                <a:cubicBezTo>
                  <a:pt x="41958" y="28182"/>
                  <a:pt x="42196" y="28420"/>
                  <a:pt x="42196" y="28718"/>
                </a:cubicBezTo>
                <a:cubicBezTo>
                  <a:pt x="42196" y="29016"/>
                  <a:pt x="41958" y="29254"/>
                  <a:pt x="41660" y="29254"/>
                </a:cubicBezTo>
                <a:cubicBezTo>
                  <a:pt x="41362" y="29254"/>
                  <a:pt x="41124" y="29016"/>
                  <a:pt x="41124" y="28718"/>
                </a:cubicBezTo>
                <a:cubicBezTo>
                  <a:pt x="41124" y="28420"/>
                  <a:pt x="41362" y="28182"/>
                  <a:pt x="41660" y="28182"/>
                </a:cubicBezTo>
                <a:close/>
                <a:moveTo>
                  <a:pt x="44327" y="32635"/>
                </a:moveTo>
                <a:cubicBezTo>
                  <a:pt x="44625" y="32635"/>
                  <a:pt x="44863" y="32873"/>
                  <a:pt x="44863" y="33171"/>
                </a:cubicBezTo>
                <a:cubicBezTo>
                  <a:pt x="44863" y="33469"/>
                  <a:pt x="44625" y="33707"/>
                  <a:pt x="44327" y="33707"/>
                </a:cubicBezTo>
                <a:cubicBezTo>
                  <a:pt x="44029" y="33707"/>
                  <a:pt x="43791" y="33469"/>
                  <a:pt x="43791" y="33171"/>
                </a:cubicBezTo>
                <a:cubicBezTo>
                  <a:pt x="43791" y="32873"/>
                  <a:pt x="44029" y="32635"/>
                  <a:pt x="44327" y="32635"/>
                </a:cubicBezTo>
                <a:close/>
                <a:moveTo>
                  <a:pt x="88690" y="33504"/>
                </a:moveTo>
                <a:cubicBezTo>
                  <a:pt x="88987" y="33504"/>
                  <a:pt x="89226" y="33742"/>
                  <a:pt x="89226" y="34040"/>
                </a:cubicBezTo>
                <a:cubicBezTo>
                  <a:pt x="89226" y="34338"/>
                  <a:pt x="88987" y="34576"/>
                  <a:pt x="88690" y="34576"/>
                </a:cubicBezTo>
                <a:cubicBezTo>
                  <a:pt x="88392" y="34552"/>
                  <a:pt x="88154" y="34314"/>
                  <a:pt x="88154" y="34040"/>
                </a:cubicBezTo>
                <a:cubicBezTo>
                  <a:pt x="88154" y="33742"/>
                  <a:pt x="88392" y="33504"/>
                  <a:pt x="88690" y="33504"/>
                </a:cubicBezTo>
                <a:close/>
                <a:moveTo>
                  <a:pt x="115896" y="33980"/>
                </a:moveTo>
                <a:cubicBezTo>
                  <a:pt x="116193" y="33980"/>
                  <a:pt x="116431" y="34219"/>
                  <a:pt x="116431" y="34516"/>
                </a:cubicBezTo>
                <a:cubicBezTo>
                  <a:pt x="116431" y="34814"/>
                  <a:pt x="116193" y="35052"/>
                  <a:pt x="115896" y="35052"/>
                </a:cubicBezTo>
                <a:cubicBezTo>
                  <a:pt x="115598" y="35052"/>
                  <a:pt x="115360" y="34814"/>
                  <a:pt x="115360" y="34516"/>
                </a:cubicBezTo>
                <a:cubicBezTo>
                  <a:pt x="115360" y="34219"/>
                  <a:pt x="115598" y="33980"/>
                  <a:pt x="115896" y="33980"/>
                </a:cubicBezTo>
                <a:close/>
                <a:moveTo>
                  <a:pt x="87213" y="34969"/>
                </a:moveTo>
                <a:cubicBezTo>
                  <a:pt x="87511" y="34969"/>
                  <a:pt x="87749" y="35207"/>
                  <a:pt x="87749" y="35504"/>
                </a:cubicBezTo>
                <a:cubicBezTo>
                  <a:pt x="87749" y="35802"/>
                  <a:pt x="87511" y="36040"/>
                  <a:pt x="87213" y="36040"/>
                </a:cubicBezTo>
                <a:cubicBezTo>
                  <a:pt x="86916" y="36040"/>
                  <a:pt x="86678" y="35802"/>
                  <a:pt x="86678" y="35504"/>
                </a:cubicBezTo>
                <a:cubicBezTo>
                  <a:pt x="86678" y="35207"/>
                  <a:pt x="86916" y="34969"/>
                  <a:pt x="87213" y="34969"/>
                </a:cubicBezTo>
                <a:close/>
                <a:moveTo>
                  <a:pt x="123099" y="34993"/>
                </a:moveTo>
                <a:cubicBezTo>
                  <a:pt x="123396" y="34993"/>
                  <a:pt x="123635" y="35231"/>
                  <a:pt x="123635" y="35528"/>
                </a:cubicBezTo>
                <a:cubicBezTo>
                  <a:pt x="123635" y="35826"/>
                  <a:pt x="123396" y="36064"/>
                  <a:pt x="123099" y="36064"/>
                </a:cubicBezTo>
                <a:cubicBezTo>
                  <a:pt x="122801" y="36064"/>
                  <a:pt x="122563" y="35826"/>
                  <a:pt x="122563" y="35528"/>
                </a:cubicBezTo>
                <a:cubicBezTo>
                  <a:pt x="122563" y="35231"/>
                  <a:pt x="122801" y="34993"/>
                  <a:pt x="123099" y="34993"/>
                </a:cubicBezTo>
                <a:close/>
                <a:moveTo>
                  <a:pt x="123111" y="34707"/>
                </a:moveTo>
                <a:cubicBezTo>
                  <a:pt x="122670" y="34707"/>
                  <a:pt x="122289" y="35076"/>
                  <a:pt x="122289" y="35528"/>
                </a:cubicBezTo>
                <a:cubicBezTo>
                  <a:pt x="122289" y="35969"/>
                  <a:pt x="122670" y="36338"/>
                  <a:pt x="123111" y="36338"/>
                </a:cubicBezTo>
                <a:cubicBezTo>
                  <a:pt x="123563" y="36338"/>
                  <a:pt x="123932" y="35969"/>
                  <a:pt x="123932" y="35528"/>
                </a:cubicBezTo>
                <a:cubicBezTo>
                  <a:pt x="123932" y="35076"/>
                  <a:pt x="123563" y="34707"/>
                  <a:pt x="123111" y="34707"/>
                </a:cubicBezTo>
                <a:close/>
                <a:moveTo>
                  <a:pt x="79117" y="37100"/>
                </a:moveTo>
                <a:cubicBezTo>
                  <a:pt x="79415" y="37100"/>
                  <a:pt x="79653" y="37338"/>
                  <a:pt x="79653" y="37636"/>
                </a:cubicBezTo>
                <a:cubicBezTo>
                  <a:pt x="79653" y="37933"/>
                  <a:pt x="79415" y="38171"/>
                  <a:pt x="79117" y="38171"/>
                </a:cubicBezTo>
                <a:cubicBezTo>
                  <a:pt x="78819" y="38171"/>
                  <a:pt x="78581" y="37933"/>
                  <a:pt x="78581" y="37636"/>
                </a:cubicBezTo>
                <a:cubicBezTo>
                  <a:pt x="78581" y="37338"/>
                  <a:pt x="78819" y="37100"/>
                  <a:pt x="79117" y="37100"/>
                </a:cubicBezTo>
                <a:close/>
                <a:moveTo>
                  <a:pt x="125361" y="36838"/>
                </a:moveTo>
                <a:cubicBezTo>
                  <a:pt x="124837" y="36838"/>
                  <a:pt x="124409" y="37255"/>
                  <a:pt x="124409" y="37779"/>
                </a:cubicBezTo>
                <a:cubicBezTo>
                  <a:pt x="124409" y="38302"/>
                  <a:pt x="124837" y="38731"/>
                  <a:pt x="125361" y="38731"/>
                </a:cubicBezTo>
                <a:cubicBezTo>
                  <a:pt x="125885" y="38731"/>
                  <a:pt x="126314" y="38302"/>
                  <a:pt x="126314" y="37779"/>
                </a:cubicBezTo>
                <a:cubicBezTo>
                  <a:pt x="126314" y="37267"/>
                  <a:pt x="125885" y="36838"/>
                  <a:pt x="125361" y="36838"/>
                </a:cubicBezTo>
                <a:close/>
                <a:moveTo>
                  <a:pt x="105204" y="39303"/>
                </a:moveTo>
                <a:cubicBezTo>
                  <a:pt x="105501" y="39303"/>
                  <a:pt x="105740" y="39541"/>
                  <a:pt x="105740" y="39838"/>
                </a:cubicBezTo>
                <a:cubicBezTo>
                  <a:pt x="105740" y="40136"/>
                  <a:pt x="105501" y="40374"/>
                  <a:pt x="105204" y="40374"/>
                </a:cubicBezTo>
                <a:cubicBezTo>
                  <a:pt x="104906" y="40374"/>
                  <a:pt x="104668" y="40136"/>
                  <a:pt x="104668" y="39838"/>
                </a:cubicBezTo>
                <a:cubicBezTo>
                  <a:pt x="104668" y="39541"/>
                  <a:pt x="104906" y="39303"/>
                  <a:pt x="105204" y="39303"/>
                </a:cubicBezTo>
                <a:close/>
                <a:moveTo>
                  <a:pt x="127611" y="39517"/>
                </a:moveTo>
                <a:cubicBezTo>
                  <a:pt x="127909" y="39517"/>
                  <a:pt x="128147" y="39767"/>
                  <a:pt x="128147" y="40053"/>
                </a:cubicBezTo>
                <a:cubicBezTo>
                  <a:pt x="128147" y="40350"/>
                  <a:pt x="127909" y="40588"/>
                  <a:pt x="127611" y="40588"/>
                </a:cubicBezTo>
                <a:cubicBezTo>
                  <a:pt x="127314" y="40588"/>
                  <a:pt x="127076" y="40350"/>
                  <a:pt x="127076" y="40053"/>
                </a:cubicBezTo>
                <a:cubicBezTo>
                  <a:pt x="127076" y="39755"/>
                  <a:pt x="127314" y="39517"/>
                  <a:pt x="127611" y="39517"/>
                </a:cubicBezTo>
                <a:close/>
                <a:moveTo>
                  <a:pt x="127623" y="39231"/>
                </a:moveTo>
                <a:cubicBezTo>
                  <a:pt x="127159" y="39231"/>
                  <a:pt x="126802" y="39600"/>
                  <a:pt x="126802" y="40053"/>
                </a:cubicBezTo>
                <a:cubicBezTo>
                  <a:pt x="126802" y="40493"/>
                  <a:pt x="127171" y="40862"/>
                  <a:pt x="127623" y="40862"/>
                </a:cubicBezTo>
                <a:cubicBezTo>
                  <a:pt x="128064" y="40862"/>
                  <a:pt x="128445" y="40493"/>
                  <a:pt x="128445" y="40053"/>
                </a:cubicBezTo>
                <a:cubicBezTo>
                  <a:pt x="128445" y="39600"/>
                  <a:pt x="128064" y="39231"/>
                  <a:pt x="127623" y="39231"/>
                </a:cubicBezTo>
                <a:close/>
                <a:moveTo>
                  <a:pt x="84427" y="41148"/>
                </a:moveTo>
                <a:cubicBezTo>
                  <a:pt x="84725" y="41148"/>
                  <a:pt x="84963" y="41386"/>
                  <a:pt x="84963" y="41684"/>
                </a:cubicBezTo>
                <a:cubicBezTo>
                  <a:pt x="84963" y="41981"/>
                  <a:pt x="84725" y="42220"/>
                  <a:pt x="84427" y="42220"/>
                </a:cubicBezTo>
                <a:cubicBezTo>
                  <a:pt x="84130" y="42220"/>
                  <a:pt x="83892" y="41970"/>
                  <a:pt x="83892" y="41684"/>
                </a:cubicBezTo>
                <a:cubicBezTo>
                  <a:pt x="83892" y="41386"/>
                  <a:pt x="84130" y="41148"/>
                  <a:pt x="84427" y="41148"/>
                </a:cubicBezTo>
                <a:close/>
                <a:moveTo>
                  <a:pt x="66735" y="42589"/>
                </a:moveTo>
                <a:cubicBezTo>
                  <a:pt x="67032" y="42589"/>
                  <a:pt x="67270" y="42827"/>
                  <a:pt x="67270" y="43124"/>
                </a:cubicBezTo>
                <a:cubicBezTo>
                  <a:pt x="67270" y="43422"/>
                  <a:pt x="67032" y="43660"/>
                  <a:pt x="66735" y="43660"/>
                </a:cubicBezTo>
                <a:cubicBezTo>
                  <a:pt x="66437" y="43660"/>
                  <a:pt x="66199" y="43422"/>
                  <a:pt x="66199" y="43124"/>
                </a:cubicBezTo>
                <a:cubicBezTo>
                  <a:pt x="66199" y="42827"/>
                  <a:pt x="66437" y="42589"/>
                  <a:pt x="66735" y="42589"/>
                </a:cubicBezTo>
                <a:close/>
                <a:moveTo>
                  <a:pt x="68675" y="14299"/>
                </a:moveTo>
                <a:cubicBezTo>
                  <a:pt x="68223" y="14299"/>
                  <a:pt x="67854" y="14669"/>
                  <a:pt x="67854" y="15121"/>
                </a:cubicBezTo>
                <a:cubicBezTo>
                  <a:pt x="67854" y="15526"/>
                  <a:pt x="68151" y="15847"/>
                  <a:pt x="68521" y="15919"/>
                </a:cubicBezTo>
                <a:lnTo>
                  <a:pt x="68521" y="35076"/>
                </a:lnTo>
                <a:lnTo>
                  <a:pt x="66604" y="37017"/>
                </a:lnTo>
                <a:lnTo>
                  <a:pt x="66604" y="42327"/>
                </a:lnTo>
                <a:cubicBezTo>
                  <a:pt x="66211" y="42398"/>
                  <a:pt x="65937" y="42720"/>
                  <a:pt x="65937" y="43124"/>
                </a:cubicBezTo>
                <a:cubicBezTo>
                  <a:pt x="65937" y="43577"/>
                  <a:pt x="66306" y="43946"/>
                  <a:pt x="66747" y="43946"/>
                </a:cubicBezTo>
                <a:cubicBezTo>
                  <a:pt x="67199" y="43946"/>
                  <a:pt x="67568" y="43577"/>
                  <a:pt x="67568" y="43124"/>
                </a:cubicBezTo>
                <a:cubicBezTo>
                  <a:pt x="67568" y="42720"/>
                  <a:pt x="67270" y="42398"/>
                  <a:pt x="66901" y="42327"/>
                </a:cubicBezTo>
                <a:lnTo>
                  <a:pt x="66901" y="37136"/>
                </a:lnTo>
                <a:lnTo>
                  <a:pt x="68818" y="35195"/>
                </a:lnTo>
                <a:lnTo>
                  <a:pt x="68818" y="15919"/>
                </a:lnTo>
                <a:cubicBezTo>
                  <a:pt x="69187" y="15847"/>
                  <a:pt x="69485" y="15526"/>
                  <a:pt x="69485" y="15121"/>
                </a:cubicBezTo>
                <a:cubicBezTo>
                  <a:pt x="69485" y="14669"/>
                  <a:pt x="69116" y="14299"/>
                  <a:pt x="68675" y="14299"/>
                </a:cubicBezTo>
                <a:close/>
                <a:moveTo>
                  <a:pt x="62377" y="43267"/>
                </a:moveTo>
                <a:cubicBezTo>
                  <a:pt x="62675" y="43267"/>
                  <a:pt x="62913" y="43505"/>
                  <a:pt x="62913" y="43803"/>
                </a:cubicBezTo>
                <a:cubicBezTo>
                  <a:pt x="62913" y="44101"/>
                  <a:pt x="62675" y="44339"/>
                  <a:pt x="62377" y="44339"/>
                </a:cubicBezTo>
                <a:cubicBezTo>
                  <a:pt x="62079" y="44327"/>
                  <a:pt x="61841" y="44101"/>
                  <a:pt x="61841" y="43803"/>
                </a:cubicBezTo>
                <a:cubicBezTo>
                  <a:pt x="61841" y="43505"/>
                  <a:pt x="62079" y="43267"/>
                  <a:pt x="62377" y="43267"/>
                </a:cubicBezTo>
                <a:close/>
                <a:moveTo>
                  <a:pt x="86678" y="43386"/>
                </a:moveTo>
                <a:cubicBezTo>
                  <a:pt x="86975" y="43386"/>
                  <a:pt x="87213" y="43625"/>
                  <a:pt x="87213" y="43922"/>
                </a:cubicBezTo>
                <a:cubicBezTo>
                  <a:pt x="87213" y="44220"/>
                  <a:pt x="86975" y="44458"/>
                  <a:pt x="86678" y="44458"/>
                </a:cubicBezTo>
                <a:cubicBezTo>
                  <a:pt x="86380" y="44458"/>
                  <a:pt x="86142" y="44220"/>
                  <a:pt x="86142" y="43922"/>
                </a:cubicBezTo>
                <a:cubicBezTo>
                  <a:pt x="86142" y="43625"/>
                  <a:pt x="86380" y="43386"/>
                  <a:pt x="86678" y="43386"/>
                </a:cubicBezTo>
                <a:close/>
                <a:moveTo>
                  <a:pt x="139184" y="44053"/>
                </a:moveTo>
                <a:cubicBezTo>
                  <a:pt x="139482" y="44053"/>
                  <a:pt x="139720" y="44291"/>
                  <a:pt x="139720" y="44589"/>
                </a:cubicBezTo>
                <a:cubicBezTo>
                  <a:pt x="139720" y="44887"/>
                  <a:pt x="139482" y="45125"/>
                  <a:pt x="139184" y="45125"/>
                </a:cubicBezTo>
                <a:cubicBezTo>
                  <a:pt x="138887" y="45125"/>
                  <a:pt x="138648" y="44887"/>
                  <a:pt x="138648" y="44589"/>
                </a:cubicBezTo>
                <a:cubicBezTo>
                  <a:pt x="138648" y="44291"/>
                  <a:pt x="138887" y="44053"/>
                  <a:pt x="139184" y="44053"/>
                </a:cubicBezTo>
                <a:close/>
                <a:moveTo>
                  <a:pt x="41660" y="27908"/>
                </a:moveTo>
                <a:cubicBezTo>
                  <a:pt x="41208" y="27908"/>
                  <a:pt x="40839" y="28277"/>
                  <a:pt x="40839" y="28718"/>
                </a:cubicBezTo>
                <a:cubicBezTo>
                  <a:pt x="40839" y="29123"/>
                  <a:pt x="41136" y="29456"/>
                  <a:pt x="41505" y="29528"/>
                </a:cubicBezTo>
                <a:lnTo>
                  <a:pt x="41505" y="36636"/>
                </a:lnTo>
                <a:lnTo>
                  <a:pt x="32159" y="46065"/>
                </a:lnTo>
                <a:lnTo>
                  <a:pt x="32373" y="46256"/>
                </a:lnTo>
                <a:lnTo>
                  <a:pt x="41767" y="36790"/>
                </a:lnTo>
                <a:lnTo>
                  <a:pt x="41803" y="36743"/>
                </a:lnTo>
                <a:lnTo>
                  <a:pt x="41803" y="29516"/>
                </a:lnTo>
                <a:cubicBezTo>
                  <a:pt x="42184" y="29456"/>
                  <a:pt x="42482" y="29123"/>
                  <a:pt x="42482" y="28718"/>
                </a:cubicBezTo>
                <a:cubicBezTo>
                  <a:pt x="42482" y="28277"/>
                  <a:pt x="42101" y="27908"/>
                  <a:pt x="41660" y="27908"/>
                </a:cubicBezTo>
                <a:close/>
                <a:moveTo>
                  <a:pt x="88940" y="45613"/>
                </a:moveTo>
                <a:cubicBezTo>
                  <a:pt x="89237" y="45613"/>
                  <a:pt x="89476" y="45851"/>
                  <a:pt x="89476" y="46149"/>
                </a:cubicBezTo>
                <a:cubicBezTo>
                  <a:pt x="89476" y="46446"/>
                  <a:pt x="89237" y="46684"/>
                  <a:pt x="88940" y="46684"/>
                </a:cubicBezTo>
                <a:cubicBezTo>
                  <a:pt x="88642" y="46684"/>
                  <a:pt x="88404" y="46446"/>
                  <a:pt x="88404" y="46149"/>
                </a:cubicBezTo>
                <a:cubicBezTo>
                  <a:pt x="88404" y="45851"/>
                  <a:pt x="88642" y="45613"/>
                  <a:pt x="88940" y="45613"/>
                </a:cubicBezTo>
                <a:close/>
                <a:moveTo>
                  <a:pt x="16847" y="48030"/>
                </a:moveTo>
                <a:cubicBezTo>
                  <a:pt x="17145" y="48030"/>
                  <a:pt x="17383" y="48268"/>
                  <a:pt x="17383" y="48566"/>
                </a:cubicBezTo>
                <a:cubicBezTo>
                  <a:pt x="17383" y="48863"/>
                  <a:pt x="17145" y="49101"/>
                  <a:pt x="16847" y="49101"/>
                </a:cubicBezTo>
                <a:cubicBezTo>
                  <a:pt x="16550" y="49101"/>
                  <a:pt x="16312" y="48863"/>
                  <a:pt x="16312" y="48566"/>
                </a:cubicBezTo>
                <a:cubicBezTo>
                  <a:pt x="16312" y="48268"/>
                  <a:pt x="16550" y="48030"/>
                  <a:pt x="16847" y="48030"/>
                </a:cubicBezTo>
                <a:close/>
                <a:moveTo>
                  <a:pt x="19776" y="48030"/>
                </a:moveTo>
                <a:cubicBezTo>
                  <a:pt x="20074" y="48030"/>
                  <a:pt x="20312" y="48268"/>
                  <a:pt x="20312" y="48566"/>
                </a:cubicBezTo>
                <a:cubicBezTo>
                  <a:pt x="20312" y="48863"/>
                  <a:pt x="20074" y="49101"/>
                  <a:pt x="19776" y="49101"/>
                </a:cubicBezTo>
                <a:cubicBezTo>
                  <a:pt x="19479" y="49101"/>
                  <a:pt x="19241" y="48863"/>
                  <a:pt x="19241" y="48566"/>
                </a:cubicBezTo>
                <a:cubicBezTo>
                  <a:pt x="19241" y="48268"/>
                  <a:pt x="19479" y="48030"/>
                  <a:pt x="19776" y="48030"/>
                </a:cubicBezTo>
                <a:close/>
                <a:moveTo>
                  <a:pt x="16859" y="47744"/>
                </a:moveTo>
                <a:cubicBezTo>
                  <a:pt x="16419" y="47744"/>
                  <a:pt x="16038" y="48113"/>
                  <a:pt x="16038" y="48566"/>
                </a:cubicBezTo>
                <a:cubicBezTo>
                  <a:pt x="16038" y="49006"/>
                  <a:pt x="16419" y="49375"/>
                  <a:pt x="16859" y="49375"/>
                </a:cubicBezTo>
                <a:cubicBezTo>
                  <a:pt x="17312" y="49375"/>
                  <a:pt x="17681" y="49006"/>
                  <a:pt x="17681" y="48566"/>
                </a:cubicBezTo>
                <a:cubicBezTo>
                  <a:pt x="17681" y="48113"/>
                  <a:pt x="17312" y="47744"/>
                  <a:pt x="16859" y="47744"/>
                </a:cubicBezTo>
                <a:close/>
                <a:moveTo>
                  <a:pt x="19776" y="47744"/>
                </a:moveTo>
                <a:cubicBezTo>
                  <a:pt x="19336" y="47744"/>
                  <a:pt x="18967" y="48113"/>
                  <a:pt x="18967" y="48566"/>
                </a:cubicBezTo>
                <a:cubicBezTo>
                  <a:pt x="18967" y="49006"/>
                  <a:pt x="19336" y="49375"/>
                  <a:pt x="19776" y="49375"/>
                </a:cubicBezTo>
                <a:cubicBezTo>
                  <a:pt x="20229" y="49375"/>
                  <a:pt x="20598" y="49006"/>
                  <a:pt x="20598" y="48566"/>
                </a:cubicBezTo>
                <a:cubicBezTo>
                  <a:pt x="20598" y="48113"/>
                  <a:pt x="20229" y="47744"/>
                  <a:pt x="19776" y="47744"/>
                </a:cubicBezTo>
                <a:close/>
                <a:moveTo>
                  <a:pt x="13942" y="47613"/>
                </a:moveTo>
                <a:cubicBezTo>
                  <a:pt x="13430" y="47613"/>
                  <a:pt x="12990" y="48042"/>
                  <a:pt x="12990" y="48566"/>
                </a:cubicBezTo>
                <a:cubicBezTo>
                  <a:pt x="12990" y="49078"/>
                  <a:pt x="13430" y="49518"/>
                  <a:pt x="13942" y="49518"/>
                </a:cubicBezTo>
                <a:cubicBezTo>
                  <a:pt x="14466" y="49518"/>
                  <a:pt x="14895" y="49078"/>
                  <a:pt x="14895" y="48566"/>
                </a:cubicBezTo>
                <a:cubicBezTo>
                  <a:pt x="14895" y="48042"/>
                  <a:pt x="14466" y="47613"/>
                  <a:pt x="13942" y="47613"/>
                </a:cubicBezTo>
                <a:close/>
                <a:moveTo>
                  <a:pt x="44315" y="32326"/>
                </a:moveTo>
                <a:cubicBezTo>
                  <a:pt x="43875" y="32326"/>
                  <a:pt x="43506" y="32695"/>
                  <a:pt x="43506" y="33147"/>
                </a:cubicBezTo>
                <a:cubicBezTo>
                  <a:pt x="43506" y="33564"/>
                  <a:pt x="43803" y="33897"/>
                  <a:pt x="44172" y="33957"/>
                </a:cubicBezTo>
                <a:lnTo>
                  <a:pt x="44172" y="37469"/>
                </a:lnTo>
                <a:lnTo>
                  <a:pt x="32159" y="49578"/>
                </a:lnTo>
                <a:lnTo>
                  <a:pt x="32373" y="49768"/>
                </a:lnTo>
                <a:lnTo>
                  <a:pt x="44422" y="37624"/>
                </a:lnTo>
                <a:lnTo>
                  <a:pt x="44470" y="37576"/>
                </a:lnTo>
                <a:lnTo>
                  <a:pt x="44470" y="33945"/>
                </a:lnTo>
                <a:cubicBezTo>
                  <a:pt x="44851" y="33873"/>
                  <a:pt x="45137" y="33540"/>
                  <a:pt x="45137" y="33147"/>
                </a:cubicBezTo>
                <a:cubicBezTo>
                  <a:pt x="45137" y="32695"/>
                  <a:pt x="44768" y="32326"/>
                  <a:pt x="44315" y="32326"/>
                </a:cubicBezTo>
                <a:close/>
                <a:moveTo>
                  <a:pt x="50221" y="48899"/>
                </a:moveTo>
                <a:cubicBezTo>
                  <a:pt x="50518" y="48899"/>
                  <a:pt x="50756" y="49137"/>
                  <a:pt x="50756" y="49435"/>
                </a:cubicBezTo>
                <a:cubicBezTo>
                  <a:pt x="50756" y="49732"/>
                  <a:pt x="50518" y="49971"/>
                  <a:pt x="50221" y="49971"/>
                </a:cubicBezTo>
                <a:cubicBezTo>
                  <a:pt x="49923" y="49971"/>
                  <a:pt x="49685" y="49732"/>
                  <a:pt x="49685" y="49435"/>
                </a:cubicBezTo>
                <a:cubicBezTo>
                  <a:pt x="49685" y="49137"/>
                  <a:pt x="49923" y="48899"/>
                  <a:pt x="50221" y="48899"/>
                </a:cubicBezTo>
                <a:close/>
                <a:moveTo>
                  <a:pt x="32385" y="23860"/>
                </a:moveTo>
                <a:cubicBezTo>
                  <a:pt x="31945" y="23860"/>
                  <a:pt x="31564" y="24229"/>
                  <a:pt x="31564" y="24670"/>
                </a:cubicBezTo>
                <a:cubicBezTo>
                  <a:pt x="31564" y="25075"/>
                  <a:pt x="31861" y="25408"/>
                  <a:pt x="32242" y="25479"/>
                </a:cubicBezTo>
                <a:lnTo>
                  <a:pt x="32242" y="32826"/>
                </a:lnTo>
                <a:lnTo>
                  <a:pt x="24217" y="40910"/>
                </a:lnTo>
                <a:lnTo>
                  <a:pt x="24217" y="51578"/>
                </a:lnTo>
                <a:lnTo>
                  <a:pt x="22717" y="53102"/>
                </a:lnTo>
                <a:lnTo>
                  <a:pt x="5775" y="53102"/>
                </a:lnTo>
                <a:lnTo>
                  <a:pt x="5775" y="53376"/>
                </a:lnTo>
                <a:lnTo>
                  <a:pt x="22836" y="53376"/>
                </a:lnTo>
                <a:lnTo>
                  <a:pt x="24503" y="51697"/>
                </a:lnTo>
                <a:lnTo>
                  <a:pt x="24503" y="41029"/>
                </a:lnTo>
                <a:lnTo>
                  <a:pt x="24515" y="41029"/>
                </a:lnTo>
                <a:lnTo>
                  <a:pt x="32492" y="32992"/>
                </a:lnTo>
                <a:lnTo>
                  <a:pt x="32540" y="32945"/>
                </a:lnTo>
                <a:lnTo>
                  <a:pt x="32540" y="25479"/>
                </a:lnTo>
                <a:cubicBezTo>
                  <a:pt x="32921" y="25408"/>
                  <a:pt x="33207" y="25075"/>
                  <a:pt x="33207" y="24670"/>
                </a:cubicBezTo>
                <a:cubicBezTo>
                  <a:pt x="33207" y="24229"/>
                  <a:pt x="32838" y="23860"/>
                  <a:pt x="32385" y="23860"/>
                </a:cubicBezTo>
                <a:close/>
                <a:moveTo>
                  <a:pt x="34647" y="23860"/>
                </a:moveTo>
                <a:cubicBezTo>
                  <a:pt x="34207" y="23860"/>
                  <a:pt x="33826" y="24229"/>
                  <a:pt x="33826" y="24670"/>
                </a:cubicBezTo>
                <a:cubicBezTo>
                  <a:pt x="33826" y="25075"/>
                  <a:pt x="34123" y="25408"/>
                  <a:pt x="34504" y="25479"/>
                </a:cubicBezTo>
                <a:lnTo>
                  <a:pt x="34504" y="33564"/>
                </a:lnTo>
                <a:lnTo>
                  <a:pt x="26492" y="41624"/>
                </a:lnTo>
                <a:lnTo>
                  <a:pt x="26492" y="52316"/>
                </a:lnTo>
                <a:lnTo>
                  <a:pt x="23455" y="55364"/>
                </a:lnTo>
                <a:lnTo>
                  <a:pt x="5775" y="55364"/>
                </a:lnTo>
                <a:lnTo>
                  <a:pt x="5775" y="55650"/>
                </a:lnTo>
                <a:lnTo>
                  <a:pt x="23574" y="55650"/>
                </a:lnTo>
                <a:lnTo>
                  <a:pt x="26777" y="52411"/>
                </a:lnTo>
                <a:lnTo>
                  <a:pt x="26777" y="41743"/>
                </a:lnTo>
                <a:lnTo>
                  <a:pt x="34754" y="33707"/>
                </a:lnTo>
                <a:lnTo>
                  <a:pt x="34802" y="33659"/>
                </a:lnTo>
                <a:lnTo>
                  <a:pt x="34802" y="25479"/>
                </a:lnTo>
                <a:cubicBezTo>
                  <a:pt x="35183" y="25408"/>
                  <a:pt x="35469" y="25075"/>
                  <a:pt x="35469" y="24670"/>
                </a:cubicBezTo>
                <a:cubicBezTo>
                  <a:pt x="35469" y="24229"/>
                  <a:pt x="35100" y="23860"/>
                  <a:pt x="34647" y="23860"/>
                </a:cubicBezTo>
                <a:close/>
                <a:moveTo>
                  <a:pt x="141434" y="40148"/>
                </a:moveTo>
                <a:cubicBezTo>
                  <a:pt x="140911" y="40148"/>
                  <a:pt x="140482" y="40553"/>
                  <a:pt x="140482" y="41089"/>
                </a:cubicBezTo>
                <a:cubicBezTo>
                  <a:pt x="140482" y="41398"/>
                  <a:pt x="140625" y="41672"/>
                  <a:pt x="140863" y="41851"/>
                </a:cubicBezTo>
                <a:lnTo>
                  <a:pt x="140863" y="48589"/>
                </a:lnTo>
                <a:lnTo>
                  <a:pt x="151329" y="58710"/>
                </a:lnTo>
                <a:lnTo>
                  <a:pt x="152114" y="57888"/>
                </a:lnTo>
                <a:lnTo>
                  <a:pt x="141994" y="48113"/>
                </a:lnTo>
                <a:lnTo>
                  <a:pt x="141994" y="41862"/>
                </a:lnTo>
                <a:cubicBezTo>
                  <a:pt x="142232" y="41684"/>
                  <a:pt x="142387" y="41422"/>
                  <a:pt x="142387" y="41100"/>
                </a:cubicBezTo>
                <a:cubicBezTo>
                  <a:pt x="142387" y="40588"/>
                  <a:pt x="141946" y="40148"/>
                  <a:pt x="141434" y="40148"/>
                </a:cubicBezTo>
                <a:close/>
                <a:moveTo>
                  <a:pt x="139172" y="43767"/>
                </a:moveTo>
                <a:cubicBezTo>
                  <a:pt x="138720" y="43767"/>
                  <a:pt x="138351" y="44136"/>
                  <a:pt x="138351" y="44589"/>
                </a:cubicBezTo>
                <a:cubicBezTo>
                  <a:pt x="138351" y="44994"/>
                  <a:pt x="138648" y="45315"/>
                  <a:pt x="139017" y="45387"/>
                </a:cubicBezTo>
                <a:lnTo>
                  <a:pt x="139017" y="49113"/>
                </a:lnTo>
                <a:lnTo>
                  <a:pt x="151364" y="61436"/>
                </a:lnTo>
                <a:lnTo>
                  <a:pt x="151555" y="61222"/>
                </a:lnTo>
                <a:lnTo>
                  <a:pt x="139291" y="48994"/>
                </a:lnTo>
                <a:lnTo>
                  <a:pt x="139291" y="45387"/>
                </a:lnTo>
                <a:lnTo>
                  <a:pt x="139315" y="45387"/>
                </a:lnTo>
                <a:cubicBezTo>
                  <a:pt x="139708" y="45315"/>
                  <a:pt x="139994" y="44994"/>
                  <a:pt x="139994" y="44589"/>
                </a:cubicBezTo>
                <a:cubicBezTo>
                  <a:pt x="139994" y="44136"/>
                  <a:pt x="139613" y="43767"/>
                  <a:pt x="139172" y="43767"/>
                </a:cubicBezTo>
                <a:close/>
                <a:moveTo>
                  <a:pt x="37445" y="61758"/>
                </a:moveTo>
                <a:cubicBezTo>
                  <a:pt x="37743" y="61758"/>
                  <a:pt x="37981" y="61996"/>
                  <a:pt x="37981" y="62293"/>
                </a:cubicBezTo>
                <a:cubicBezTo>
                  <a:pt x="37981" y="62591"/>
                  <a:pt x="37743" y="62829"/>
                  <a:pt x="37445" y="62829"/>
                </a:cubicBezTo>
                <a:cubicBezTo>
                  <a:pt x="37148" y="62829"/>
                  <a:pt x="36909" y="62591"/>
                  <a:pt x="36909" y="62293"/>
                </a:cubicBezTo>
                <a:cubicBezTo>
                  <a:pt x="36909" y="61996"/>
                  <a:pt x="37148" y="61758"/>
                  <a:pt x="37445" y="61758"/>
                </a:cubicBezTo>
                <a:close/>
                <a:moveTo>
                  <a:pt x="115907" y="33695"/>
                </a:moveTo>
                <a:cubicBezTo>
                  <a:pt x="115443" y="33695"/>
                  <a:pt x="115086" y="34052"/>
                  <a:pt x="115086" y="34516"/>
                </a:cubicBezTo>
                <a:cubicBezTo>
                  <a:pt x="115086" y="34957"/>
                  <a:pt x="115467" y="35326"/>
                  <a:pt x="115907" y="35326"/>
                </a:cubicBezTo>
                <a:cubicBezTo>
                  <a:pt x="116086" y="35326"/>
                  <a:pt x="116253" y="35266"/>
                  <a:pt x="116372" y="35183"/>
                </a:cubicBezTo>
                <a:lnTo>
                  <a:pt x="126742" y="45541"/>
                </a:lnTo>
                <a:lnTo>
                  <a:pt x="126790" y="45589"/>
                </a:lnTo>
                <a:lnTo>
                  <a:pt x="135053" y="45589"/>
                </a:lnTo>
                <a:lnTo>
                  <a:pt x="136791" y="47315"/>
                </a:lnTo>
                <a:lnTo>
                  <a:pt x="136791" y="49828"/>
                </a:lnTo>
                <a:lnTo>
                  <a:pt x="150412" y="63413"/>
                </a:lnTo>
                <a:lnTo>
                  <a:pt x="150602" y="63210"/>
                </a:lnTo>
                <a:lnTo>
                  <a:pt x="137065" y="49709"/>
                </a:lnTo>
                <a:lnTo>
                  <a:pt x="137065" y="47196"/>
                </a:lnTo>
                <a:lnTo>
                  <a:pt x="135160" y="45291"/>
                </a:lnTo>
                <a:lnTo>
                  <a:pt x="126909" y="45291"/>
                </a:lnTo>
                <a:lnTo>
                  <a:pt x="116574" y="34969"/>
                </a:lnTo>
                <a:cubicBezTo>
                  <a:pt x="116669" y="34838"/>
                  <a:pt x="116729" y="34671"/>
                  <a:pt x="116729" y="34516"/>
                </a:cubicBezTo>
                <a:cubicBezTo>
                  <a:pt x="116729" y="34064"/>
                  <a:pt x="116348" y="33695"/>
                  <a:pt x="115907" y="33695"/>
                </a:cubicBezTo>
                <a:close/>
                <a:moveTo>
                  <a:pt x="35231" y="64008"/>
                </a:moveTo>
                <a:cubicBezTo>
                  <a:pt x="35528" y="64008"/>
                  <a:pt x="35766" y="64246"/>
                  <a:pt x="35766" y="64544"/>
                </a:cubicBezTo>
                <a:cubicBezTo>
                  <a:pt x="35766" y="64841"/>
                  <a:pt x="35528" y="65080"/>
                  <a:pt x="35231" y="65080"/>
                </a:cubicBezTo>
                <a:cubicBezTo>
                  <a:pt x="34933" y="65068"/>
                  <a:pt x="34695" y="64830"/>
                  <a:pt x="34695" y="64544"/>
                </a:cubicBezTo>
                <a:cubicBezTo>
                  <a:pt x="34695" y="64246"/>
                  <a:pt x="34933" y="64008"/>
                  <a:pt x="35231" y="64008"/>
                </a:cubicBezTo>
                <a:close/>
                <a:moveTo>
                  <a:pt x="36898" y="23872"/>
                </a:moveTo>
                <a:cubicBezTo>
                  <a:pt x="36445" y="23872"/>
                  <a:pt x="36076" y="24241"/>
                  <a:pt x="36076" y="24694"/>
                </a:cubicBezTo>
                <a:cubicBezTo>
                  <a:pt x="36076" y="25087"/>
                  <a:pt x="36374" y="25420"/>
                  <a:pt x="36743" y="25491"/>
                </a:cubicBezTo>
                <a:lnTo>
                  <a:pt x="36731" y="34254"/>
                </a:lnTo>
                <a:lnTo>
                  <a:pt x="28730" y="42339"/>
                </a:lnTo>
                <a:lnTo>
                  <a:pt x="28730" y="53007"/>
                </a:lnTo>
                <a:lnTo>
                  <a:pt x="24158" y="57626"/>
                </a:lnTo>
                <a:lnTo>
                  <a:pt x="13061" y="57626"/>
                </a:lnTo>
                <a:lnTo>
                  <a:pt x="5834" y="64901"/>
                </a:lnTo>
                <a:lnTo>
                  <a:pt x="6037" y="65091"/>
                </a:lnTo>
                <a:lnTo>
                  <a:pt x="13180" y="57888"/>
                </a:lnTo>
                <a:lnTo>
                  <a:pt x="24277" y="57888"/>
                </a:lnTo>
                <a:lnTo>
                  <a:pt x="24277" y="57912"/>
                </a:lnTo>
                <a:lnTo>
                  <a:pt x="29004" y="53126"/>
                </a:lnTo>
                <a:lnTo>
                  <a:pt x="29004" y="42458"/>
                </a:lnTo>
                <a:lnTo>
                  <a:pt x="37029" y="34373"/>
                </a:lnTo>
                <a:lnTo>
                  <a:pt x="37040" y="25491"/>
                </a:lnTo>
                <a:cubicBezTo>
                  <a:pt x="37433" y="25420"/>
                  <a:pt x="37719" y="25087"/>
                  <a:pt x="37719" y="24694"/>
                </a:cubicBezTo>
                <a:cubicBezTo>
                  <a:pt x="37719" y="24241"/>
                  <a:pt x="37338" y="23872"/>
                  <a:pt x="36898" y="23872"/>
                </a:cubicBezTo>
                <a:close/>
                <a:moveTo>
                  <a:pt x="68997" y="64734"/>
                </a:moveTo>
                <a:cubicBezTo>
                  <a:pt x="69294" y="64734"/>
                  <a:pt x="69533" y="64972"/>
                  <a:pt x="69533" y="65270"/>
                </a:cubicBezTo>
                <a:cubicBezTo>
                  <a:pt x="69533" y="65568"/>
                  <a:pt x="69294" y="65806"/>
                  <a:pt x="68997" y="65806"/>
                </a:cubicBezTo>
                <a:cubicBezTo>
                  <a:pt x="68699" y="65806"/>
                  <a:pt x="68461" y="65568"/>
                  <a:pt x="68461" y="65270"/>
                </a:cubicBezTo>
                <a:cubicBezTo>
                  <a:pt x="68461" y="64972"/>
                  <a:pt x="68699" y="64734"/>
                  <a:pt x="68997" y="64734"/>
                </a:cubicBezTo>
                <a:close/>
                <a:moveTo>
                  <a:pt x="115134" y="65246"/>
                </a:moveTo>
                <a:cubicBezTo>
                  <a:pt x="115431" y="65246"/>
                  <a:pt x="115669" y="65484"/>
                  <a:pt x="115669" y="65782"/>
                </a:cubicBezTo>
                <a:cubicBezTo>
                  <a:pt x="115669" y="66080"/>
                  <a:pt x="115431" y="66318"/>
                  <a:pt x="115134" y="66318"/>
                </a:cubicBezTo>
                <a:cubicBezTo>
                  <a:pt x="114836" y="66318"/>
                  <a:pt x="114598" y="66080"/>
                  <a:pt x="114598" y="65782"/>
                </a:cubicBezTo>
                <a:cubicBezTo>
                  <a:pt x="114598" y="65484"/>
                  <a:pt x="114836" y="65246"/>
                  <a:pt x="115134" y="65246"/>
                </a:cubicBezTo>
                <a:close/>
                <a:moveTo>
                  <a:pt x="115134" y="64960"/>
                </a:moveTo>
                <a:cubicBezTo>
                  <a:pt x="114681" y="64960"/>
                  <a:pt x="114312" y="65330"/>
                  <a:pt x="114312" y="65782"/>
                </a:cubicBezTo>
                <a:cubicBezTo>
                  <a:pt x="114312" y="66223"/>
                  <a:pt x="114681" y="66604"/>
                  <a:pt x="115134" y="66604"/>
                </a:cubicBezTo>
                <a:cubicBezTo>
                  <a:pt x="115574" y="66604"/>
                  <a:pt x="115955" y="66246"/>
                  <a:pt x="115955" y="65782"/>
                </a:cubicBezTo>
                <a:cubicBezTo>
                  <a:pt x="115955" y="65330"/>
                  <a:pt x="115574" y="64960"/>
                  <a:pt x="115134" y="64960"/>
                </a:cubicBezTo>
                <a:close/>
                <a:moveTo>
                  <a:pt x="102525" y="65901"/>
                </a:moveTo>
                <a:cubicBezTo>
                  <a:pt x="102822" y="65901"/>
                  <a:pt x="103061" y="66139"/>
                  <a:pt x="103061" y="66437"/>
                </a:cubicBezTo>
                <a:cubicBezTo>
                  <a:pt x="103061" y="66735"/>
                  <a:pt x="102822" y="66973"/>
                  <a:pt x="102525" y="66973"/>
                </a:cubicBezTo>
                <a:cubicBezTo>
                  <a:pt x="102227" y="66973"/>
                  <a:pt x="101989" y="66735"/>
                  <a:pt x="101989" y="66437"/>
                </a:cubicBezTo>
                <a:cubicBezTo>
                  <a:pt x="101989" y="66139"/>
                  <a:pt x="102227" y="65901"/>
                  <a:pt x="102525" y="65901"/>
                </a:cubicBezTo>
                <a:close/>
                <a:moveTo>
                  <a:pt x="105442" y="65901"/>
                </a:moveTo>
                <a:cubicBezTo>
                  <a:pt x="105740" y="65901"/>
                  <a:pt x="105978" y="66139"/>
                  <a:pt x="105978" y="66437"/>
                </a:cubicBezTo>
                <a:cubicBezTo>
                  <a:pt x="105966" y="66735"/>
                  <a:pt x="105728" y="66973"/>
                  <a:pt x="105442" y="66973"/>
                </a:cubicBezTo>
                <a:cubicBezTo>
                  <a:pt x="105144" y="66973"/>
                  <a:pt x="104906" y="66735"/>
                  <a:pt x="104906" y="66437"/>
                </a:cubicBezTo>
                <a:cubicBezTo>
                  <a:pt x="104906" y="66139"/>
                  <a:pt x="105144" y="65901"/>
                  <a:pt x="105442" y="65901"/>
                </a:cubicBezTo>
                <a:close/>
                <a:moveTo>
                  <a:pt x="32957" y="66306"/>
                </a:moveTo>
                <a:cubicBezTo>
                  <a:pt x="33254" y="66306"/>
                  <a:pt x="33492" y="66544"/>
                  <a:pt x="33492" y="66842"/>
                </a:cubicBezTo>
                <a:cubicBezTo>
                  <a:pt x="33492" y="67139"/>
                  <a:pt x="33254" y="67377"/>
                  <a:pt x="32957" y="67377"/>
                </a:cubicBezTo>
                <a:cubicBezTo>
                  <a:pt x="32659" y="67377"/>
                  <a:pt x="32409" y="67139"/>
                  <a:pt x="32409" y="66842"/>
                </a:cubicBezTo>
                <a:cubicBezTo>
                  <a:pt x="32409" y="66544"/>
                  <a:pt x="32659" y="66306"/>
                  <a:pt x="32957" y="66306"/>
                </a:cubicBezTo>
                <a:close/>
                <a:moveTo>
                  <a:pt x="68997" y="67449"/>
                </a:moveTo>
                <a:cubicBezTo>
                  <a:pt x="69294" y="67449"/>
                  <a:pt x="69533" y="67687"/>
                  <a:pt x="69533" y="67985"/>
                </a:cubicBezTo>
                <a:cubicBezTo>
                  <a:pt x="69533" y="68282"/>
                  <a:pt x="69294" y="68520"/>
                  <a:pt x="68997" y="68520"/>
                </a:cubicBezTo>
                <a:cubicBezTo>
                  <a:pt x="68699" y="68520"/>
                  <a:pt x="68461" y="68282"/>
                  <a:pt x="68461" y="67985"/>
                </a:cubicBezTo>
                <a:cubicBezTo>
                  <a:pt x="68461" y="67687"/>
                  <a:pt x="68699" y="67449"/>
                  <a:pt x="68997" y="67449"/>
                </a:cubicBezTo>
                <a:close/>
                <a:moveTo>
                  <a:pt x="117392" y="67519"/>
                </a:moveTo>
                <a:cubicBezTo>
                  <a:pt x="117530" y="67519"/>
                  <a:pt x="117665" y="67566"/>
                  <a:pt x="117765" y="67675"/>
                </a:cubicBezTo>
                <a:cubicBezTo>
                  <a:pt x="117872" y="67770"/>
                  <a:pt x="117920" y="67913"/>
                  <a:pt x="117920" y="68044"/>
                </a:cubicBezTo>
                <a:cubicBezTo>
                  <a:pt x="117920" y="68092"/>
                  <a:pt x="117920" y="68128"/>
                  <a:pt x="117908" y="68175"/>
                </a:cubicBezTo>
                <a:cubicBezTo>
                  <a:pt x="117860" y="68354"/>
                  <a:pt x="117705" y="68520"/>
                  <a:pt x="117515" y="68568"/>
                </a:cubicBezTo>
                <a:cubicBezTo>
                  <a:pt x="117470" y="68577"/>
                  <a:pt x="117426" y="68581"/>
                  <a:pt x="117382" y="68581"/>
                </a:cubicBezTo>
                <a:cubicBezTo>
                  <a:pt x="117243" y="68581"/>
                  <a:pt x="117115" y="68534"/>
                  <a:pt x="117015" y="68425"/>
                </a:cubicBezTo>
                <a:cubicBezTo>
                  <a:pt x="116872" y="68294"/>
                  <a:pt x="116836" y="68104"/>
                  <a:pt x="116872" y="67925"/>
                </a:cubicBezTo>
                <a:cubicBezTo>
                  <a:pt x="116919" y="67747"/>
                  <a:pt x="117062" y="67580"/>
                  <a:pt x="117265" y="67532"/>
                </a:cubicBezTo>
                <a:cubicBezTo>
                  <a:pt x="117307" y="67524"/>
                  <a:pt x="117350" y="67519"/>
                  <a:pt x="117392" y="67519"/>
                </a:cubicBezTo>
                <a:close/>
                <a:moveTo>
                  <a:pt x="117403" y="67226"/>
                </a:moveTo>
                <a:cubicBezTo>
                  <a:pt x="117330" y="67226"/>
                  <a:pt x="117256" y="67237"/>
                  <a:pt x="117181" y="67258"/>
                </a:cubicBezTo>
                <a:cubicBezTo>
                  <a:pt x="116908" y="67330"/>
                  <a:pt x="116669" y="67556"/>
                  <a:pt x="116598" y="67854"/>
                </a:cubicBezTo>
                <a:cubicBezTo>
                  <a:pt x="116574" y="67901"/>
                  <a:pt x="116562" y="67985"/>
                  <a:pt x="116562" y="68044"/>
                </a:cubicBezTo>
                <a:cubicBezTo>
                  <a:pt x="116562" y="68270"/>
                  <a:pt x="116658" y="68461"/>
                  <a:pt x="116800" y="68628"/>
                </a:cubicBezTo>
                <a:cubicBezTo>
                  <a:pt x="116961" y="68779"/>
                  <a:pt x="117154" y="68857"/>
                  <a:pt x="117361" y="68857"/>
                </a:cubicBezTo>
                <a:cubicBezTo>
                  <a:pt x="117431" y="68857"/>
                  <a:pt x="117502" y="68848"/>
                  <a:pt x="117574" y="68830"/>
                </a:cubicBezTo>
                <a:cubicBezTo>
                  <a:pt x="117860" y="68759"/>
                  <a:pt x="118098" y="68532"/>
                  <a:pt x="118170" y="68235"/>
                </a:cubicBezTo>
                <a:cubicBezTo>
                  <a:pt x="118241" y="67949"/>
                  <a:pt x="118158" y="67651"/>
                  <a:pt x="117955" y="67461"/>
                </a:cubicBezTo>
                <a:cubicBezTo>
                  <a:pt x="117805" y="67311"/>
                  <a:pt x="117610" y="67226"/>
                  <a:pt x="117403" y="67226"/>
                </a:cubicBezTo>
                <a:close/>
                <a:moveTo>
                  <a:pt x="104668" y="29420"/>
                </a:moveTo>
                <a:cubicBezTo>
                  <a:pt x="104156" y="29420"/>
                  <a:pt x="103704" y="29849"/>
                  <a:pt x="103704" y="30373"/>
                </a:cubicBezTo>
                <a:cubicBezTo>
                  <a:pt x="103704" y="30897"/>
                  <a:pt x="104132" y="31325"/>
                  <a:pt x="104656" y="31325"/>
                </a:cubicBezTo>
                <a:cubicBezTo>
                  <a:pt x="104704" y="31325"/>
                  <a:pt x="104751" y="31325"/>
                  <a:pt x="104787" y="31313"/>
                </a:cubicBezTo>
                <a:lnTo>
                  <a:pt x="123682" y="50054"/>
                </a:lnTo>
                <a:lnTo>
                  <a:pt x="130135" y="50054"/>
                </a:lnTo>
                <a:lnTo>
                  <a:pt x="150781" y="70533"/>
                </a:lnTo>
                <a:lnTo>
                  <a:pt x="151579" y="69723"/>
                </a:lnTo>
                <a:lnTo>
                  <a:pt x="130612" y="48923"/>
                </a:lnTo>
                <a:lnTo>
                  <a:pt x="124158" y="48923"/>
                </a:lnTo>
                <a:lnTo>
                  <a:pt x="105609" y="30504"/>
                </a:lnTo>
                <a:cubicBezTo>
                  <a:pt x="105609" y="30468"/>
                  <a:pt x="105620" y="30421"/>
                  <a:pt x="105620" y="30373"/>
                </a:cubicBezTo>
                <a:cubicBezTo>
                  <a:pt x="105620" y="29849"/>
                  <a:pt x="105192" y="29420"/>
                  <a:pt x="104668" y="29420"/>
                </a:cubicBezTo>
                <a:close/>
                <a:moveTo>
                  <a:pt x="76950" y="69854"/>
                </a:moveTo>
                <a:cubicBezTo>
                  <a:pt x="77248" y="69854"/>
                  <a:pt x="77486" y="70092"/>
                  <a:pt x="77486" y="70390"/>
                </a:cubicBezTo>
                <a:cubicBezTo>
                  <a:pt x="77486" y="70687"/>
                  <a:pt x="77248" y="70926"/>
                  <a:pt x="76950" y="70926"/>
                </a:cubicBezTo>
                <a:cubicBezTo>
                  <a:pt x="76653" y="70914"/>
                  <a:pt x="76414" y="70675"/>
                  <a:pt x="76414" y="70390"/>
                </a:cubicBezTo>
                <a:cubicBezTo>
                  <a:pt x="76414" y="70092"/>
                  <a:pt x="76653" y="69854"/>
                  <a:pt x="76950" y="69854"/>
                </a:cubicBezTo>
                <a:close/>
                <a:moveTo>
                  <a:pt x="119646" y="69366"/>
                </a:moveTo>
                <a:cubicBezTo>
                  <a:pt x="119122" y="69366"/>
                  <a:pt x="118694" y="69794"/>
                  <a:pt x="118694" y="70318"/>
                </a:cubicBezTo>
                <a:cubicBezTo>
                  <a:pt x="118694" y="70842"/>
                  <a:pt x="119122" y="71271"/>
                  <a:pt x="119646" y="71271"/>
                </a:cubicBezTo>
                <a:cubicBezTo>
                  <a:pt x="120170" y="71271"/>
                  <a:pt x="120599" y="70842"/>
                  <a:pt x="120599" y="70318"/>
                </a:cubicBezTo>
                <a:cubicBezTo>
                  <a:pt x="120599" y="69794"/>
                  <a:pt x="120170" y="69366"/>
                  <a:pt x="119646" y="69366"/>
                </a:cubicBezTo>
                <a:close/>
                <a:moveTo>
                  <a:pt x="50578" y="11811"/>
                </a:moveTo>
                <a:cubicBezTo>
                  <a:pt x="50054" y="11811"/>
                  <a:pt x="49625" y="12252"/>
                  <a:pt x="49625" y="12764"/>
                </a:cubicBezTo>
                <a:cubicBezTo>
                  <a:pt x="49625" y="13085"/>
                  <a:pt x="49768" y="13347"/>
                  <a:pt x="50006" y="13526"/>
                </a:cubicBezTo>
                <a:lnTo>
                  <a:pt x="50006" y="41505"/>
                </a:lnTo>
                <a:lnTo>
                  <a:pt x="30694" y="60984"/>
                </a:lnTo>
                <a:lnTo>
                  <a:pt x="14109" y="60984"/>
                </a:lnTo>
                <a:lnTo>
                  <a:pt x="3572" y="71616"/>
                </a:lnTo>
                <a:lnTo>
                  <a:pt x="4370" y="72414"/>
                </a:lnTo>
                <a:lnTo>
                  <a:pt x="14585" y="62139"/>
                </a:lnTo>
                <a:lnTo>
                  <a:pt x="31147" y="62139"/>
                </a:lnTo>
                <a:lnTo>
                  <a:pt x="31147" y="62115"/>
                </a:lnTo>
                <a:lnTo>
                  <a:pt x="51137" y="41981"/>
                </a:lnTo>
                <a:lnTo>
                  <a:pt x="51137" y="13526"/>
                </a:lnTo>
                <a:cubicBezTo>
                  <a:pt x="51376" y="13347"/>
                  <a:pt x="51530" y="13085"/>
                  <a:pt x="51530" y="12764"/>
                </a:cubicBezTo>
                <a:cubicBezTo>
                  <a:pt x="51530" y="12252"/>
                  <a:pt x="51090" y="11811"/>
                  <a:pt x="50578" y="11811"/>
                </a:cubicBezTo>
                <a:close/>
                <a:moveTo>
                  <a:pt x="29004" y="72259"/>
                </a:moveTo>
                <a:cubicBezTo>
                  <a:pt x="29301" y="72259"/>
                  <a:pt x="29540" y="72497"/>
                  <a:pt x="29540" y="72795"/>
                </a:cubicBezTo>
                <a:cubicBezTo>
                  <a:pt x="29540" y="73092"/>
                  <a:pt x="29301" y="73331"/>
                  <a:pt x="29004" y="73331"/>
                </a:cubicBezTo>
                <a:cubicBezTo>
                  <a:pt x="28706" y="73331"/>
                  <a:pt x="28468" y="73092"/>
                  <a:pt x="28468" y="72795"/>
                </a:cubicBezTo>
                <a:cubicBezTo>
                  <a:pt x="28492" y="72497"/>
                  <a:pt x="28730" y="72259"/>
                  <a:pt x="29004" y="72259"/>
                </a:cubicBezTo>
                <a:close/>
                <a:moveTo>
                  <a:pt x="29004" y="75771"/>
                </a:moveTo>
                <a:cubicBezTo>
                  <a:pt x="29301" y="75771"/>
                  <a:pt x="29540" y="76009"/>
                  <a:pt x="29540" y="76307"/>
                </a:cubicBezTo>
                <a:cubicBezTo>
                  <a:pt x="29540" y="76605"/>
                  <a:pt x="29301" y="76843"/>
                  <a:pt x="29004" y="76843"/>
                </a:cubicBezTo>
                <a:cubicBezTo>
                  <a:pt x="28706" y="76843"/>
                  <a:pt x="28468" y="76605"/>
                  <a:pt x="28468" y="76307"/>
                </a:cubicBezTo>
                <a:cubicBezTo>
                  <a:pt x="28492" y="76009"/>
                  <a:pt x="28730" y="75771"/>
                  <a:pt x="29004" y="75771"/>
                </a:cubicBezTo>
                <a:close/>
                <a:moveTo>
                  <a:pt x="123730" y="55185"/>
                </a:moveTo>
                <a:lnTo>
                  <a:pt x="123539" y="55388"/>
                </a:lnTo>
                <a:lnTo>
                  <a:pt x="140291" y="72104"/>
                </a:lnTo>
                <a:lnTo>
                  <a:pt x="140327" y="72152"/>
                </a:lnTo>
                <a:lnTo>
                  <a:pt x="144590" y="72152"/>
                </a:lnTo>
                <a:lnTo>
                  <a:pt x="149900" y="77462"/>
                </a:lnTo>
                <a:lnTo>
                  <a:pt x="150090" y="77260"/>
                </a:lnTo>
                <a:lnTo>
                  <a:pt x="144732" y="71902"/>
                </a:lnTo>
                <a:lnTo>
                  <a:pt x="144685" y="71854"/>
                </a:lnTo>
                <a:lnTo>
                  <a:pt x="140434" y="71854"/>
                </a:lnTo>
                <a:lnTo>
                  <a:pt x="123730" y="55185"/>
                </a:lnTo>
                <a:close/>
                <a:moveTo>
                  <a:pt x="124325" y="77486"/>
                </a:moveTo>
                <a:cubicBezTo>
                  <a:pt x="124623" y="77486"/>
                  <a:pt x="124861" y="77724"/>
                  <a:pt x="124861" y="78022"/>
                </a:cubicBezTo>
                <a:cubicBezTo>
                  <a:pt x="124861" y="78319"/>
                  <a:pt x="124623" y="78569"/>
                  <a:pt x="124325" y="78569"/>
                </a:cubicBezTo>
                <a:cubicBezTo>
                  <a:pt x="124039" y="78569"/>
                  <a:pt x="123801" y="78319"/>
                  <a:pt x="123801" y="78022"/>
                </a:cubicBezTo>
                <a:cubicBezTo>
                  <a:pt x="123801" y="77724"/>
                  <a:pt x="124028" y="77486"/>
                  <a:pt x="124325" y="77486"/>
                </a:cubicBezTo>
                <a:close/>
                <a:moveTo>
                  <a:pt x="82725" y="79141"/>
                </a:moveTo>
                <a:cubicBezTo>
                  <a:pt x="83022" y="79141"/>
                  <a:pt x="83261" y="79379"/>
                  <a:pt x="83261" y="79677"/>
                </a:cubicBezTo>
                <a:cubicBezTo>
                  <a:pt x="83261" y="79974"/>
                  <a:pt x="83022" y="80212"/>
                  <a:pt x="82725" y="80212"/>
                </a:cubicBezTo>
                <a:cubicBezTo>
                  <a:pt x="82427" y="80212"/>
                  <a:pt x="82189" y="79974"/>
                  <a:pt x="82189" y="79677"/>
                </a:cubicBezTo>
                <a:cubicBezTo>
                  <a:pt x="82189" y="79379"/>
                  <a:pt x="82427" y="79141"/>
                  <a:pt x="82725" y="79141"/>
                </a:cubicBezTo>
                <a:close/>
                <a:moveTo>
                  <a:pt x="68997" y="67163"/>
                </a:moveTo>
                <a:cubicBezTo>
                  <a:pt x="68556" y="67163"/>
                  <a:pt x="68175" y="67532"/>
                  <a:pt x="68175" y="67985"/>
                </a:cubicBezTo>
                <a:cubicBezTo>
                  <a:pt x="68175" y="68163"/>
                  <a:pt x="68235" y="68342"/>
                  <a:pt x="68342" y="68473"/>
                </a:cubicBezTo>
                <a:lnTo>
                  <a:pt x="65354" y="71699"/>
                </a:lnTo>
                <a:lnTo>
                  <a:pt x="65354" y="85094"/>
                </a:lnTo>
                <a:lnTo>
                  <a:pt x="65639" y="85094"/>
                </a:lnTo>
                <a:lnTo>
                  <a:pt x="65639" y="71807"/>
                </a:lnTo>
                <a:lnTo>
                  <a:pt x="68556" y="68663"/>
                </a:lnTo>
                <a:cubicBezTo>
                  <a:pt x="68687" y="68759"/>
                  <a:pt x="68830" y="68794"/>
                  <a:pt x="68997" y="68794"/>
                </a:cubicBezTo>
                <a:cubicBezTo>
                  <a:pt x="69004" y="68794"/>
                  <a:pt x="69011" y="68795"/>
                  <a:pt x="69019" y="68795"/>
                </a:cubicBezTo>
                <a:cubicBezTo>
                  <a:pt x="69461" y="68795"/>
                  <a:pt x="69818" y="68441"/>
                  <a:pt x="69818" y="67985"/>
                </a:cubicBezTo>
                <a:cubicBezTo>
                  <a:pt x="69818" y="67532"/>
                  <a:pt x="69449" y="67163"/>
                  <a:pt x="68997" y="67163"/>
                </a:cubicBezTo>
                <a:close/>
                <a:moveTo>
                  <a:pt x="70914" y="18931"/>
                </a:moveTo>
                <a:cubicBezTo>
                  <a:pt x="70473" y="18931"/>
                  <a:pt x="70104" y="19300"/>
                  <a:pt x="70104" y="19741"/>
                </a:cubicBezTo>
                <a:cubicBezTo>
                  <a:pt x="70104" y="20145"/>
                  <a:pt x="70402" y="20479"/>
                  <a:pt x="70771" y="20550"/>
                </a:cubicBezTo>
                <a:lnTo>
                  <a:pt x="70771" y="35790"/>
                </a:lnTo>
                <a:lnTo>
                  <a:pt x="68854" y="37731"/>
                </a:lnTo>
                <a:lnTo>
                  <a:pt x="68854" y="62258"/>
                </a:lnTo>
                <a:lnTo>
                  <a:pt x="60877" y="70247"/>
                </a:lnTo>
                <a:lnTo>
                  <a:pt x="60829" y="70294"/>
                </a:lnTo>
                <a:lnTo>
                  <a:pt x="60829" y="85118"/>
                </a:lnTo>
                <a:lnTo>
                  <a:pt x="61115" y="85118"/>
                </a:lnTo>
                <a:lnTo>
                  <a:pt x="61115" y="70414"/>
                </a:lnTo>
                <a:lnTo>
                  <a:pt x="69092" y="62413"/>
                </a:lnTo>
                <a:lnTo>
                  <a:pt x="69152" y="62353"/>
                </a:lnTo>
                <a:lnTo>
                  <a:pt x="69152" y="37850"/>
                </a:lnTo>
                <a:lnTo>
                  <a:pt x="71069" y="35909"/>
                </a:lnTo>
                <a:lnTo>
                  <a:pt x="71069" y="20550"/>
                </a:lnTo>
                <a:cubicBezTo>
                  <a:pt x="71450" y="20479"/>
                  <a:pt x="71735" y="20145"/>
                  <a:pt x="71735" y="19741"/>
                </a:cubicBezTo>
                <a:cubicBezTo>
                  <a:pt x="71735" y="19300"/>
                  <a:pt x="71366" y="18931"/>
                  <a:pt x="70914" y="18931"/>
                </a:cubicBezTo>
                <a:close/>
                <a:moveTo>
                  <a:pt x="68997" y="64460"/>
                </a:moveTo>
                <a:cubicBezTo>
                  <a:pt x="68556" y="64460"/>
                  <a:pt x="68175" y="64830"/>
                  <a:pt x="68175" y="65270"/>
                </a:cubicBezTo>
                <a:cubicBezTo>
                  <a:pt x="68175" y="65449"/>
                  <a:pt x="68235" y="65615"/>
                  <a:pt x="68330" y="65734"/>
                </a:cubicBezTo>
                <a:lnTo>
                  <a:pt x="63103" y="71009"/>
                </a:lnTo>
                <a:lnTo>
                  <a:pt x="63103" y="85118"/>
                </a:lnTo>
                <a:lnTo>
                  <a:pt x="63389" y="85118"/>
                </a:lnTo>
                <a:lnTo>
                  <a:pt x="63389" y="71128"/>
                </a:lnTo>
                <a:lnTo>
                  <a:pt x="68532" y="65961"/>
                </a:lnTo>
                <a:cubicBezTo>
                  <a:pt x="68675" y="66044"/>
                  <a:pt x="68830" y="66103"/>
                  <a:pt x="68997" y="66103"/>
                </a:cubicBezTo>
                <a:cubicBezTo>
                  <a:pt x="69449" y="66092"/>
                  <a:pt x="69818" y="65734"/>
                  <a:pt x="69818" y="65270"/>
                </a:cubicBezTo>
                <a:cubicBezTo>
                  <a:pt x="69818" y="64830"/>
                  <a:pt x="69449" y="64460"/>
                  <a:pt x="68997" y="64460"/>
                </a:cubicBezTo>
                <a:close/>
                <a:moveTo>
                  <a:pt x="29004" y="68306"/>
                </a:moveTo>
                <a:cubicBezTo>
                  <a:pt x="28694" y="68306"/>
                  <a:pt x="28432" y="68461"/>
                  <a:pt x="28242" y="68699"/>
                </a:cubicBezTo>
                <a:lnTo>
                  <a:pt x="17336" y="68699"/>
                </a:lnTo>
                <a:lnTo>
                  <a:pt x="0" y="86154"/>
                </a:lnTo>
                <a:lnTo>
                  <a:pt x="810" y="86951"/>
                </a:lnTo>
                <a:lnTo>
                  <a:pt x="17812" y="69830"/>
                </a:lnTo>
                <a:lnTo>
                  <a:pt x="28242" y="69830"/>
                </a:lnTo>
                <a:cubicBezTo>
                  <a:pt x="28432" y="70068"/>
                  <a:pt x="28694" y="70211"/>
                  <a:pt x="29004" y="70211"/>
                </a:cubicBezTo>
                <a:cubicBezTo>
                  <a:pt x="29528" y="70211"/>
                  <a:pt x="29956" y="69783"/>
                  <a:pt x="29956" y="69259"/>
                </a:cubicBezTo>
                <a:cubicBezTo>
                  <a:pt x="29956" y="68747"/>
                  <a:pt x="29528" y="68306"/>
                  <a:pt x="29004" y="68306"/>
                </a:cubicBezTo>
                <a:close/>
                <a:moveTo>
                  <a:pt x="16538" y="86642"/>
                </a:moveTo>
                <a:cubicBezTo>
                  <a:pt x="16836" y="86642"/>
                  <a:pt x="17074" y="86880"/>
                  <a:pt x="17074" y="87177"/>
                </a:cubicBezTo>
                <a:cubicBezTo>
                  <a:pt x="17074" y="87475"/>
                  <a:pt x="16836" y="87713"/>
                  <a:pt x="16538" y="87713"/>
                </a:cubicBezTo>
                <a:cubicBezTo>
                  <a:pt x="16240" y="87713"/>
                  <a:pt x="16002" y="87475"/>
                  <a:pt x="16002" y="87177"/>
                </a:cubicBezTo>
                <a:cubicBezTo>
                  <a:pt x="16002" y="86880"/>
                  <a:pt x="16240" y="86642"/>
                  <a:pt x="16538" y="86642"/>
                </a:cubicBezTo>
                <a:close/>
                <a:moveTo>
                  <a:pt x="71128" y="86927"/>
                </a:moveTo>
                <a:cubicBezTo>
                  <a:pt x="71426" y="86927"/>
                  <a:pt x="71664" y="87166"/>
                  <a:pt x="71664" y="87463"/>
                </a:cubicBezTo>
                <a:cubicBezTo>
                  <a:pt x="71664" y="87761"/>
                  <a:pt x="71426" y="87999"/>
                  <a:pt x="71128" y="87999"/>
                </a:cubicBezTo>
                <a:cubicBezTo>
                  <a:pt x="70830" y="87999"/>
                  <a:pt x="70592" y="87761"/>
                  <a:pt x="70592" y="87463"/>
                </a:cubicBezTo>
                <a:cubicBezTo>
                  <a:pt x="70592" y="87166"/>
                  <a:pt x="70830" y="86927"/>
                  <a:pt x="71128" y="86927"/>
                </a:cubicBezTo>
                <a:close/>
                <a:moveTo>
                  <a:pt x="71128" y="86630"/>
                </a:moveTo>
                <a:cubicBezTo>
                  <a:pt x="70676" y="86630"/>
                  <a:pt x="70307" y="86999"/>
                  <a:pt x="70307" y="87451"/>
                </a:cubicBezTo>
                <a:cubicBezTo>
                  <a:pt x="70307" y="87916"/>
                  <a:pt x="70664" y="88273"/>
                  <a:pt x="71128" y="88273"/>
                </a:cubicBezTo>
                <a:cubicBezTo>
                  <a:pt x="71569" y="88273"/>
                  <a:pt x="71950" y="87892"/>
                  <a:pt x="71950" y="87451"/>
                </a:cubicBezTo>
                <a:cubicBezTo>
                  <a:pt x="71950" y="86999"/>
                  <a:pt x="71569" y="86630"/>
                  <a:pt x="71128" y="86630"/>
                </a:cubicBezTo>
                <a:close/>
                <a:moveTo>
                  <a:pt x="14276" y="88928"/>
                </a:moveTo>
                <a:cubicBezTo>
                  <a:pt x="14573" y="88928"/>
                  <a:pt x="14811" y="89166"/>
                  <a:pt x="14811" y="89463"/>
                </a:cubicBezTo>
                <a:cubicBezTo>
                  <a:pt x="14811" y="89761"/>
                  <a:pt x="14573" y="89999"/>
                  <a:pt x="14276" y="89999"/>
                </a:cubicBezTo>
                <a:cubicBezTo>
                  <a:pt x="13978" y="89975"/>
                  <a:pt x="13740" y="89737"/>
                  <a:pt x="13740" y="89463"/>
                </a:cubicBezTo>
                <a:cubicBezTo>
                  <a:pt x="13740" y="89166"/>
                  <a:pt x="13978" y="88928"/>
                  <a:pt x="14276" y="88928"/>
                </a:cubicBezTo>
                <a:close/>
                <a:moveTo>
                  <a:pt x="29004" y="71961"/>
                </a:moveTo>
                <a:cubicBezTo>
                  <a:pt x="28599" y="71961"/>
                  <a:pt x="28277" y="72259"/>
                  <a:pt x="28206" y="72628"/>
                </a:cubicBezTo>
                <a:lnTo>
                  <a:pt x="18991" y="72628"/>
                </a:lnTo>
                <a:lnTo>
                  <a:pt x="1786" y="89975"/>
                </a:lnTo>
                <a:lnTo>
                  <a:pt x="2000" y="90178"/>
                </a:lnTo>
                <a:lnTo>
                  <a:pt x="19122" y="72914"/>
                </a:lnTo>
                <a:lnTo>
                  <a:pt x="28206" y="72914"/>
                </a:lnTo>
                <a:lnTo>
                  <a:pt x="28206" y="72926"/>
                </a:lnTo>
                <a:cubicBezTo>
                  <a:pt x="28277" y="73307"/>
                  <a:pt x="28611" y="73592"/>
                  <a:pt x="29004" y="73592"/>
                </a:cubicBezTo>
                <a:cubicBezTo>
                  <a:pt x="29456" y="73592"/>
                  <a:pt x="29825" y="73223"/>
                  <a:pt x="29825" y="72771"/>
                </a:cubicBezTo>
                <a:cubicBezTo>
                  <a:pt x="29825" y="72330"/>
                  <a:pt x="29456" y="71961"/>
                  <a:pt x="29004" y="71961"/>
                </a:cubicBezTo>
                <a:close/>
                <a:moveTo>
                  <a:pt x="71128" y="89880"/>
                </a:moveTo>
                <a:cubicBezTo>
                  <a:pt x="71426" y="89880"/>
                  <a:pt x="71664" y="90118"/>
                  <a:pt x="71664" y="90416"/>
                </a:cubicBezTo>
                <a:cubicBezTo>
                  <a:pt x="71664" y="90714"/>
                  <a:pt x="71426" y="90952"/>
                  <a:pt x="71128" y="90952"/>
                </a:cubicBezTo>
                <a:cubicBezTo>
                  <a:pt x="70830" y="90952"/>
                  <a:pt x="70592" y="90714"/>
                  <a:pt x="70592" y="90416"/>
                </a:cubicBezTo>
                <a:cubicBezTo>
                  <a:pt x="70592" y="90118"/>
                  <a:pt x="70830" y="89880"/>
                  <a:pt x="71128" y="89880"/>
                </a:cubicBezTo>
                <a:close/>
                <a:moveTo>
                  <a:pt x="71128" y="89583"/>
                </a:moveTo>
                <a:cubicBezTo>
                  <a:pt x="70676" y="89583"/>
                  <a:pt x="70307" y="89952"/>
                  <a:pt x="70307" y="90392"/>
                </a:cubicBezTo>
                <a:cubicBezTo>
                  <a:pt x="70307" y="90857"/>
                  <a:pt x="70664" y="91214"/>
                  <a:pt x="71128" y="91214"/>
                </a:cubicBezTo>
                <a:cubicBezTo>
                  <a:pt x="71569" y="91214"/>
                  <a:pt x="71950" y="90845"/>
                  <a:pt x="71950" y="90392"/>
                </a:cubicBezTo>
                <a:cubicBezTo>
                  <a:pt x="71950" y="89952"/>
                  <a:pt x="71569" y="89583"/>
                  <a:pt x="71128" y="89583"/>
                </a:cubicBezTo>
                <a:close/>
                <a:moveTo>
                  <a:pt x="12025" y="91178"/>
                </a:moveTo>
                <a:cubicBezTo>
                  <a:pt x="12323" y="91178"/>
                  <a:pt x="12561" y="91416"/>
                  <a:pt x="12561" y="91714"/>
                </a:cubicBezTo>
                <a:cubicBezTo>
                  <a:pt x="12561" y="92011"/>
                  <a:pt x="12323" y="92261"/>
                  <a:pt x="12025" y="92261"/>
                </a:cubicBezTo>
                <a:cubicBezTo>
                  <a:pt x="11728" y="92261"/>
                  <a:pt x="11490" y="92011"/>
                  <a:pt x="11490" y="91714"/>
                </a:cubicBezTo>
                <a:cubicBezTo>
                  <a:pt x="11490" y="91416"/>
                  <a:pt x="11728" y="91178"/>
                  <a:pt x="12025" y="91178"/>
                </a:cubicBezTo>
                <a:close/>
                <a:moveTo>
                  <a:pt x="29004" y="75474"/>
                </a:moveTo>
                <a:cubicBezTo>
                  <a:pt x="28599" y="75474"/>
                  <a:pt x="28277" y="75771"/>
                  <a:pt x="28206" y="76140"/>
                </a:cubicBezTo>
                <a:lnTo>
                  <a:pt x="20479" y="76140"/>
                </a:lnTo>
                <a:lnTo>
                  <a:pt x="3274" y="93500"/>
                </a:lnTo>
                <a:lnTo>
                  <a:pt x="3489" y="93702"/>
                </a:lnTo>
                <a:lnTo>
                  <a:pt x="20610" y="76438"/>
                </a:lnTo>
                <a:lnTo>
                  <a:pt x="28206" y="76438"/>
                </a:lnTo>
                <a:cubicBezTo>
                  <a:pt x="28277" y="76819"/>
                  <a:pt x="28611" y="77105"/>
                  <a:pt x="29004" y="77105"/>
                </a:cubicBezTo>
                <a:cubicBezTo>
                  <a:pt x="29456" y="77105"/>
                  <a:pt x="29825" y="76736"/>
                  <a:pt x="29825" y="76283"/>
                </a:cubicBezTo>
                <a:cubicBezTo>
                  <a:pt x="29825" y="75843"/>
                  <a:pt x="29456" y="75474"/>
                  <a:pt x="29004" y="75474"/>
                </a:cubicBezTo>
                <a:close/>
                <a:moveTo>
                  <a:pt x="50197" y="48625"/>
                </a:moveTo>
                <a:cubicBezTo>
                  <a:pt x="49756" y="48625"/>
                  <a:pt x="49387" y="48994"/>
                  <a:pt x="49387" y="49435"/>
                </a:cubicBezTo>
                <a:cubicBezTo>
                  <a:pt x="49387" y="49613"/>
                  <a:pt x="49447" y="49780"/>
                  <a:pt x="49530" y="49911"/>
                </a:cubicBezTo>
                <a:lnTo>
                  <a:pt x="40660" y="58841"/>
                </a:lnTo>
                <a:lnTo>
                  <a:pt x="40660" y="82629"/>
                </a:lnTo>
                <a:lnTo>
                  <a:pt x="28897" y="94476"/>
                </a:lnTo>
                <a:lnTo>
                  <a:pt x="29111" y="94667"/>
                </a:lnTo>
                <a:lnTo>
                  <a:pt x="40958" y="82736"/>
                </a:lnTo>
                <a:lnTo>
                  <a:pt x="40958" y="58960"/>
                </a:lnTo>
                <a:lnTo>
                  <a:pt x="49744" y="50113"/>
                </a:lnTo>
                <a:cubicBezTo>
                  <a:pt x="49875" y="50197"/>
                  <a:pt x="50042" y="50256"/>
                  <a:pt x="50197" y="50256"/>
                </a:cubicBezTo>
                <a:cubicBezTo>
                  <a:pt x="50661" y="50256"/>
                  <a:pt x="51018" y="49899"/>
                  <a:pt x="51018" y="49435"/>
                </a:cubicBezTo>
                <a:cubicBezTo>
                  <a:pt x="51018" y="48994"/>
                  <a:pt x="50649" y="48625"/>
                  <a:pt x="50197" y="48625"/>
                </a:cubicBezTo>
                <a:close/>
                <a:moveTo>
                  <a:pt x="51542" y="99108"/>
                </a:moveTo>
                <a:cubicBezTo>
                  <a:pt x="51840" y="99108"/>
                  <a:pt x="52078" y="99346"/>
                  <a:pt x="52078" y="99643"/>
                </a:cubicBezTo>
                <a:cubicBezTo>
                  <a:pt x="52078" y="99941"/>
                  <a:pt x="51840" y="100179"/>
                  <a:pt x="51542" y="100179"/>
                </a:cubicBezTo>
                <a:cubicBezTo>
                  <a:pt x="51245" y="100179"/>
                  <a:pt x="51006" y="99941"/>
                  <a:pt x="51006" y="99643"/>
                </a:cubicBezTo>
                <a:cubicBezTo>
                  <a:pt x="51006" y="99346"/>
                  <a:pt x="51245" y="99108"/>
                  <a:pt x="51542" y="99108"/>
                </a:cubicBezTo>
                <a:close/>
                <a:moveTo>
                  <a:pt x="105204" y="39029"/>
                </a:moveTo>
                <a:cubicBezTo>
                  <a:pt x="104763" y="39029"/>
                  <a:pt x="104394" y="39410"/>
                  <a:pt x="104394" y="39850"/>
                </a:cubicBezTo>
                <a:cubicBezTo>
                  <a:pt x="104394" y="40303"/>
                  <a:pt x="104763" y="40672"/>
                  <a:pt x="105204" y="40672"/>
                </a:cubicBezTo>
                <a:cubicBezTo>
                  <a:pt x="105382" y="40672"/>
                  <a:pt x="105549" y="40612"/>
                  <a:pt x="105668" y="40517"/>
                </a:cubicBezTo>
                <a:lnTo>
                  <a:pt x="142054" y="76831"/>
                </a:lnTo>
                <a:lnTo>
                  <a:pt x="142054" y="99108"/>
                </a:lnTo>
                <a:lnTo>
                  <a:pt x="143899" y="100965"/>
                </a:lnTo>
                <a:lnTo>
                  <a:pt x="150507" y="100965"/>
                </a:lnTo>
                <a:lnTo>
                  <a:pt x="150507" y="100679"/>
                </a:lnTo>
                <a:lnTo>
                  <a:pt x="144018" y="100679"/>
                </a:lnTo>
                <a:lnTo>
                  <a:pt x="142339" y="98988"/>
                </a:lnTo>
                <a:lnTo>
                  <a:pt x="142339" y="76724"/>
                </a:lnTo>
                <a:lnTo>
                  <a:pt x="105882" y="40315"/>
                </a:lnTo>
                <a:cubicBezTo>
                  <a:pt x="105966" y="40184"/>
                  <a:pt x="106025" y="40017"/>
                  <a:pt x="106025" y="39850"/>
                </a:cubicBezTo>
                <a:cubicBezTo>
                  <a:pt x="106025" y="39410"/>
                  <a:pt x="105656" y="39029"/>
                  <a:pt x="105204" y="39029"/>
                </a:cubicBezTo>
                <a:close/>
                <a:moveTo>
                  <a:pt x="59400" y="26003"/>
                </a:moveTo>
                <a:cubicBezTo>
                  <a:pt x="58948" y="26003"/>
                  <a:pt x="58579" y="26372"/>
                  <a:pt x="58579" y="26813"/>
                </a:cubicBezTo>
                <a:cubicBezTo>
                  <a:pt x="58579" y="27218"/>
                  <a:pt x="58877" y="27551"/>
                  <a:pt x="59246" y="27623"/>
                </a:cubicBezTo>
                <a:lnTo>
                  <a:pt x="59246" y="40505"/>
                </a:lnTo>
                <a:lnTo>
                  <a:pt x="57626" y="42148"/>
                </a:lnTo>
                <a:lnTo>
                  <a:pt x="57626" y="55138"/>
                </a:lnTo>
                <a:lnTo>
                  <a:pt x="48304" y="64496"/>
                </a:lnTo>
                <a:lnTo>
                  <a:pt x="48304" y="81332"/>
                </a:lnTo>
                <a:lnTo>
                  <a:pt x="28920" y="100834"/>
                </a:lnTo>
                <a:lnTo>
                  <a:pt x="29111" y="101024"/>
                </a:lnTo>
                <a:lnTo>
                  <a:pt x="48566" y="81486"/>
                </a:lnTo>
                <a:lnTo>
                  <a:pt x="48601" y="81439"/>
                </a:lnTo>
                <a:lnTo>
                  <a:pt x="48601" y="64603"/>
                </a:lnTo>
                <a:lnTo>
                  <a:pt x="57924" y="55245"/>
                </a:lnTo>
                <a:lnTo>
                  <a:pt x="57924" y="42255"/>
                </a:lnTo>
                <a:lnTo>
                  <a:pt x="59543" y="40612"/>
                </a:lnTo>
                <a:lnTo>
                  <a:pt x="59543" y="27623"/>
                </a:lnTo>
                <a:cubicBezTo>
                  <a:pt x="59936" y="27551"/>
                  <a:pt x="60210" y="27218"/>
                  <a:pt x="60210" y="26813"/>
                </a:cubicBezTo>
                <a:cubicBezTo>
                  <a:pt x="60210" y="26372"/>
                  <a:pt x="59841" y="26003"/>
                  <a:pt x="59400" y="26003"/>
                </a:cubicBezTo>
                <a:close/>
                <a:moveTo>
                  <a:pt x="12014" y="90904"/>
                </a:moveTo>
                <a:cubicBezTo>
                  <a:pt x="11561" y="90904"/>
                  <a:pt x="11192" y="91273"/>
                  <a:pt x="11192" y="91726"/>
                </a:cubicBezTo>
                <a:cubicBezTo>
                  <a:pt x="11192" y="92119"/>
                  <a:pt x="11490" y="92452"/>
                  <a:pt x="11859" y="92523"/>
                </a:cubicBezTo>
                <a:lnTo>
                  <a:pt x="11859" y="102465"/>
                </a:lnTo>
                <a:lnTo>
                  <a:pt x="11478" y="102858"/>
                </a:lnTo>
                <a:lnTo>
                  <a:pt x="5763" y="102858"/>
                </a:lnTo>
                <a:lnTo>
                  <a:pt x="5763" y="103132"/>
                </a:lnTo>
                <a:lnTo>
                  <a:pt x="11609" y="103132"/>
                </a:lnTo>
                <a:lnTo>
                  <a:pt x="12156" y="102572"/>
                </a:lnTo>
                <a:lnTo>
                  <a:pt x="12156" y="92523"/>
                </a:lnTo>
                <a:cubicBezTo>
                  <a:pt x="12549" y="92452"/>
                  <a:pt x="12835" y="92119"/>
                  <a:pt x="12835" y="91726"/>
                </a:cubicBezTo>
                <a:cubicBezTo>
                  <a:pt x="12835" y="91273"/>
                  <a:pt x="12454" y="90904"/>
                  <a:pt x="12014" y="90904"/>
                </a:cubicBezTo>
                <a:close/>
                <a:moveTo>
                  <a:pt x="88690" y="33218"/>
                </a:moveTo>
                <a:cubicBezTo>
                  <a:pt x="88237" y="33218"/>
                  <a:pt x="87868" y="33588"/>
                  <a:pt x="87868" y="34040"/>
                </a:cubicBezTo>
                <a:cubicBezTo>
                  <a:pt x="87868" y="34481"/>
                  <a:pt x="88237" y="34850"/>
                  <a:pt x="88690" y="34850"/>
                </a:cubicBezTo>
                <a:cubicBezTo>
                  <a:pt x="88868" y="34850"/>
                  <a:pt x="89023" y="34790"/>
                  <a:pt x="89142" y="34707"/>
                </a:cubicBezTo>
                <a:lnTo>
                  <a:pt x="105097" y="50625"/>
                </a:lnTo>
                <a:lnTo>
                  <a:pt x="105144" y="50673"/>
                </a:lnTo>
                <a:lnTo>
                  <a:pt x="112871" y="50673"/>
                </a:lnTo>
                <a:lnTo>
                  <a:pt x="139791" y="77557"/>
                </a:lnTo>
                <a:lnTo>
                  <a:pt x="139791" y="99822"/>
                </a:lnTo>
                <a:lnTo>
                  <a:pt x="143185" y="103191"/>
                </a:lnTo>
                <a:lnTo>
                  <a:pt x="150709" y="103191"/>
                </a:lnTo>
                <a:lnTo>
                  <a:pt x="150709" y="102918"/>
                </a:lnTo>
                <a:lnTo>
                  <a:pt x="143292" y="102918"/>
                </a:lnTo>
                <a:lnTo>
                  <a:pt x="140077" y="99703"/>
                </a:lnTo>
                <a:lnTo>
                  <a:pt x="140077" y="77414"/>
                </a:lnTo>
                <a:lnTo>
                  <a:pt x="113038" y="50423"/>
                </a:lnTo>
                <a:lnTo>
                  <a:pt x="112990" y="50375"/>
                </a:lnTo>
                <a:lnTo>
                  <a:pt x="105263" y="50375"/>
                </a:lnTo>
                <a:lnTo>
                  <a:pt x="89357" y="34492"/>
                </a:lnTo>
                <a:cubicBezTo>
                  <a:pt x="89440" y="34361"/>
                  <a:pt x="89499" y="34195"/>
                  <a:pt x="89499" y="34040"/>
                </a:cubicBezTo>
                <a:cubicBezTo>
                  <a:pt x="89499" y="33588"/>
                  <a:pt x="89130" y="33218"/>
                  <a:pt x="88690" y="33218"/>
                </a:cubicBezTo>
                <a:close/>
                <a:moveTo>
                  <a:pt x="62365" y="42982"/>
                </a:moveTo>
                <a:cubicBezTo>
                  <a:pt x="61913" y="42982"/>
                  <a:pt x="61544" y="43351"/>
                  <a:pt x="61544" y="43803"/>
                </a:cubicBezTo>
                <a:cubicBezTo>
                  <a:pt x="61544" y="44196"/>
                  <a:pt x="61841" y="44529"/>
                  <a:pt x="62210" y="44601"/>
                </a:cubicBezTo>
                <a:lnTo>
                  <a:pt x="62210" y="50268"/>
                </a:lnTo>
                <a:lnTo>
                  <a:pt x="59900" y="52590"/>
                </a:lnTo>
                <a:lnTo>
                  <a:pt x="59900" y="55852"/>
                </a:lnTo>
                <a:lnTo>
                  <a:pt x="50602" y="65199"/>
                </a:lnTo>
                <a:lnTo>
                  <a:pt x="50602" y="82046"/>
                </a:lnTo>
                <a:lnTo>
                  <a:pt x="28920" y="103834"/>
                </a:lnTo>
                <a:lnTo>
                  <a:pt x="29111" y="104025"/>
                </a:lnTo>
                <a:lnTo>
                  <a:pt x="50840" y="82213"/>
                </a:lnTo>
                <a:lnTo>
                  <a:pt x="50887" y="82165"/>
                </a:lnTo>
                <a:lnTo>
                  <a:pt x="50887" y="65318"/>
                </a:lnTo>
                <a:lnTo>
                  <a:pt x="60198" y="55959"/>
                </a:lnTo>
                <a:lnTo>
                  <a:pt x="60198" y="52697"/>
                </a:lnTo>
                <a:lnTo>
                  <a:pt x="62508" y="50375"/>
                </a:lnTo>
                <a:lnTo>
                  <a:pt x="62508" y="44601"/>
                </a:lnTo>
                <a:cubicBezTo>
                  <a:pt x="62901" y="44529"/>
                  <a:pt x="63175" y="44196"/>
                  <a:pt x="63175" y="43803"/>
                </a:cubicBezTo>
                <a:cubicBezTo>
                  <a:pt x="63175" y="43351"/>
                  <a:pt x="62806" y="42982"/>
                  <a:pt x="62365" y="42982"/>
                </a:cubicBezTo>
                <a:close/>
                <a:moveTo>
                  <a:pt x="14276" y="88630"/>
                </a:moveTo>
                <a:cubicBezTo>
                  <a:pt x="13823" y="88630"/>
                  <a:pt x="13454" y="88999"/>
                  <a:pt x="13454" y="89440"/>
                </a:cubicBezTo>
                <a:cubicBezTo>
                  <a:pt x="13454" y="89844"/>
                  <a:pt x="13752" y="90178"/>
                  <a:pt x="14121" y="90249"/>
                </a:cubicBezTo>
                <a:lnTo>
                  <a:pt x="14121" y="103168"/>
                </a:lnTo>
                <a:lnTo>
                  <a:pt x="12204" y="105096"/>
                </a:lnTo>
                <a:lnTo>
                  <a:pt x="5656" y="105096"/>
                </a:lnTo>
                <a:lnTo>
                  <a:pt x="5656" y="105382"/>
                </a:lnTo>
                <a:lnTo>
                  <a:pt x="12323" y="105382"/>
                </a:lnTo>
                <a:lnTo>
                  <a:pt x="14407" y="103287"/>
                </a:lnTo>
                <a:lnTo>
                  <a:pt x="14407" y="90249"/>
                </a:lnTo>
                <a:lnTo>
                  <a:pt x="14419" y="90249"/>
                </a:lnTo>
                <a:cubicBezTo>
                  <a:pt x="14811" y="90178"/>
                  <a:pt x="15097" y="89844"/>
                  <a:pt x="15097" y="89440"/>
                </a:cubicBezTo>
                <a:cubicBezTo>
                  <a:pt x="15097" y="88999"/>
                  <a:pt x="14716" y="88630"/>
                  <a:pt x="14276" y="88630"/>
                </a:cubicBezTo>
                <a:close/>
                <a:moveTo>
                  <a:pt x="65949" y="104680"/>
                </a:moveTo>
                <a:cubicBezTo>
                  <a:pt x="66246" y="104680"/>
                  <a:pt x="66485" y="104918"/>
                  <a:pt x="66485" y="105215"/>
                </a:cubicBezTo>
                <a:cubicBezTo>
                  <a:pt x="66485" y="105513"/>
                  <a:pt x="66246" y="105751"/>
                  <a:pt x="65949" y="105751"/>
                </a:cubicBezTo>
                <a:cubicBezTo>
                  <a:pt x="65651" y="105751"/>
                  <a:pt x="65413" y="105513"/>
                  <a:pt x="65413" y="105215"/>
                </a:cubicBezTo>
                <a:cubicBezTo>
                  <a:pt x="65413" y="104918"/>
                  <a:pt x="65651" y="104680"/>
                  <a:pt x="65949" y="104680"/>
                </a:cubicBezTo>
                <a:close/>
                <a:moveTo>
                  <a:pt x="50899" y="104918"/>
                </a:moveTo>
                <a:cubicBezTo>
                  <a:pt x="51197" y="104918"/>
                  <a:pt x="51435" y="105156"/>
                  <a:pt x="51435" y="105454"/>
                </a:cubicBezTo>
                <a:cubicBezTo>
                  <a:pt x="51435" y="105751"/>
                  <a:pt x="51197" y="105989"/>
                  <a:pt x="50899" y="105989"/>
                </a:cubicBezTo>
                <a:cubicBezTo>
                  <a:pt x="50602" y="105989"/>
                  <a:pt x="50364" y="105751"/>
                  <a:pt x="50364" y="105454"/>
                </a:cubicBezTo>
                <a:cubicBezTo>
                  <a:pt x="50364" y="105156"/>
                  <a:pt x="50602" y="104918"/>
                  <a:pt x="50899" y="104918"/>
                </a:cubicBezTo>
                <a:close/>
                <a:moveTo>
                  <a:pt x="66616" y="46149"/>
                </a:moveTo>
                <a:lnTo>
                  <a:pt x="66616" y="52042"/>
                </a:lnTo>
                <a:lnTo>
                  <a:pt x="52864" y="65853"/>
                </a:lnTo>
                <a:lnTo>
                  <a:pt x="52816" y="65901"/>
                </a:lnTo>
                <a:lnTo>
                  <a:pt x="52816" y="82748"/>
                </a:lnTo>
                <a:lnTo>
                  <a:pt x="28920" y="106751"/>
                </a:lnTo>
                <a:lnTo>
                  <a:pt x="29111" y="106942"/>
                </a:lnTo>
                <a:lnTo>
                  <a:pt x="53054" y="82915"/>
                </a:lnTo>
                <a:lnTo>
                  <a:pt x="53102" y="82867"/>
                </a:lnTo>
                <a:lnTo>
                  <a:pt x="53102" y="66020"/>
                </a:lnTo>
                <a:lnTo>
                  <a:pt x="66854" y="52209"/>
                </a:lnTo>
                <a:lnTo>
                  <a:pt x="66901" y="52161"/>
                </a:lnTo>
                <a:lnTo>
                  <a:pt x="66901" y="46149"/>
                </a:lnTo>
                <a:close/>
                <a:moveTo>
                  <a:pt x="16538" y="86368"/>
                </a:moveTo>
                <a:cubicBezTo>
                  <a:pt x="16085" y="86368"/>
                  <a:pt x="15716" y="86737"/>
                  <a:pt x="15716" y="87177"/>
                </a:cubicBezTo>
                <a:cubicBezTo>
                  <a:pt x="15716" y="87558"/>
                  <a:pt x="15966" y="87868"/>
                  <a:pt x="16312" y="87975"/>
                </a:cubicBezTo>
                <a:lnTo>
                  <a:pt x="16383" y="103894"/>
                </a:lnTo>
                <a:lnTo>
                  <a:pt x="12930" y="107382"/>
                </a:lnTo>
                <a:lnTo>
                  <a:pt x="5775" y="107382"/>
                </a:lnTo>
                <a:lnTo>
                  <a:pt x="5775" y="107656"/>
                </a:lnTo>
                <a:lnTo>
                  <a:pt x="13049" y="107656"/>
                </a:lnTo>
                <a:lnTo>
                  <a:pt x="16669" y="104013"/>
                </a:lnTo>
                <a:lnTo>
                  <a:pt x="16597" y="87987"/>
                </a:lnTo>
                <a:cubicBezTo>
                  <a:pt x="17014" y="87951"/>
                  <a:pt x="17359" y="87594"/>
                  <a:pt x="17359" y="87177"/>
                </a:cubicBezTo>
                <a:cubicBezTo>
                  <a:pt x="17359" y="86737"/>
                  <a:pt x="16978" y="86368"/>
                  <a:pt x="16538" y="86368"/>
                </a:cubicBezTo>
                <a:close/>
                <a:moveTo>
                  <a:pt x="68199" y="106942"/>
                </a:moveTo>
                <a:cubicBezTo>
                  <a:pt x="68497" y="106942"/>
                  <a:pt x="68735" y="107180"/>
                  <a:pt x="68735" y="107478"/>
                </a:cubicBezTo>
                <a:cubicBezTo>
                  <a:pt x="68735" y="107775"/>
                  <a:pt x="68497" y="108013"/>
                  <a:pt x="68199" y="108013"/>
                </a:cubicBezTo>
                <a:cubicBezTo>
                  <a:pt x="67901" y="108013"/>
                  <a:pt x="67663" y="107775"/>
                  <a:pt x="67663" y="107478"/>
                </a:cubicBezTo>
                <a:cubicBezTo>
                  <a:pt x="67663" y="107180"/>
                  <a:pt x="67901" y="106942"/>
                  <a:pt x="68199" y="106942"/>
                </a:cubicBezTo>
                <a:close/>
                <a:moveTo>
                  <a:pt x="60734" y="107049"/>
                </a:moveTo>
                <a:cubicBezTo>
                  <a:pt x="60222" y="107049"/>
                  <a:pt x="59781" y="107478"/>
                  <a:pt x="59781" y="108001"/>
                </a:cubicBezTo>
                <a:cubicBezTo>
                  <a:pt x="59781" y="108525"/>
                  <a:pt x="60222" y="108954"/>
                  <a:pt x="60734" y="108954"/>
                </a:cubicBezTo>
                <a:cubicBezTo>
                  <a:pt x="61258" y="108954"/>
                  <a:pt x="61686" y="108525"/>
                  <a:pt x="61686" y="108001"/>
                </a:cubicBezTo>
                <a:cubicBezTo>
                  <a:pt x="61710" y="107466"/>
                  <a:pt x="61270" y="107049"/>
                  <a:pt x="60734" y="107049"/>
                </a:cubicBezTo>
                <a:close/>
                <a:moveTo>
                  <a:pt x="70461" y="109228"/>
                </a:moveTo>
                <a:cubicBezTo>
                  <a:pt x="70759" y="109228"/>
                  <a:pt x="70997" y="109466"/>
                  <a:pt x="70997" y="109764"/>
                </a:cubicBezTo>
                <a:cubicBezTo>
                  <a:pt x="70997" y="110061"/>
                  <a:pt x="70759" y="110299"/>
                  <a:pt x="70461" y="110299"/>
                </a:cubicBezTo>
                <a:cubicBezTo>
                  <a:pt x="70164" y="110299"/>
                  <a:pt x="69926" y="110061"/>
                  <a:pt x="69926" y="109764"/>
                </a:cubicBezTo>
                <a:cubicBezTo>
                  <a:pt x="69926" y="109466"/>
                  <a:pt x="70164" y="109228"/>
                  <a:pt x="70461" y="109228"/>
                </a:cubicBezTo>
                <a:close/>
                <a:moveTo>
                  <a:pt x="60734" y="110442"/>
                </a:moveTo>
                <a:cubicBezTo>
                  <a:pt x="61032" y="110442"/>
                  <a:pt x="61270" y="110680"/>
                  <a:pt x="61270" y="110978"/>
                </a:cubicBezTo>
                <a:cubicBezTo>
                  <a:pt x="61270" y="111276"/>
                  <a:pt x="61032" y="111514"/>
                  <a:pt x="60734" y="111514"/>
                </a:cubicBezTo>
                <a:cubicBezTo>
                  <a:pt x="60436" y="111514"/>
                  <a:pt x="60198" y="111276"/>
                  <a:pt x="60198" y="110978"/>
                </a:cubicBezTo>
                <a:cubicBezTo>
                  <a:pt x="60198" y="110680"/>
                  <a:pt x="60436" y="110442"/>
                  <a:pt x="60734" y="110442"/>
                </a:cubicBezTo>
                <a:close/>
                <a:moveTo>
                  <a:pt x="32933" y="66020"/>
                </a:moveTo>
                <a:cubicBezTo>
                  <a:pt x="32492" y="66020"/>
                  <a:pt x="32111" y="66389"/>
                  <a:pt x="32111" y="66842"/>
                </a:cubicBezTo>
                <a:cubicBezTo>
                  <a:pt x="32111" y="67235"/>
                  <a:pt x="32409" y="67568"/>
                  <a:pt x="32790" y="67639"/>
                </a:cubicBezTo>
                <a:lnTo>
                  <a:pt x="32790" y="79772"/>
                </a:lnTo>
                <a:lnTo>
                  <a:pt x="20907" y="91738"/>
                </a:lnTo>
                <a:lnTo>
                  <a:pt x="20907" y="107001"/>
                </a:lnTo>
                <a:lnTo>
                  <a:pt x="16609" y="111335"/>
                </a:lnTo>
                <a:lnTo>
                  <a:pt x="5060" y="111335"/>
                </a:lnTo>
                <a:lnTo>
                  <a:pt x="5060" y="111621"/>
                </a:lnTo>
                <a:lnTo>
                  <a:pt x="16740" y="111621"/>
                </a:lnTo>
                <a:lnTo>
                  <a:pt x="21205" y="107120"/>
                </a:lnTo>
                <a:lnTo>
                  <a:pt x="21205" y="91857"/>
                </a:lnTo>
                <a:lnTo>
                  <a:pt x="33088" y="79891"/>
                </a:lnTo>
                <a:lnTo>
                  <a:pt x="33088" y="67639"/>
                </a:lnTo>
                <a:cubicBezTo>
                  <a:pt x="33469" y="67568"/>
                  <a:pt x="33754" y="67235"/>
                  <a:pt x="33754" y="66842"/>
                </a:cubicBezTo>
                <a:cubicBezTo>
                  <a:pt x="33754" y="66389"/>
                  <a:pt x="33385" y="66020"/>
                  <a:pt x="32933" y="66020"/>
                </a:cubicBezTo>
                <a:close/>
                <a:moveTo>
                  <a:pt x="60734" y="110180"/>
                </a:moveTo>
                <a:cubicBezTo>
                  <a:pt x="60293" y="110180"/>
                  <a:pt x="59924" y="110549"/>
                  <a:pt x="59924" y="110990"/>
                </a:cubicBezTo>
                <a:cubicBezTo>
                  <a:pt x="59924" y="111442"/>
                  <a:pt x="60293" y="111811"/>
                  <a:pt x="60734" y="111811"/>
                </a:cubicBezTo>
                <a:cubicBezTo>
                  <a:pt x="61186" y="111811"/>
                  <a:pt x="61555" y="111442"/>
                  <a:pt x="61555" y="110990"/>
                </a:cubicBezTo>
                <a:cubicBezTo>
                  <a:pt x="61555" y="110538"/>
                  <a:pt x="61198" y="110180"/>
                  <a:pt x="60734" y="110180"/>
                </a:cubicBezTo>
                <a:close/>
                <a:moveTo>
                  <a:pt x="50899" y="111942"/>
                </a:moveTo>
                <a:cubicBezTo>
                  <a:pt x="51197" y="111942"/>
                  <a:pt x="51435" y="112181"/>
                  <a:pt x="51435" y="112478"/>
                </a:cubicBezTo>
                <a:cubicBezTo>
                  <a:pt x="51435" y="112776"/>
                  <a:pt x="51197" y="113014"/>
                  <a:pt x="50899" y="113014"/>
                </a:cubicBezTo>
                <a:cubicBezTo>
                  <a:pt x="50602" y="113014"/>
                  <a:pt x="50364" y="112776"/>
                  <a:pt x="50364" y="112478"/>
                </a:cubicBezTo>
                <a:cubicBezTo>
                  <a:pt x="50364" y="112181"/>
                  <a:pt x="50602" y="111942"/>
                  <a:pt x="50899" y="111942"/>
                </a:cubicBezTo>
                <a:close/>
                <a:moveTo>
                  <a:pt x="35207" y="63722"/>
                </a:moveTo>
                <a:cubicBezTo>
                  <a:pt x="34766" y="63722"/>
                  <a:pt x="34397" y="64103"/>
                  <a:pt x="34397" y="64544"/>
                </a:cubicBezTo>
                <a:cubicBezTo>
                  <a:pt x="34397" y="64949"/>
                  <a:pt x="34695" y="65270"/>
                  <a:pt x="35064" y="65353"/>
                </a:cubicBezTo>
                <a:lnTo>
                  <a:pt x="35064" y="80498"/>
                </a:lnTo>
                <a:lnTo>
                  <a:pt x="23182" y="92464"/>
                </a:lnTo>
                <a:lnTo>
                  <a:pt x="23182" y="107740"/>
                </a:lnTo>
                <a:lnTo>
                  <a:pt x="17371" y="113597"/>
                </a:lnTo>
                <a:lnTo>
                  <a:pt x="5060" y="113597"/>
                </a:lnTo>
                <a:lnTo>
                  <a:pt x="5060" y="113883"/>
                </a:lnTo>
                <a:lnTo>
                  <a:pt x="17502" y="113883"/>
                </a:lnTo>
                <a:lnTo>
                  <a:pt x="23503" y="107835"/>
                </a:lnTo>
                <a:lnTo>
                  <a:pt x="23503" y="92571"/>
                </a:lnTo>
                <a:lnTo>
                  <a:pt x="23479" y="92571"/>
                </a:lnTo>
                <a:lnTo>
                  <a:pt x="35362" y="80605"/>
                </a:lnTo>
                <a:lnTo>
                  <a:pt x="35362" y="65353"/>
                </a:lnTo>
                <a:cubicBezTo>
                  <a:pt x="35755" y="65270"/>
                  <a:pt x="36028" y="64949"/>
                  <a:pt x="36028" y="64544"/>
                </a:cubicBezTo>
                <a:cubicBezTo>
                  <a:pt x="36028" y="64103"/>
                  <a:pt x="35659" y="63722"/>
                  <a:pt x="35207" y="63722"/>
                </a:cubicBezTo>
                <a:close/>
                <a:moveTo>
                  <a:pt x="60734" y="113395"/>
                </a:moveTo>
                <a:cubicBezTo>
                  <a:pt x="61032" y="113395"/>
                  <a:pt x="61270" y="113633"/>
                  <a:pt x="61270" y="113931"/>
                </a:cubicBezTo>
                <a:cubicBezTo>
                  <a:pt x="61270" y="114228"/>
                  <a:pt x="61032" y="114467"/>
                  <a:pt x="60734" y="114467"/>
                </a:cubicBezTo>
                <a:cubicBezTo>
                  <a:pt x="60436" y="114467"/>
                  <a:pt x="60198" y="114228"/>
                  <a:pt x="60198" y="113931"/>
                </a:cubicBezTo>
                <a:cubicBezTo>
                  <a:pt x="60198" y="113633"/>
                  <a:pt x="60436" y="113395"/>
                  <a:pt x="60734" y="113395"/>
                </a:cubicBezTo>
                <a:close/>
                <a:moveTo>
                  <a:pt x="60734" y="113121"/>
                </a:moveTo>
                <a:cubicBezTo>
                  <a:pt x="60293" y="113121"/>
                  <a:pt x="59924" y="113490"/>
                  <a:pt x="59924" y="113943"/>
                </a:cubicBezTo>
                <a:cubicBezTo>
                  <a:pt x="59924" y="114383"/>
                  <a:pt x="60293" y="114764"/>
                  <a:pt x="60734" y="114764"/>
                </a:cubicBezTo>
                <a:cubicBezTo>
                  <a:pt x="61186" y="114764"/>
                  <a:pt x="61555" y="114383"/>
                  <a:pt x="61555" y="113943"/>
                </a:cubicBezTo>
                <a:cubicBezTo>
                  <a:pt x="61555" y="113478"/>
                  <a:pt x="61198" y="113121"/>
                  <a:pt x="60734" y="113121"/>
                </a:cubicBezTo>
                <a:close/>
                <a:moveTo>
                  <a:pt x="50899" y="114919"/>
                </a:moveTo>
                <a:cubicBezTo>
                  <a:pt x="51197" y="114919"/>
                  <a:pt x="51435" y="115157"/>
                  <a:pt x="51435" y="115455"/>
                </a:cubicBezTo>
                <a:cubicBezTo>
                  <a:pt x="51435" y="115752"/>
                  <a:pt x="51197" y="115991"/>
                  <a:pt x="50899" y="115991"/>
                </a:cubicBezTo>
                <a:cubicBezTo>
                  <a:pt x="50602" y="115991"/>
                  <a:pt x="50364" y="115752"/>
                  <a:pt x="50364" y="115455"/>
                </a:cubicBezTo>
                <a:cubicBezTo>
                  <a:pt x="50364" y="115157"/>
                  <a:pt x="50602" y="114919"/>
                  <a:pt x="50899" y="114919"/>
                </a:cubicBezTo>
                <a:close/>
                <a:moveTo>
                  <a:pt x="37433" y="61484"/>
                </a:moveTo>
                <a:cubicBezTo>
                  <a:pt x="36981" y="61484"/>
                  <a:pt x="36612" y="61853"/>
                  <a:pt x="36612" y="62293"/>
                </a:cubicBezTo>
                <a:cubicBezTo>
                  <a:pt x="36612" y="62698"/>
                  <a:pt x="36909" y="63032"/>
                  <a:pt x="37279" y="63103"/>
                </a:cubicBezTo>
                <a:lnTo>
                  <a:pt x="37279" y="81189"/>
                </a:lnTo>
                <a:lnTo>
                  <a:pt x="25408" y="93154"/>
                </a:lnTo>
                <a:lnTo>
                  <a:pt x="25408" y="108418"/>
                </a:lnTo>
                <a:lnTo>
                  <a:pt x="18038" y="115848"/>
                </a:lnTo>
                <a:lnTo>
                  <a:pt x="5060" y="115848"/>
                </a:lnTo>
                <a:lnTo>
                  <a:pt x="5060" y="116133"/>
                </a:lnTo>
                <a:lnTo>
                  <a:pt x="18169" y="116133"/>
                </a:lnTo>
                <a:lnTo>
                  <a:pt x="25706" y="108537"/>
                </a:lnTo>
                <a:lnTo>
                  <a:pt x="25706" y="93273"/>
                </a:lnTo>
                <a:lnTo>
                  <a:pt x="37576" y="81308"/>
                </a:lnTo>
                <a:lnTo>
                  <a:pt x="37576" y="63103"/>
                </a:lnTo>
                <a:cubicBezTo>
                  <a:pt x="37969" y="63032"/>
                  <a:pt x="38255" y="62698"/>
                  <a:pt x="38255" y="62293"/>
                </a:cubicBezTo>
                <a:cubicBezTo>
                  <a:pt x="38255" y="61853"/>
                  <a:pt x="37874" y="61484"/>
                  <a:pt x="37433" y="61484"/>
                </a:cubicBezTo>
                <a:close/>
                <a:moveTo>
                  <a:pt x="50899" y="117872"/>
                </a:moveTo>
                <a:cubicBezTo>
                  <a:pt x="51197" y="117872"/>
                  <a:pt x="51435" y="118110"/>
                  <a:pt x="51435" y="118408"/>
                </a:cubicBezTo>
                <a:cubicBezTo>
                  <a:pt x="51435" y="118705"/>
                  <a:pt x="51197" y="118943"/>
                  <a:pt x="50899" y="118943"/>
                </a:cubicBezTo>
                <a:cubicBezTo>
                  <a:pt x="50602" y="118943"/>
                  <a:pt x="50364" y="118705"/>
                  <a:pt x="50364" y="118408"/>
                </a:cubicBezTo>
                <a:cubicBezTo>
                  <a:pt x="50364" y="118110"/>
                  <a:pt x="50602" y="117872"/>
                  <a:pt x="50899" y="117872"/>
                </a:cubicBezTo>
                <a:close/>
                <a:moveTo>
                  <a:pt x="10192" y="120551"/>
                </a:moveTo>
                <a:cubicBezTo>
                  <a:pt x="9680" y="120551"/>
                  <a:pt x="9239" y="120979"/>
                  <a:pt x="9239" y="121503"/>
                </a:cubicBezTo>
                <a:cubicBezTo>
                  <a:pt x="9239" y="122027"/>
                  <a:pt x="9680" y="122456"/>
                  <a:pt x="10192" y="122456"/>
                </a:cubicBezTo>
                <a:cubicBezTo>
                  <a:pt x="10728" y="122456"/>
                  <a:pt x="11144" y="122027"/>
                  <a:pt x="11144" y="121503"/>
                </a:cubicBezTo>
                <a:cubicBezTo>
                  <a:pt x="11144" y="120979"/>
                  <a:pt x="10716" y="120551"/>
                  <a:pt x="10192" y="120551"/>
                </a:cubicBezTo>
                <a:close/>
                <a:moveTo>
                  <a:pt x="12454" y="120551"/>
                </a:moveTo>
                <a:cubicBezTo>
                  <a:pt x="11942" y="120551"/>
                  <a:pt x="11502" y="120979"/>
                  <a:pt x="11502" y="121503"/>
                </a:cubicBezTo>
                <a:cubicBezTo>
                  <a:pt x="11502" y="122027"/>
                  <a:pt x="11942" y="122456"/>
                  <a:pt x="12454" y="122456"/>
                </a:cubicBezTo>
                <a:cubicBezTo>
                  <a:pt x="12978" y="122456"/>
                  <a:pt x="13407" y="122027"/>
                  <a:pt x="13407" y="121503"/>
                </a:cubicBezTo>
                <a:cubicBezTo>
                  <a:pt x="13407" y="120979"/>
                  <a:pt x="12978" y="120551"/>
                  <a:pt x="12454" y="120551"/>
                </a:cubicBezTo>
                <a:close/>
                <a:moveTo>
                  <a:pt x="14716" y="120551"/>
                </a:moveTo>
                <a:cubicBezTo>
                  <a:pt x="14204" y="120551"/>
                  <a:pt x="13764" y="120979"/>
                  <a:pt x="13764" y="121503"/>
                </a:cubicBezTo>
                <a:cubicBezTo>
                  <a:pt x="13764" y="122027"/>
                  <a:pt x="14204" y="122456"/>
                  <a:pt x="14716" y="122456"/>
                </a:cubicBezTo>
                <a:cubicBezTo>
                  <a:pt x="15240" y="122456"/>
                  <a:pt x="15669" y="122027"/>
                  <a:pt x="15669" y="121503"/>
                </a:cubicBezTo>
                <a:cubicBezTo>
                  <a:pt x="15669" y="120979"/>
                  <a:pt x="15240" y="120551"/>
                  <a:pt x="14716" y="120551"/>
                </a:cubicBezTo>
                <a:close/>
                <a:moveTo>
                  <a:pt x="53804" y="124611"/>
                </a:moveTo>
                <a:cubicBezTo>
                  <a:pt x="54102" y="124611"/>
                  <a:pt x="54340" y="124849"/>
                  <a:pt x="54340" y="125146"/>
                </a:cubicBezTo>
                <a:cubicBezTo>
                  <a:pt x="54340" y="125444"/>
                  <a:pt x="54102" y="125682"/>
                  <a:pt x="53804" y="125682"/>
                </a:cubicBezTo>
                <a:cubicBezTo>
                  <a:pt x="53507" y="125682"/>
                  <a:pt x="53269" y="125444"/>
                  <a:pt x="53269" y="125146"/>
                </a:cubicBezTo>
                <a:cubicBezTo>
                  <a:pt x="53269" y="124849"/>
                  <a:pt x="53507" y="124611"/>
                  <a:pt x="53804" y="124611"/>
                </a:cubicBezTo>
                <a:close/>
                <a:moveTo>
                  <a:pt x="10216" y="125789"/>
                </a:moveTo>
                <a:cubicBezTo>
                  <a:pt x="10513" y="125789"/>
                  <a:pt x="10751" y="126028"/>
                  <a:pt x="10751" y="126325"/>
                </a:cubicBezTo>
                <a:cubicBezTo>
                  <a:pt x="10751" y="126623"/>
                  <a:pt x="10513" y="126861"/>
                  <a:pt x="10216" y="126861"/>
                </a:cubicBezTo>
                <a:cubicBezTo>
                  <a:pt x="9918" y="126861"/>
                  <a:pt x="9680" y="126623"/>
                  <a:pt x="9680" y="126325"/>
                </a:cubicBezTo>
                <a:cubicBezTo>
                  <a:pt x="9680" y="126028"/>
                  <a:pt x="9918" y="125789"/>
                  <a:pt x="10216" y="125789"/>
                </a:cubicBezTo>
                <a:close/>
                <a:moveTo>
                  <a:pt x="12454" y="125789"/>
                </a:moveTo>
                <a:cubicBezTo>
                  <a:pt x="12752" y="125789"/>
                  <a:pt x="12990" y="126028"/>
                  <a:pt x="12990" y="126325"/>
                </a:cubicBezTo>
                <a:cubicBezTo>
                  <a:pt x="12990" y="126623"/>
                  <a:pt x="12752" y="126861"/>
                  <a:pt x="12454" y="126861"/>
                </a:cubicBezTo>
                <a:cubicBezTo>
                  <a:pt x="12156" y="126861"/>
                  <a:pt x="11918" y="126623"/>
                  <a:pt x="11918" y="126325"/>
                </a:cubicBezTo>
                <a:cubicBezTo>
                  <a:pt x="11918" y="126028"/>
                  <a:pt x="12156" y="125789"/>
                  <a:pt x="12454" y="125789"/>
                </a:cubicBezTo>
                <a:close/>
                <a:moveTo>
                  <a:pt x="14716" y="125789"/>
                </a:moveTo>
                <a:cubicBezTo>
                  <a:pt x="15014" y="125789"/>
                  <a:pt x="15252" y="126028"/>
                  <a:pt x="15252" y="126325"/>
                </a:cubicBezTo>
                <a:cubicBezTo>
                  <a:pt x="15252" y="126623"/>
                  <a:pt x="15014" y="126861"/>
                  <a:pt x="14716" y="126861"/>
                </a:cubicBezTo>
                <a:cubicBezTo>
                  <a:pt x="14419" y="126861"/>
                  <a:pt x="14180" y="126623"/>
                  <a:pt x="14180" y="126325"/>
                </a:cubicBezTo>
                <a:cubicBezTo>
                  <a:pt x="14180" y="126028"/>
                  <a:pt x="14419" y="125789"/>
                  <a:pt x="14716" y="125789"/>
                </a:cubicBezTo>
                <a:close/>
                <a:moveTo>
                  <a:pt x="50887" y="125897"/>
                </a:moveTo>
                <a:cubicBezTo>
                  <a:pt x="51185" y="125897"/>
                  <a:pt x="51423" y="126135"/>
                  <a:pt x="51423" y="126432"/>
                </a:cubicBezTo>
                <a:cubicBezTo>
                  <a:pt x="51423" y="126730"/>
                  <a:pt x="51185" y="126968"/>
                  <a:pt x="50887" y="126968"/>
                </a:cubicBezTo>
                <a:cubicBezTo>
                  <a:pt x="50590" y="126968"/>
                  <a:pt x="50352" y="126730"/>
                  <a:pt x="50352" y="126432"/>
                </a:cubicBezTo>
                <a:cubicBezTo>
                  <a:pt x="50352" y="126135"/>
                  <a:pt x="50590" y="125897"/>
                  <a:pt x="50887" y="125897"/>
                </a:cubicBezTo>
                <a:close/>
                <a:moveTo>
                  <a:pt x="56067" y="126849"/>
                </a:moveTo>
                <a:cubicBezTo>
                  <a:pt x="56364" y="126849"/>
                  <a:pt x="56602" y="127087"/>
                  <a:pt x="56602" y="127385"/>
                </a:cubicBezTo>
                <a:cubicBezTo>
                  <a:pt x="56602" y="127682"/>
                  <a:pt x="56364" y="127921"/>
                  <a:pt x="56067" y="127921"/>
                </a:cubicBezTo>
                <a:cubicBezTo>
                  <a:pt x="55769" y="127921"/>
                  <a:pt x="55531" y="127682"/>
                  <a:pt x="55531" y="127385"/>
                </a:cubicBezTo>
                <a:cubicBezTo>
                  <a:pt x="55531" y="127087"/>
                  <a:pt x="55769" y="126849"/>
                  <a:pt x="56067" y="126849"/>
                </a:cubicBezTo>
                <a:close/>
                <a:moveTo>
                  <a:pt x="58317" y="129087"/>
                </a:moveTo>
                <a:cubicBezTo>
                  <a:pt x="58615" y="129087"/>
                  <a:pt x="58853" y="129326"/>
                  <a:pt x="58853" y="129623"/>
                </a:cubicBezTo>
                <a:cubicBezTo>
                  <a:pt x="58853" y="129921"/>
                  <a:pt x="58615" y="130159"/>
                  <a:pt x="58317" y="130159"/>
                </a:cubicBezTo>
                <a:cubicBezTo>
                  <a:pt x="58019" y="130159"/>
                  <a:pt x="57781" y="129921"/>
                  <a:pt x="57781" y="129623"/>
                </a:cubicBezTo>
                <a:cubicBezTo>
                  <a:pt x="57781" y="129326"/>
                  <a:pt x="58019" y="129087"/>
                  <a:pt x="58317" y="129087"/>
                </a:cubicBezTo>
                <a:close/>
                <a:moveTo>
                  <a:pt x="142042" y="105656"/>
                </a:moveTo>
                <a:lnTo>
                  <a:pt x="142042" y="115657"/>
                </a:lnTo>
                <a:lnTo>
                  <a:pt x="157829" y="131409"/>
                </a:lnTo>
                <a:lnTo>
                  <a:pt x="158032" y="131207"/>
                </a:lnTo>
                <a:lnTo>
                  <a:pt x="142327" y="115538"/>
                </a:lnTo>
                <a:lnTo>
                  <a:pt x="142327" y="105656"/>
                </a:lnTo>
                <a:close/>
                <a:moveTo>
                  <a:pt x="139791" y="103406"/>
                </a:moveTo>
                <a:lnTo>
                  <a:pt x="139791" y="116372"/>
                </a:lnTo>
                <a:lnTo>
                  <a:pt x="155591" y="132124"/>
                </a:lnTo>
                <a:lnTo>
                  <a:pt x="155781" y="131921"/>
                </a:lnTo>
                <a:lnTo>
                  <a:pt x="140077" y="116253"/>
                </a:lnTo>
                <a:lnTo>
                  <a:pt x="140077" y="103406"/>
                </a:lnTo>
                <a:close/>
                <a:moveTo>
                  <a:pt x="87201" y="34683"/>
                </a:moveTo>
                <a:cubicBezTo>
                  <a:pt x="86749" y="34683"/>
                  <a:pt x="86380" y="35064"/>
                  <a:pt x="86380" y="35504"/>
                </a:cubicBezTo>
                <a:cubicBezTo>
                  <a:pt x="86380" y="35957"/>
                  <a:pt x="86749" y="36326"/>
                  <a:pt x="87201" y="36326"/>
                </a:cubicBezTo>
                <a:cubicBezTo>
                  <a:pt x="87380" y="36326"/>
                  <a:pt x="87523" y="36266"/>
                  <a:pt x="87654" y="36171"/>
                </a:cubicBezTo>
                <a:lnTo>
                  <a:pt x="104370" y="52876"/>
                </a:lnTo>
                <a:lnTo>
                  <a:pt x="104418" y="52923"/>
                </a:lnTo>
                <a:lnTo>
                  <a:pt x="112145" y="52923"/>
                </a:lnTo>
                <a:lnTo>
                  <a:pt x="137517" y="78260"/>
                </a:lnTo>
                <a:lnTo>
                  <a:pt x="137517" y="117098"/>
                </a:lnTo>
                <a:lnTo>
                  <a:pt x="153305" y="132850"/>
                </a:lnTo>
                <a:lnTo>
                  <a:pt x="153495" y="132647"/>
                </a:lnTo>
                <a:lnTo>
                  <a:pt x="137803" y="116979"/>
                </a:lnTo>
                <a:lnTo>
                  <a:pt x="137803" y="78129"/>
                </a:lnTo>
                <a:lnTo>
                  <a:pt x="137827" y="78129"/>
                </a:lnTo>
                <a:lnTo>
                  <a:pt x="112324" y="52673"/>
                </a:lnTo>
                <a:lnTo>
                  <a:pt x="112276" y="52626"/>
                </a:lnTo>
                <a:lnTo>
                  <a:pt x="104549" y="52626"/>
                </a:lnTo>
                <a:lnTo>
                  <a:pt x="87868" y="35969"/>
                </a:lnTo>
                <a:cubicBezTo>
                  <a:pt x="87952" y="35838"/>
                  <a:pt x="88011" y="35671"/>
                  <a:pt x="88011" y="35504"/>
                </a:cubicBezTo>
                <a:cubicBezTo>
                  <a:pt x="88011" y="35064"/>
                  <a:pt x="87642" y="34683"/>
                  <a:pt x="87201" y="34683"/>
                </a:cubicBezTo>
                <a:close/>
                <a:moveTo>
                  <a:pt x="80998" y="35540"/>
                </a:moveTo>
                <a:lnTo>
                  <a:pt x="79593" y="36945"/>
                </a:lnTo>
                <a:cubicBezTo>
                  <a:pt x="79462" y="36862"/>
                  <a:pt x="79296" y="36802"/>
                  <a:pt x="79129" y="36802"/>
                </a:cubicBezTo>
                <a:cubicBezTo>
                  <a:pt x="78689" y="36802"/>
                  <a:pt x="78319" y="37171"/>
                  <a:pt x="78319" y="37624"/>
                </a:cubicBezTo>
                <a:cubicBezTo>
                  <a:pt x="78319" y="38064"/>
                  <a:pt x="78689" y="38433"/>
                  <a:pt x="79129" y="38433"/>
                </a:cubicBezTo>
                <a:cubicBezTo>
                  <a:pt x="79581" y="38433"/>
                  <a:pt x="79951" y="38064"/>
                  <a:pt x="79951" y="37624"/>
                </a:cubicBezTo>
                <a:cubicBezTo>
                  <a:pt x="79951" y="37445"/>
                  <a:pt x="79891" y="37279"/>
                  <a:pt x="79808" y="37159"/>
                </a:cubicBezTo>
                <a:lnTo>
                  <a:pt x="81129" y="35838"/>
                </a:lnTo>
                <a:lnTo>
                  <a:pt x="84392" y="35838"/>
                </a:lnTo>
                <a:lnTo>
                  <a:pt x="103704" y="55102"/>
                </a:lnTo>
                <a:lnTo>
                  <a:pt x="103751" y="55150"/>
                </a:lnTo>
                <a:lnTo>
                  <a:pt x="111478" y="55150"/>
                </a:lnTo>
                <a:lnTo>
                  <a:pt x="135291" y="78962"/>
                </a:lnTo>
                <a:lnTo>
                  <a:pt x="135291" y="117800"/>
                </a:lnTo>
                <a:lnTo>
                  <a:pt x="151079" y="133552"/>
                </a:lnTo>
                <a:lnTo>
                  <a:pt x="151269" y="133350"/>
                </a:lnTo>
                <a:lnTo>
                  <a:pt x="135565" y="117681"/>
                </a:lnTo>
                <a:lnTo>
                  <a:pt x="135565" y="78843"/>
                </a:lnTo>
                <a:lnTo>
                  <a:pt x="111609" y="54912"/>
                </a:lnTo>
                <a:lnTo>
                  <a:pt x="111562" y="54864"/>
                </a:lnTo>
                <a:lnTo>
                  <a:pt x="103835" y="54864"/>
                </a:lnTo>
                <a:lnTo>
                  <a:pt x="88690" y="39731"/>
                </a:lnTo>
                <a:lnTo>
                  <a:pt x="84534" y="35576"/>
                </a:lnTo>
                <a:lnTo>
                  <a:pt x="84487" y="35540"/>
                </a:lnTo>
                <a:close/>
                <a:moveTo>
                  <a:pt x="82725" y="78879"/>
                </a:moveTo>
                <a:cubicBezTo>
                  <a:pt x="82272" y="78879"/>
                  <a:pt x="81903" y="79248"/>
                  <a:pt x="81903" y="79700"/>
                </a:cubicBezTo>
                <a:cubicBezTo>
                  <a:pt x="81903" y="80093"/>
                  <a:pt x="82201" y="80427"/>
                  <a:pt x="82570" y="80498"/>
                </a:cubicBezTo>
                <a:lnTo>
                  <a:pt x="82570" y="86844"/>
                </a:lnTo>
                <a:lnTo>
                  <a:pt x="84570" y="88821"/>
                </a:lnTo>
                <a:lnTo>
                  <a:pt x="86690" y="88821"/>
                </a:lnTo>
                <a:lnTo>
                  <a:pt x="89928" y="92011"/>
                </a:lnTo>
                <a:lnTo>
                  <a:pt x="89928" y="133278"/>
                </a:lnTo>
                <a:lnTo>
                  <a:pt x="83582" y="139624"/>
                </a:lnTo>
                <a:lnTo>
                  <a:pt x="83796" y="139839"/>
                </a:lnTo>
                <a:lnTo>
                  <a:pt x="90226" y="133397"/>
                </a:lnTo>
                <a:lnTo>
                  <a:pt x="90226" y="91904"/>
                </a:lnTo>
                <a:lnTo>
                  <a:pt x="86832" y="88535"/>
                </a:lnTo>
                <a:lnTo>
                  <a:pt x="84701" y="88535"/>
                </a:lnTo>
                <a:lnTo>
                  <a:pt x="82868" y="86713"/>
                </a:lnTo>
                <a:lnTo>
                  <a:pt x="82868" y="80498"/>
                </a:lnTo>
                <a:cubicBezTo>
                  <a:pt x="83261" y="80427"/>
                  <a:pt x="83534" y="80093"/>
                  <a:pt x="83534" y="79700"/>
                </a:cubicBezTo>
                <a:cubicBezTo>
                  <a:pt x="83534" y="79248"/>
                  <a:pt x="83165" y="78879"/>
                  <a:pt x="82725" y="78879"/>
                </a:cubicBezTo>
                <a:close/>
                <a:moveTo>
                  <a:pt x="110085" y="139255"/>
                </a:moveTo>
                <a:cubicBezTo>
                  <a:pt x="110383" y="139255"/>
                  <a:pt x="110621" y="139493"/>
                  <a:pt x="110621" y="139791"/>
                </a:cubicBezTo>
                <a:cubicBezTo>
                  <a:pt x="110621" y="140089"/>
                  <a:pt x="110383" y="140327"/>
                  <a:pt x="110085" y="140327"/>
                </a:cubicBezTo>
                <a:cubicBezTo>
                  <a:pt x="109788" y="140327"/>
                  <a:pt x="109550" y="140089"/>
                  <a:pt x="109550" y="139791"/>
                </a:cubicBezTo>
                <a:cubicBezTo>
                  <a:pt x="109573" y="139493"/>
                  <a:pt x="109811" y="139255"/>
                  <a:pt x="110085" y="139255"/>
                </a:cubicBezTo>
                <a:close/>
                <a:moveTo>
                  <a:pt x="110085" y="138970"/>
                </a:moveTo>
                <a:cubicBezTo>
                  <a:pt x="109645" y="138970"/>
                  <a:pt x="109276" y="139351"/>
                  <a:pt x="109276" y="139791"/>
                </a:cubicBezTo>
                <a:cubicBezTo>
                  <a:pt x="109276" y="140244"/>
                  <a:pt x="109645" y="140613"/>
                  <a:pt x="110085" y="140613"/>
                </a:cubicBezTo>
                <a:cubicBezTo>
                  <a:pt x="110538" y="140613"/>
                  <a:pt x="110907" y="140244"/>
                  <a:pt x="110907" y="139791"/>
                </a:cubicBezTo>
                <a:cubicBezTo>
                  <a:pt x="110907" y="139351"/>
                  <a:pt x="110538" y="138970"/>
                  <a:pt x="110085" y="138970"/>
                </a:cubicBezTo>
                <a:close/>
                <a:moveTo>
                  <a:pt x="50887" y="125599"/>
                </a:moveTo>
                <a:cubicBezTo>
                  <a:pt x="50435" y="125611"/>
                  <a:pt x="50078" y="125980"/>
                  <a:pt x="50078" y="126432"/>
                </a:cubicBezTo>
                <a:cubicBezTo>
                  <a:pt x="50078" y="126825"/>
                  <a:pt x="50375" y="127159"/>
                  <a:pt x="50756" y="127230"/>
                </a:cubicBezTo>
                <a:lnTo>
                  <a:pt x="50756" y="135922"/>
                </a:lnTo>
                <a:lnTo>
                  <a:pt x="46125" y="140565"/>
                </a:lnTo>
                <a:lnTo>
                  <a:pt x="46327" y="140756"/>
                </a:lnTo>
                <a:lnTo>
                  <a:pt x="51030" y="136029"/>
                </a:lnTo>
                <a:lnTo>
                  <a:pt x="51030" y="127218"/>
                </a:lnTo>
                <a:cubicBezTo>
                  <a:pt x="51423" y="127147"/>
                  <a:pt x="51709" y="126813"/>
                  <a:pt x="51709" y="126409"/>
                </a:cubicBezTo>
                <a:cubicBezTo>
                  <a:pt x="51709" y="125968"/>
                  <a:pt x="51328" y="125599"/>
                  <a:pt x="50887" y="125599"/>
                </a:cubicBezTo>
                <a:close/>
                <a:moveTo>
                  <a:pt x="29563" y="141696"/>
                </a:moveTo>
                <a:cubicBezTo>
                  <a:pt x="29861" y="141696"/>
                  <a:pt x="30099" y="141934"/>
                  <a:pt x="30099" y="142232"/>
                </a:cubicBezTo>
                <a:cubicBezTo>
                  <a:pt x="30099" y="142530"/>
                  <a:pt x="29861" y="142768"/>
                  <a:pt x="29563" y="142768"/>
                </a:cubicBezTo>
                <a:cubicBezTo>
                  <a:pt x="29266" y="142768"/>
                  <a:pt x="29028" y="142530"/>
                  <a:pt x="29028" y="142232"/>
                </a:cubicBezTo>
                <a:cubicBezTo>
                  <a:pt x="29028" y="141934"/>
                  <a:pt x="29266" y="141696"/>
                  <a:pt x="29563" y="141696"/>
                </a:cubicBezTo>
                <a:close/>
                <a:moveTo>
                  <a:pt x="51542" y="98822"/>
                </a:moveTo>
                <a:cubicBezTo>
                  <a:pt x="51090" y="98822"/>
                  <a:pt x="50721" y="99179"/>
                  <a:pt x="50721" y="99643"/>
                </a:cubicBezTo>
                <a:cubicBezTo>
                  <a:pt x="50721" y="99822"/>
                  <a:pt x="50780" y="99977"/>
                  <a:pt x="50876" y="100096"/>
                </a:cubicBezTo>
                <a:lnTo>
                  <a:pt x="48625" y="102346"/>
                </a:lnTo>
                <a:lnTo>
                  <a:pt x="48625" y="106966"/>
                </a:lnTo>
                <a:lnTo>
                  <a:pt x="39112" y="116514"/>
                </a:lnTo>
                <a:lnTo>
                  <a:pt x="39065" y="116562"/>
                </a:lnTo>
                <a:lnTo>
                  <a:pt x="39065" y="119110"/>
                </a:lnTo>
                <a:lnTo>
                  <a:pt x="29409" y="128814"/>
                </a:lnTo>
                <a:lnTo>
                  <a:pt x="29409" y="141434"/>
                </a:lnTo>
                <a:cubicBezTo>
                  <a:pt x="29028" y="141506"/>
                  <a:pt x="28742" y="141827"/>
                  <a:pt x="28742" y="142232"/>
                </a:cubicBezTo>
                <a:cubicBezTo>
                  <a:pt x="28742" y="142684"/>
                  <a:pt x="29111" y="143053"/>
                  <a:pt x="29563" y="143053"/>
                </a:cubicBezTo>
                <a:cubicBezTo>
                  <a:pt x="30004" y="143053"/>
                  <a:pt x="30373" y="142684"/>
                  <a:pt x="30373" y="142232"/>
                </a:cubicBezTo>
                <a:cubicBezTo>
                  <a:pt x="30373" y="141827"/>
                  <a:pt x="30075" y="141506"/>
                  <a:pt x="29706" y="141434"/>
                </a:cubicBezTo>
                <a:lnTo>
                  <a:pt x="29706" y="128933"/>
                </a:lnTo>
                <a:lnTo>
                  <a:pt x="39362" y="119241"/>
                </a:lnTo>
                <a:lnTo>
                  <a:pt x="39362" y="116693"/>
                </a:lnTo>
                <a:lnTo>
                  <a:pt x="48875" y="107132"/>
                </a:lnTo>
                <a:lnTo>
                  <a:pt x="48923" y="107097"/>
                </a:lnTo>
                <a:lnTo>
                  <a:pt x="48923" y="102477"/>
                </a:lnTo>
                <a:lnTo>
                  <a:pt x="51078" y="100310"/>
                </a:lnTo>
                <a:cubicBezTo>
                  <a:pt x="51209" y="100393"/>
                  <a:pt x="51376" y="100453"/>
                  <a:pt x="51542" y="100453"/>
                </a:cubicBezTo>
                <a:cubicBezTo>
                  <a:pt x="51983" y="100453"/>
                  <a:pt x="52364" y="100084"/>
                  <a:pt x="52364" y="99631"/>
                </a:cubicBezTo>
                <a:cubicBezTo>
                  <a:pt x="52364" y="99191"/>
                  <a:pt x="51983" y="98822"/>
                  <a:pt x="51542" y="98822"/>
                </a:cubicBezTo>
                <a:close/>
                <a:moveTo>
                  <a:pt x="124337" y="77212"/>
                </a:moveTo>
                <a:cubicBezTo>
                  <a:pt x="123885" y="77212"/>
                  <a:pt x="123516" y="77581"/>
                  <a:pt x="123516" y="78022"/>
                </a:cubicBezTo>
                <a:cubicBezTo>
                  <a:pt x="123516" y="78474"/>
                  <a:pt x="123885" y="78843"/>
                  <a:pt x="124337" y="78843"/>
                </a:cubicBezTo>
                <a:cubicBezTo>
                  <a:pt x="124516" y="78843"/>
                  <a:pt x="124670" y="78784"/>
                  <a:pt x="124790" y="78700"/>
                </a:cubicBezTo>
                <a:lnTo>
                  <a:pt x="129516" y="83403"/>
                </a:lnTo>
                <a:lnTo>
                  <a:pt x="129516" y="120598"/>
                </a:lnTo>
                <a:lnTo>
                  <a:pt x="152210" y="143256"/>
                </a:lnTo>
                <a:lnTo>
                  <a:pt x="152400" y="143053"/>
                </a:lnTo>
                <a:lnTo>
                  <a:pt x="129778" y="120479"/>
                </a:lnTo>
                <a:lnTo>
                  <a:pt x="129778" y="83284"/>
                </a:lnTo>
                <a:lnTo>
                  <a:pt x="129814" y="83284"/>
                </a:lnTo>
                <a:lnTo>
                  <a:pt x="125004" y="78486"/>
                </a:lnTo>
                <a:cubicBezTo>
                  <a:pt x="125087" y="78355"/>
                  <a:pt x="125147" y="78188"/>
                  <a:pt x="125147" y="78022"/>
                </a:cubicBezTo>
                <a:cubicBezTo>
                  <a:pt x="125147" y="77581"/>
                  <a:pt x="124778" y="77212"/>
                  <a:pt x="124337" y="77212"/>
                </a:cubicBezTo>
                <a:close/>
                <a:moveTo>
                  <a:pt x="110085" y="142208"/>
                </a:moveTo>
                <a:cubicBezTo>
                  <a:pt x="110383" y="142208"/>
                  <a:pt x="110621" y="142446"/>
                  <a:pt x="110621" y="142744"/>
                </a:cubicBezTo>
                <a:cubicBezTo>
                  <a:pt x="110621" y="143042"/>
                  <a:pt x="110383" y="143280"/>
                  <a:pt x="110085" y="143280"/>
                </a:cubicBezTo>
                <a:cubicBezTo>
                  <a:pt x="109788" y="143280"/>
                  <a:pt x="109550" y="143042"/>
                  <a:pt x="109550" y="142744"/>
                </a:cubicBezTo>
                <a:cubicBezTo>
                  <a:pt x="109573" y="142446"/>
                  <a:pt x="109811" y="142208"/>
                  <a:pt x="110085" y="142208"/>
                </a:cubicBezTo>
                <a:close/>
                <a:moveTo>
                  <a:pt x="110085" y="141910"/>
                </a:moveTo>
                <a:cubicBezTo>
                  <a:pt x="109645" y="141910"/>
                  <a:pt x="109276" y="142280"/>
                  <a:pt x="109276" y="142720"/>
                </a:cubicBezTo>
                <a:cubicBezTo>
                  <a:pt x="109276" y="143184"/>
                  <a:pt x="109645" y="143542"/>
                  <a:pt x="110085" y="143542"/>
                </a:cubicBezTo>
                <a:cubicBezTo>
                  <a:pt x="110538" y="143542"/>
                  <a:pt x="110907" y="143172"/>
                  <a:pt x="110907" y="142720"/>
                </a:cubicBezTo>
                <a:cubicBezTo>
                  <a:pt x="110907" y="142280"/>
                  <a:pt x="110538" y="141910"/>
                  <a:pt x="110085" y="141910"/>
                </a:cubicBezTo>
                <a:close/>
                <a:moveTo>
                  <a:pt x="85939" y="142887"/>
                </a:moveTo>
                <a:cubicBezTo>
                  <a:pt x="86237" y="142887"/>
                  <a:pt x="86475" y="143125"/>
                  <a:pt x="86475" y="143423"/>
                </a:cubicBezTo>
                <a:cubicBezTo>
                  <a:pt x="86475" y="143720"/>
                  <a:pt x="86237" y="143958"/>
                  <a:pt x="85939" y="143958"/>
                </a:cubicBezTo>
                <a:cubicBezTo>
                  <a:pt x="85642" y="143958"/>
                  <a:pt x="85404" y="143720"/>
                  <a:pt x="85404" y="143423"/>
                </a:cubicBezTo>
                <a:cubicBezTo>
                  <a:pt x="85404" y="143125"/>
                  <a:pt x="85642" y="142887"/>
                  <a:pt x="85939" y="142887"/>
                </a:cubicBezTo>
                <a:close/>
                <a:moveTo>
                  <a:pt x="76795" y="45780"/>
                </a:moveTo>
                <a:lnTo>
                  <a:pt x="76795" y="67497"/>
                </a:lnTo>
                <a:lnTo>
                  <a:pt x="91131" y="81796"/>
                </a:lnTo>
                <a:lnTo>
                  <a:pt x="91131" y="87320"/>
                </a:lnTo>
                <a:lnTo>
                  <a:pt x="94429" y="90606"/>
                </a:lnTo>
                <a:lnTo>
                  <a:pt x="94429" y="134707"/>
                </a:lnTo>
                <a:lnTo>
                  <a:pt x="86392" y="142756"/>
                </a:lnTo>
                <a:cubicBezTo>
                  <a:pt x="86261" y="142661"/>
                  <a:pt x="86094" y="142601"/>
                  <a:pt x="85939" y="142601"/>
                </a:cubicBezTo>
                <a:cubicBezTo>
                  <a:pt x="85487" y="142601"/>
                  <a:pt x="85118" y="142982"/>
                  <a:pt x="85118" y="143423"/>
                </a:cubicBezTo>
                <a:cubicBezTo>
                  <a:pt x="85118" y="143875"/>
                  <a:pt x="85487" y="144244"/>
                  <a:pt x="85939" y="144244"/>
                </a:cubicBezTo>
                <a:cubicBezTo>
                  <a:pt x="86380" y="144244"/>
                  <a:pt x="86749" y="143875"/>
                  <a:pt x="86749" y="143423"/>
                </a:cubicBezTo>
                <a:cubicBezTo>
                  <a:pt x="86749" y="143244"/>
                  <a:pt x="86690" y="143077"/>
                  <a:pt x="86606" y="142958"/>
                </a:cubicBezTo>
                <a:lnTo>
                  <a:pt x="94714" y="134826"/>
                </a:lnTo>
                <a:lnTo>
                  <a:pt x="94714" y="90476"/>
                </a:lnTo>
                <a:lnTo>
                  <a:pt x="91416" y="87177"/>
                </a:lnTo>
                <a:lnTo>
                  <a:pt x="91416" y="81653"/>
                </a:lnTo>
                <a:lnTo>
                  <a:pt x="77081" y="67354"/>
                </a:lnTo>
                <a:lnTo>
                  <a:pt x="77081" y="45780"/>
                </a:lnTo>
                <a:close/>
                <a:moveTo>
                  <a:pt x="50887" y="104644"/>
                </a:moveTo>
                <a:cubicBezTo>
                  <a:pt x="50435" y="104644"/>
                  <a:pt x="50066" y="105013"/>
                  <a:pt x="50066" y="105454"/>
                </a:cubicBezTo>
                <a:cubicBezTo>
                  <a:pt x="50066" y="105858"/>
                  <a:pt x="50364" y="106192"/>
                  <a:pt x="50733" y="106263"/>
                </a:cubicBezTo>
                <a:lnTo>
                  <a:pt x="50733" y="109418"/>
                </a:lnTo>
                <a:lnTo>
                  <a:pt x="41231" y="118967"/>
                </a:lnTo>
                <a:lnTo>
                  <a:pt x="41184" y="119015"/>
                </a:lnTo>
                <a:lnTo>
                  <a:pt x="41184" y="122872"/>
                </a:lnTo>
                <a:lnTo>
                  <a:pt x="33290" y="130802"/>
                </a:lnTo>
                <a:lnTo>
                  <a:pt x="33254" y="130850"/>
                </a:lnTo>
                <a:lnTo>
                  <a:pt x="33254" y="147518"/>
                </a:lnTo>
                <a:lnTo>
                  <a:pt x="33528" y="147518"/>
                </a:lnTo>
                <a:lnTo>
                  <a:pt x="33528" y="130957"/>
                </a:lnTo>
                <a:lnTo>
                  <a:pt x="41422" y="123015"/>
                </a:lnTo>
                <a:lnTo>
                  <a:pt x="41470" y="122980"/>
                </a:lnTo>
                <a:lnTo>
                  <a:pt x="41470" y="119134"/>
                </a:lnTo>
                <a:lnTo>
                  <a:pt x="50971" y="109585"/>
                </a:lnTo>
                <a:lnTo>
                  <a:pt x="51018" y="109537"/>
                </a:lnTo>
                <a:lnTo>
                  <a:pt x="51018" y="106263"/>
                </a:lnTo>
                <a:cubicBezTo>
                  <a:pt x="51423" y="106204"/>
                  <a:pt x="51709" y="105858"/>
                  <a:pt x="51709" y="105454"/>
                </a:cubicBezTo>
                <a:cubicBezTo>
                  <a:pt x="51709" y="105013"/>
                  <a:pt x="51328" y="104644"/>
                  <a:pt x="50887" y="104644"/>
                </a:cubicBezTo>
                <a:close/>
                <a:moveTo>
                  <a:pt x="50756" y="140005"/>
                </a:moveTo>
                <a:lnTo>
                  <a:pt x="50756" y="147685"/>
                </a:lnTo>
                <a:lnTo>
                  <a:pt x="51030" y="147685"/>
                </a:lnTo>
                <a:lnTo>
                  <a:pt x="51030" y="140005"/>
                </a:lnTo>
                <a:close/>
                <a:moveTo>
                  <a:pt x="88928" y="45327"/>
                </a:moveTo>
                <a:cubicBezTo>
                  <a:pt x="88475" y="45327"/>
                  <a:pt x="88106" y="45708"/>
                  <a:pt x="88106" y="46149"/>
                </a:cubicBezTo>
                <a:cubicBezTo>
                  <a:pt x="88106" y="46553"/>
                  <a:pt x="88404" y="46875"/>
                  <a:pt x="88773" y="46958"/>
                </a:cubicBezTo>
                <a:lnTo>
                  <a:pt x="88773" y="63698"/>
                </a:lnTo>
                <a:lnTo>
                  <a:pt x="103108" y="77998"/>
                </a:lnTo>
                <a:lnTo>
                  <a:pt x="103108" y="83522"/>
                </a:lnTo>
                <a:lnTo>
                  <a:pt x="106418" y="86808"/>
                </a:lnTo>
                <a:lnTo>
                  <a:pt x="106418" y="135183"/>
                </a:lnTo>
                <a:lnTo>
                  <a:pt x="103644" y="137958"/>
                </a:lnTo>
                <a:lnTo>
                  <a:pt x="103644" y="147887"/>
                </a:lnTo>
                <a:lnTo>
                  <a:pt x="103930" y="147887"/>
                </a:lnTo>
                <a:lnTo>
                  <a:pt x="103930" y="138065"/>
                </a:lnTo>
                <a:lnTo>
                  <a:pt x="106716" y="135302"/>
                </a:lnTo>
                <a:lnTo>
                  <a:pt x="106716" y="86689"/>
                </a:lnTo>
                <a:lnTo>
                  <a:pt x="103406" y="83403"/>
                </a:lnTo>
                <a:lnTo>
                  <a:pt x="103406" y="77879"/>
                </a:lnTo>
                <a:lnTo>
                  <a:pt x="89071" y="63579"/>
                </a:lnTo>
                <a:lnTo>
                  <a:pt x="89071" y="46958"/>
                </a:lnTo>
                <a:cubicBezTo>
                  <a:pt x="89464" y="46875"/>
                  <a:pt x="89749" y="46553"/>
                  <a:pt x="89749" y="46149"/>
                </a:cubicBezTo>
                <a:cubicBezTo>
                  <a:pt x="89749" y="45708"/>
                  <a:pt x="89368" y="45327"/>
                  <a:pt x="88928" y="45327"/>
                </a:cubicBezTo>
                <a:close/>
                <a:moveTo>
                  <a:pt x="86678" y="43101"/>
                </a:moveTo>
                <a:cubicBezTo>
                  <a:pt x="86237" y="43101"/>
                  <a:pt x="85856" y="43470"/>
                  <a:pt x="85856" y="43922"/>
                </a:cubicBezTo>
                <a:cubicBezTo>
                  <a:pt x="85856" y="44315"/>
                  <a:pt x="86154" y="44648"/>
                  <a:pt x="86535" y="44720"/>
                </a:cubicBezTo>
                <a:lnTo>
                  <a:pt x="86535" y="64425"/>
                </a:lnTo>
                <a:lnTo>
                  <a:pt x="100858" y="78724"/>
                </a:lnTo>
                <a:lnTo>
                  <a:pt x="100858" y="84249"/>
                </a:lnTo>
                <a:lnTo>
                  <a:pt x="104168" y="87535"/>
                </a:lnTo>
                <a:lnTo>
                  <a:pt x="104168" y="134481"/>
                </a:lnTo>
                <a:lnTo>
                  <a:pt x="101394" y="137267"/>
                </a:lnTo>
                <a:lnTo>
                  <a:pt x="101394" y="147899"/>
                </a:lnTo>
                <a:lnTo>
                  <a:pt x="101679" y="147899"/>
                </a:lnTo>
                <a:lnTo>
                  <a:pt x="101679" y="137386"/>
                </a:lnTo>
                <a:lnTo>
                  <a:pt x="104454" y="134600"/>
                </a:lnTo>
                <a:lnTo>
                  <a:pt x="104454" y="87416"/>
                </a:lnTo>
                <a:lnTo>
                  <a:pt x="101144" y="84130"/>
                </a:lnTo>
                <a:lnTo>
                  <a:pt x="101144" y="78605"/>
                </a:lnTo>
                <a:lnTo>
                  <a:pt x="86809" y="64306"/>
                </a:lnTo>
                <a:lnTo>
                  <a:pt x="86809" y="44720"/>
                </a:lnTo>
                <a:cubicBezTo>
                  <a:pt x="87201" y="44648"/>
                  <a:pt x="87499" y="44315"/>
                  <a:pt x="87499" y="43922"/>
                </a:cubicBezTo>
                <a:cubicBezTo>
                  <a:pt x="87499" y="43470"/>
                  <a:pt x="87130" y="43101"/>
                  <a:pt x="86678" y="43101"/>
                </a:cubicBezTo>
                <a:close/>
                <a:moveTo>
                  <a:pt x="36814" y="117276"/>
                </a:moveTo>
                <a:lnTo>
                  <a:pt x="36814" y="118396"/>
                </a:lnTo>
                <a:lnTo>
                  <a:pt x="27206" y="128052"/>
                </a:lnTo>
                <a:lnTo>
                  <a:pt x="27158" y="128099"/>
                </a:lnTo>
                <a:lnTo>
                  <a:pt x="27158" y="142994"/>
                </a:lnTo>
                <a:lnTo>
                  <a:pt x="32266" y="148054"/>
                </a:lnTo>
                <a:lnTo>
                  <a:pt x="32457" y="147840"/>
                </a:lnTo>
                <a:lnTo>
                  <a:pt x="27444" y="142863"/>
                </a:lnTo>
                <a:lnTo>
                  <a:pt x="27444" y="128218"/>
                </a:lnTo>
                <a:lnTo>
                  <a:pt x="37052" y="118550"/>
                </a:lnTo>
                <a:lnTo>
                  <a:pt x="37100" y="118515"/>
                </a:lnTo>
                <a:lnTo>
                  <a:pt x="37100" y="117276"/>
                </a:lnTo>
                <a:close/>
                <a:moveTo>
                  <a:pt x="108918" y="66699"/>
                </a:moveTo>
                <a:lnTo>
                  <a:pt x="108716" y="66901"/>
                </a:lnTo>
                <a:lnTo>
                  <a:pt x="119408" y="77557"/>
                </a:lnTo>
                <a:lnTo>
                  <a:pt x="119408" y="125396"/>
                </a:lnTo>
                <a:lnTo>
                  <a:pt x="142101" y="148066"/>
                </a:lnTo>
                <a:lnTo>
                  <a:pt x="142292" y="147864"/>
                </a:lnTo>
                <a:lnTo>
                  <a:pt x="119670" y="125277"/>
                </a:lnTo>
                <a:lnTo>
                  <a:pt x="119670" y="77450"/>
                </a:lnTo>
                <a:lnTo>
                  <a:pt x="108918" y="66699"/>
                </a:lnTo>
                <a:close/>
                <a:moveTo>
                  <a:pt x="56055" y="126563"/>
                </a:moveTo>
                <a:cubicBezTo>
                  <a:pt x="55602" y="126563"/>
                  <a:pt x="55233" y="126932"/>
                  <a:pt x="55233" y="127385"/>
                </a:cubicBezTo>
                <a:cubicBezTo>
                  <a:pt x="55233" y="127778"/>
                  <a:pt x="55531" y="128111"/>
                  <a:pt x="55900" y="128183"/>
                </a:cubicBezTo>
                <a:lnTo>
                  <a:pt x="55900" y="148161"/>
                </a:lnTo>
                <a:lnTo>
                  <a:pt x="56186" y="148161"/>
                </a:lnTo>
                <a:lnTo>
                  <a:pt x="56186" y="128183"/>
                </a:lnTo>
                <a:cubicBezTo>
                  <a:pt x="56591" y="128123"/>
                  <a:pt x="56864" y="127778"/>
                  <a:pt x="56864" y="127385"/>
                </a:cubicBezTo>
                <a:cubicBezTo>
                  <a:pt x="56864" y="126932"/>
                  <a:pt x="56495" y="126563"/>
                  <a:pt x="56055" y="126563"/>
                </a:cubicBezTo>
                <a:close/>
                <a:moveTo>
                  <a:pt x="53804" y="124325"/>
                </a:moveTo>
                <a:cubicBezTo>
                  <a:pt x="53352" y="124325"/>
                  <a:pt x="52983" y="124706"/>
                  <a:pt x="52983" y="125146"/>
                </a:cubicBezTo>
                <a:cubicBezTo>
                  <a:pt x="52983" y="125551"/>
                  <a:pt x="53281" y="125873"/>
                  <a:pt x="53650" y="125956"/>
                </a:cubicBezTo>
                <a:lnTo>
                  <a:pt x="53650" y="148173"/>
                </a:lnTo>
                <a:lnTo>
                  <a:pt x="53935" y="148173"/>
                </a:lnTo>
                <a:lnTo>
                  <a:pt x="53935" y="125956"/>
                </a:lnTo>
                <a:cubicBezTo>
                  <a:pt x="54328" y="125873"/>
                  <a:pt x="54626" y="125551"/>
                  <a:pt x="54626" y="125146"/>
                </a:cubicBezTo>
                <a:cubicBezTo>
                  <a:pt x="54626" y="124706"/>
                  <a:pt x="54245" y="124325"/>
                  <a:pt x="53804" y="124325"/>
                </a:cubicBezTo>
                <a:close/>
                <a:moveTo>
                  <a:pt x="58293" y="128814"/>
                </a:moveTo>
                <a:cubicBezTo>
                  <a:pt x="57853" y="128814"/>
                  <a:pt x="57483" y="129183"/>
                  <a:pt x="57483" y="129623"/>
                </a:cubicBezTo>
                <a:cubicBezTo>
                  <a:pt x="57495" y="130028"/>
                  <a:pt x="57793" y="130361"/>
                  <a:pt x="58162" y="130433"/>
                </a:cubicBezTo>
                <a:lnTo>
                  <a:pt x="58162" y="148173"/>
                </a:lnTo>
                <a:lnTo>
                  <a:pt x="58448" y="148173"/>
                </a:lnTo>
                <a:lnTo>
                  <a:pt x="58448" y="130433"/>
                </a:lnTo>
                <a:cubicBezTo>
                  <a:pt x="58829" y="130361"/>
                  <a:pt x="59115" y="130028"/>
                  <a:pt x="59115" y="129623"/>
                </a:cubicBezTo>
                <a:cubicBezTo>
                  <a:pt x="59115" y="129183"/>
                  <a:pt x="58746" y="128814"/>
                  <a:pt x="58293" y="128814"/>
                </a:cubicBezTo>
                <a:close/>
                <a:moveTo>
                  <a:pt x="55281" y="98691"/>
                </a:moveTo>
                <a:cubicBezTo>
                  <a:pt x="54757" y="98691"/>
                  <a:pt x="54328" y="99119"/>
                  <a:pt x="54328" y="99643"/>
                </a:cubicBezTo>
                <a:cubicBezTo>
                  <a:pt x="54328" y="99953"/>
                  <a:pt x="54471" y="100215"/>
                  <a:pt x="54709" y="100393"/>
                </a:cubicBezTo>
                <a:lnTo>
                  <a:pt x="54709" y="120455"/>
                </a:lnTo>
                <a:lnTo>
                  <a:pt x="61258" y="126968"/>
                </a:lnTo>
                <a:lnTo>
                  <a:pt x="61258" y="148173"/>
                </a:lnTo>
                <a:lnTo>
                  <a:pt x="62389" y="148173"/>
                </a:lnTo>
                <a:lnTo>
                  <a:pt x="62389" y="126468"/>
                </a:lnTo>
                <a:lnTo>
                  <a:pt x="55840" y="119967"/>
                </a:lnTo>
                <a:lnTo>
                  <a:pt x="55840" y="100393"/>
                </a:lnTo>
                <a:cubicBezTo>
                  <a:pt x="56079" y="100215"/>
                  <a:pt x="56233" y="99953"/>
                  <a:pt x="56233" y="99643"/>
                </a:cubicBezTo>
                <a:cubicBezTo>
                  <a:pt x="56233" y="99119"/>
                  <a:pt x="55793" y="98691"/>
                  <a:pt x="55281" y="98691"/>
                </a:cubicBezTo>
                <a:close/>
                <a:moveTo>
                  <a:pt x="50887" y="111669"/>
                </a:moveTo>
                <a:cubicBezTo>
                  <a:pt x="50435" y="111669"/>
                  <a:pt x="50066" y="112038"/>
                  <a:pt x="50066" y="112478"/>
                </a:cubicBezTo>
                <a:cubicBezTo>
                  <a:pt x="50066" y="112645"/>
                  <a:pt x="50114" y="112812"/>
                  <a:pt x="50197" y="112931"/>
                </a:cubicBezTo>
                <a:cubicBezTo>
                  <a:pt x="43613" y="119551"/>
                  <a:pt x="43494" y="119670"/>
                  <a:pt x="43470" y="119670"/>
                </a:cubicBezTo>
                <a:lnTo>
                  <a:pt x="43458" y="119729"/>
                </a:lnTo>
                <a:lnTo>
                  <a:pt x="43458" y="123587"/>
                </a:lnTo>
                <a:lnTo>
                  <a:pt x="35576" y="131516"/>
                </a:lnTo>
                <a:lnTo>
                  <a:pt x="35528" y="131564"/>
                </a:lnTo>
                <a:lnTo>
                  <a:pt x="35528" y="148233"/>
                </a:lnTo>
                <a:lnTo>
                  <a:pt x="35790" y="148233"/>
                </a:lnTo>
                <a:lnTo>
                  <a:pt x="35790" y="148221"/>
                </a:lnTo>
                <a:lnTo>
                  <a:pt x="35790" y="131671"/>
                </a:lnTo>
                <a:lnTo>
                  <a:pt x="43684" y="123730"/>
                </a:lnTo>
                <a:lnTo>
                  <a:pt x="43732" y="123694"/>
                </a:lnTo>
                <a:lnTo>
                  <a:pt x="43732" y="119824"/>
                </a:lnTo>
                <a:cubicBezTo>
                  <a:pt x="43863" y="119705"/>
                  <a:pt x="44113" y="119467"/>
                  <a:pt x="44565" y="119003"/>
                </a:cubicBezTo>
                <a:lnTo>
                  <a:pt x="50411" y="113133"/>
                </a:lnTo>
                <a:cubicBezTo>
                  <a:pt x="50542" y="113240"/>
                  <a:pt x="50709" y="113300"/>
                  <a:pt x="50887" y="113300"/>
                </a:cubicBezTo>
                <a:cubicBezTo>
                  <a:pt x="51328" y="113300"/>
                  <a:pt x="51709" y="112931"/>
                  <a:pt x="51709" y="112478"/>
                </a:cubicBezTo>
                <a:cubicBezTo>
                  <a:pt x="51709" y="112038"/>
                  <a:pt x="51328" y="111669"/>
                  <a:pt x="50887" y="111669"/>
                </a:cubicBezTo>
                <a:close/>
                <a:moveTo>
                  <a:pt x="43041" y="134064"/>
                </a:moveTo>
                <a:cubicBezTo>
                  <a:pt x="42505" y="134076"/>
                  <a:pt x="42077" y="134505"/>
                  <a:pt x="42077" y="135029"/>
                </a:cubicBezTo>
                <a:cubicBezTo>
                  <a:pt x="42077" y="135338"/>
                  <a:pt x="42220" y="135612"/>
                  <a:pt x="42458" y="135791"/>
                </a:cubicBezTo>
                <a:lnTo>
                  <a:pt x="42458" y="143601"/>
                </a:lnTo>
                <a:lnTo>
                  <a:pt x="47256" y="148352"/>
                </a:lnTo>
                <a:lnTo>
                  <a:pt x="48054" y="147542"/>
                </a:lnTo>
                <a:lnTo>
                  <a:pt x="43613" y="143125"/>
                </a:lnTo>
                <a:lnTo>
                  <a:pt x="43613" y="135779"/>
                </a:lnTo>
                <a:cubicBezTo>
                  <a:pt x="43851" y="135588"/>
                  <a:pt x="43994" y="135326"/>
                  <a:pt x="43994" y="135017"/>
                </a:cubicBezTo>
                <a:cubicBezTo>
                  <a:pt x="43994" y="134493"/>
                  <a:pt x="43565" y="134064"/>
                  <a:pt x="43041" y="134064"/>
                </a:cubicBezTo>
                <a:close/>
                <a:moveTo>
                  <a:pt x="84415" y="40862"/>
                </a:moveTo>
                <a:cubicBezTo>
                  <a:pt x="83975" y="40862"/>
                  <a:pt x="83594" y="41243"/>
                  <a:pt x="83594" y="41684"/>
                </a:cubicBezTo>
                <a:cubicBezTo>
                  <a:pt x="83594" y="42089"/>
                  <a:pt x="83892" y="42410"/>
                  <a:pt x="84273" y="42493"/>
                </a:cubicBezTo>
                <a:lnTo>
                  <a:pt x="84273" y="65139"/>
                </a:lnTo>
                <a:lnTo>
                  <a:pt x="98596" y="79438"/>
                </a:lnTo>
                <a:lnTo>
                  <a:pt x="98596" y="84963"/>
                </a:lnTo>
                <a:lnTo>
                  <a:pt x="101906" y="88249"/>
                </a:lnTo>
                <a:lnTo>
                  <a:pt x="101906" y="133778"/>
                </a:lnTo>
                <a:lnTo>
                  <a:pt x="99132" y="136565"/>
                </a:lnTo>
                <a:lnTo>
                  <a:pt x="99132" y="148637"/>
                </a:lnTo>
                <a:lnTo>
                  <a:pt x="99417" y="148637"/>
                </a:lnTo>
                <a:lnTo>
                  <a:pt x="99417" y="136684"/>
                </a:lnTo>
                <a:lnTo>
                  <a:pt x="102191" y="133898"/>
                </a:lnTo>
                <a:lnTo>
                  <a:pt x="102191" y="88118"/>
                </a:lnTo>
                <a:lnTo>
                  <a:pt x="98882" y="84832"/>
                </a:lnTo>
                <a:lnTo>
                  <a:pt x="98882" y="79307"/>
                </a:lnTo>
                <a:lnTo>
                  <a:pt x="84546" y="65008"/>
                </a:lnTo>
                <a:lnTo>
                  <a:pt x="84546" y="42470"/>
                </a:lnTo>
                <a:cubicBezTo>
                  <a:pt x="84951" y="42410"/>
                  <a:pt x="85237" y="42089"/>
                  <a:pt x="85237" y="41684"/>
                </a:cubicBezTo>
                <a:cubicBezTo>
                  <a:pt x="85237" y="41243"/>
                  <a:pt x="84868" y="40862"/>
                  <a:pt x="84415" y="40862"/>
                </a:cubicBezTo>
                <a:close/>
                <a:moveTo>
                  <a:pt x="105442" y="65627"/>
                </a:moveTo>
                <a:cubicBezTo>
                  <a:pt x="105001" y="65627"/>
                  <a:pt x="104632" y="66008"/>
                  <a:pt x="104632" y="66449"/>
                </a:cubicBezTo>
                <a:cubicBezTo>
                  <a:pt x="104632" y="66901"/>
                  <a:pt x="105001" y="67270"/>
                  <a:pt x="105442" y="67270"/>
                </a:cubicBezTo>
                <a:cubicBezTo>
                  <a:pt x="105620" y="67270"/>
                  <a:pt x="105787" y="67211"/>
                  <a:pt x="105906" y="67116"/>
                </a:cubicBezTo>
                <a:lnTo>
                  <a:pt x="117146" y="78319"/>
                </a:lnTo>
                <a:lnTo>
                  <a:pt x="117146" y="126135"/>
                </a:lnTo>
                <a:lnTo>
                  <a:pt x="139839" y="148792"/>
                </a:lnTo>
                <a:lnTo>
                  <a:pt x="140030" y="148590"/>
                </a:lnTo>
                <a:lnTo>
                  <a:pt x="117408" y="126016"/>
                </a:lnTo>
                <a:lnTo>
                  <a:pt x="117408" y="78188"/>
                </a:lnTo>
                <a:lnTo>
                  <a:pt x="106097" y="66913"/>
                </a:lnTo>
                <a:cubicBezTo>
                  <a:pt x="106192" y="66782"/>
                  <a:pt x="106251" y="66615"/>
                  <a:pt x="106251" y="66449"/>
                </a:cubicBezTo>
                <a:cubicBezTo>
                  <a:pt x="106251" y="65984"/>
                  <a:pt x="105894" y="65627"/>
                  <a:pt x="105442" y="65627"/>
                </a:cubicBezTo>
                <a:close/>
                <a:moveTo>
                  <a:pt x="50887" y="114621"/>
                </a:moveTo>
                <a:cubicBezTo>
                  <a:pt x="50435" y="114621"/>
                  <a:pt x="50066" y="115002"/>
                  <a:pt x="50066" y="115443"/>
                </a:cubicBezTo>
                <a:cubicBezTo>
                  <a:pt x="50066" y="115610"/>
                  <a:pt x="50114" y="115776"/>
                  <a:pt x="50197" y="115895"/>
                </a:cubicBezTo>
                <a:lnTo>
                  <a:pt x="45696" y="120420"/>
                </a:lnTo>
                <a:lnTo>
                  <a:pt x="45696" y="124265"/>
                </a:lnTo>
                <a:lnTo>
                  <a:pt x="37802" y="132207"/>
                </a:lnTo>
                <a:lnTo>
                  <a:pt x="37755" y="132243"/>
                </a:lnTo>
                <a:lnTo>
                  <a:pt x="37755" y="148911"/>
                </a:lnTo>
                <a:lnTo>
                  <a:pt x="38052" y="148911"/>
                </a:lnTo>
                <a:lnTo>
                  <a:pt x="38052" y="132362"/>
                </a:lnTo>
                <a:lnTo>
                  <a:pt x="45946" y="124432"/>
                </a:lnTo>
                <a:lnTo>
                  <a:pt x="45994" y="124384"/>
                </a:lnTo>
                <a:lnTo>
                  <a:pt x="45994" y="120539"/>
                </a:lnTo>
                <a:lnTo>
                  <a:pt x="50411" y="116098"/>
                </a:lnTo>
                <a:cubicBezTo>
                  <a:pt x="50542" y="116205"/>
                  <a:pt x="50709" y="116264"/>
                  <a:pt x="50887" y="116264"/>
                </a:cubicBezTo>
                <a:cubicBezTo>
                  <a:pt x="51328" y="116264"/>
                  <a:pt x="51709" y="115895"/>
                  <a:pt x="51709" y="115443"/>
                </a:cubicBezTo>
                <a:cubicBezTo>
                  <a:pt x="51709" y="115002"/>
                  <a:pt x="51328" y="114621"/>
                  <a:pt x="50887" y="114621"/>
                </a:cubicBezTo>
                <a:close/>
                <a:moveTo>
                  <a:pt x="82034" y="47804"/>
                </a:moveTo>
                <a:lnTo>
                  <a:pt x="82034" y="65842"/>
                </a:lnTo>
                <a:lnTo>
                  <a:pt x="96369" y="80141"/>
                </a:lnTo>
                <a:lnTo>
                  <a:pt x="96369" y="85665"/>
                </a:lnTo>
                <a:lnTo>
                  <a:pt x="99667" y="88952"/>
                </a:lnTo>
                <a:lnTo>
                  <a:pt x="99667" y="133052"/>
                </a:lnTo>
                <a:lnTo>
                  <a:pt x="96905" y="135838"/>
                </a:lnTo>
                <a:lnTo>
                  <a:pt x="96905" y="149316"/>
                </a:lnTo>
                <a:lnTo>
                  <a:pt x="97191" y="149316"/>
                </a:lnTo>
                <a:lnTo>
                  <a:pt x="97191" y="135957"/>
                </a:lnTo>
                <a:lnTo>
                  <a:pt x="99953" y="133171"/>
                </a:lnTo>
                <a:lnTo>
                  <a:pt x="99953" y="88832"/>
                </a:lnTo>
                <a:lnTo>
                  <a:pt x="96643" y="85546"/>
                </a:lnTo>
                <a:lnTo>
                  <a:pt x="96643" y="80022"/>
                </a:lnTo>
                <a:lnTo>
                  <a:pt x="82320" y="65722"/>
                </a:lnTo>
                <a:lnTo>
                  <a:pt x="82320" y="47804"/>
                </a:lnTo>
                <a:close/>
                <a:moveTo>
                  <a:pt x="70437" y="108942"/>
                </a:moveTo>
                <a:cubicBezTo>
                  <a:pt x="69997" y="108942"/>
                  <a:pt x="69628" y="109311"/>
                  <a:pt x="69628" y="109764"/>
                </a:cubicBezTo>
                <a:cubicBezTo>
                  <a:pt x="69628" y="110157"/>
                  <a:pt x="69926" y="110490"/>
                  <a:pt x="70295" y="110561"/>
                </a:cubicBezTo>
                <a:lnTo>
                  <a:pt x="70295" y="116526"/>
                </a:lnTo>
                <a:lnTo>
                  <a:pt x="73593" y="119824"/>
                </a:lnTo>
                <a:lnTo>
                  <a:pt x="73593" y="149328"/>
                </a:lnTo>
                <a:lnTo>
                  <a:pt x="73878" y="149328"/>
                </a:lnTo>
                <a:lnTo>
                  <a:pt x="73878" y="119681"/>
                </a:lnTo>
                <a:lnTo>
                  <a:pt x="70592" y="116407"/>
                </a:lnTo>
                <a:lnTo>
                  <a:pt x="70592" y="110561"/>
                </a:lnTo>
                <a:cubicBezTo>
                  <a:pt x="70973" y="110490"/>
                  <a:pt x="71259" y="110157"/>
                  <a:pt x="71259" y="109764"/>
                </a:cubicBezTo>
                <a:cubicBezTo>
                  <a:pt x="71259" y="109311"/>
                  <a:pt x="70890" y="108942"/>
                  <a:pt x="70437" y="108942"/>
                </a:cubicBezTo>
                <a:close/>
                <a:moveTo>
                  <a:pt x="65937" y="104406"/>
                </a:moveTo>
                <a:cubicBezTo>
                  <a:pt x="65484" y="104406"/>
                  <a:pt x="65115" y="104775"/>
                  <a:pt x="65115" y="105215"/>
                </a:cubicBezTo>
                <a:cubicBezTo>
                  <a:pt x="65115" y="105620"/>
                  <a:pt x="65413" y="105954"/>
                  <a:pt x="65782" y="106025"/>
                </a:cubicBezTo>
                <a:lnTo>
                  <a:pt x="65782" y="123372"/>
                </a:lnTo>
                <a:lnTo>
                  <a:pt x="69104" y="126670"/>
                </a:lnTo>
                <a:lnTo>
                  <a:pt x="69104" y="149376"/>
                </a:lnTo>
                <a:lnTo>
                  <a:pt x="69390" y="149376"/>
                </a:lnTo>
                <a:lnTo>
                  <a:pt x="69390" y="126551"/>
                </a:lnTo>
                <a:lnTo>
                  <a:pt x="66080" y="123253"/>
                </a:lnTo>
                <a:lnTo>
                  <a:pt x="66080" y="106025"/>
                </a:lnTo>
                <a:cubicBezTo>
                  <a:pt x="66473" y="105954"/>
                  <a:pt x="66747" y="105620"/>
                  <a:pt x="66747" y="105215"/>
                </a:cubicBezTo>
                <a:cubicBezTo>
                  <a:pt x="66747" y="104775"/>
                  <a:pt x="66377" y="104406"/>
                  <a:pt x="65937" y="104406"/>
                </a:cubicBezTo>
                <a:close/>
                <a:moveTo>
                  <a:pt x="68175" y="106680"/>
                </a:moveTo>
                <a:cubicBezTo>
                  <a:pt x="67735" y="106680"/>
                  <a:pt x="67366" y="107049"/>
                  <a:pt x="67366" y="107501"/>
                </a:cubicBezTo>
                <a:cubicBezTo>
                  <a:pt x="67366" y="107894"/>
                  <a:pt x="67663" y="108228"/>
                  <a:pt x="68032" y="108299"/>
                </a:cubicBezTo>
                <a:lnTo>
                  <a:pt x="68032" y="122682"/>
                </a:lnTo>
                <a:lnTo>
                  <a:pt x="71330" y="125968"/>
                </a:lnTo>
                <a:lnTo>
                  <a:pt x="71330" y="149376"/>
                </a:lnTo>
                <a:lnTo>
                  <a:pt x="71616" y="149376"/>
                </a:lnTo>
                <a:lnTo>
                  <a:pt x="71616" y="125837"/>
                </a:lnTo>
                <a:lnTo>
                  <a:pt x="68330" y="122563"/>
                </a:lnTo>
                <a:lnTo>
                  <a:pt x="68330" y="108299"/>
                </a:lnTo>
                <a:cubicBezTo>
                  <a:pt x="68711" y="108228"/>
                  <a:pt x="68997" y="107894"/>
                  <a:pt x="68997" y="107501"/>
                </a:cubicBezTo>
                <a:cubicBezTo>
                  <a:pt x="68997" y="107049"/>
                  <a:pt x="68628" y="106680"/>
                  <a:pt x="68175" y="106680"/>
                </a:cubicBezTo>
                <a:close/>
                <a:moveTo>
                  <a:pt x="102501" y="65615"/>
                </a:moveTo>
                <a:cubicBezTo>
                  <a:pt x="102049" y="65615"/>
                  <a:pt x="101679" y="65984"/>
                  <a:pt x="101679" y="66437"/>
                </a:cubicBezTo>
                <a:cubicBezTo>
                  <a:pt x="101679" y="66877"/>
                  <a:pt x="102049" y="67258"/>
                  <a:pt x="102501" y="67258"/>
                </a:cubicBezTo>
                <a:cubicBezTo>
                  <a:pt x="102680" y="67258"/>
                  <a:pt x="102846" y="67199"/>
                  <a:pt x="102965" y="67104"/>
                </a:cubicBezTo>
                <a:lnTo>
                  <a:pt x="114872" y="78974"/>
                </a:lnTo>
                <a:lnTo>
                  <a:pt x="114872" y="126825"/>
                </a:lnTo>
                <a:lnTo>
                  <a:pt x="114884" y="126825"/>
                </a:lnTo>
                <a:lnTo>
                  <a:pt x="137529" y="149447"/>
                </a:lnTo>
                <a:lnTo>
                  <a:pt x="137732" y="149245"/>
                </a:lnTo>
                <a:lnTo>
                  <a:pt x="115145" y="126706"/>
                </a:lnTo>
                <a:lnTo>
                  <a:pt x="115145" y="78867"/>
                </a:lnTo>
                <a:lnTo>
                  <a:pt x="103168" y="66901"/>
                </a:lnTo>
                <a:cubicBezTo>
                  <a:pt x="103263" y="66758"/>
                  <a:pt x="103323" y="66604"/>
                  <a:pt x="103323" y="66437"/>
                </a:cubicBezTo>
                <a:cubicBezTo>
                  <a:pt x="103323" y="65984"/>
                  <a:pt x="102942" y="65615"/>
                  <a:pt x="102501" y="65615"/>
                </a:cubicBezTo>
                <a:close/>
                <a:moveTo>
                  <a:pt x="50887" y="117574"/>
                </a:moveTo>
                <a:cubicBezTo>
                  <a:pt x="50435" y="117574"/>
                  <a:pt x="50066" y="117943"/>
                  <a:pt x="50066" y="118396"/>
                </a:cubicBezTo>
                <a:cubicBezTo>
                  <a:pt x="50066" y="118574"/>
                  <a:pt x="50125" y="118729"/>
                  <a:pt x="50221" y="118848"/>
                </a:cubicBezTo>
                <a:lnTo>
                  <a:pt x="47958" y="121134"/>
                </a:lnTo>
                <a:lnTo>
                  <a:pt x="47958" y="124980"/>
                </a:lnTo>
                <a:lnTo>
                  <a:pt x="40065" y="132921"/>
                </a:lnTo>
                <a:lnTo>
                  <a:pt x="40017" y="132957"/>
                </a:lnTo>
                <a:lnTo>
                  <a:pt x="40017" y="149626"/>
                </a:lnTo>
                <a:lnTo>
                  <a:pt x="40303" y="149626"/>
                </a:lnTo>
                <a:lnTo>
                  <a:pt x="40303" y="133076"/>
                </a:lnTo>
                <a:lnTo>
                  <a:pt x="48197" y="125146"/>
                </a:lnTo>
                <a:lnTo>
                  <a:pt x="48232" y="125099"/>
                </a:lnTo>
                <a:lnTo>
                  <a:pt x="48232" y="121253"/>
                </a:lnTo>
                <a:lnTo>
                  <a:pt x="50423" y="119062"/>
                </a:lnTo>
                <a:cubicBezTo>
                  <a:pt x="50554" y="119146"/>
                  <a:pt x="50721" y="119205"/>
                  <a:pt x="50887" y="119205"/>
                </a:cubicBezTo>
                <a:cubicBezTo>
                  <a:pt x="51328" y="119205"/>
                  <a:pt x="51709" y="118836"/>
                  <a:pt x="51709" y="118396"/>
                </a:cubicBezTo>
                <a:cubicBezTo>
                  <a:pt x="51709" y="117943"/>
                  <a:pt x="51328" y="117574"/>
                  <a:pt x="50887" y="117574"/>
                </a:cubicBezTo>
                <a:close/>
                <a:moveTo>
                  <a:pt x="76938" y="69556"/>
                </a:moveTo>
                <a:cubicBezTo>
                  <a:pt x="76498" y="69556"/>
                  <a:pt x="76129" y="69937"/>
                  <a:pt x="76129" y="70378"/>
                </a:cubicBezTo>
                <a:cubicBezTo>
                  <a:pt x="76129" y="70830"/>
                  <a:pt x="76498" y="71199"/>
                  <a:pt x="76938" y="71199"/>
                </a:cubicBezTo>
                <a:cubicBezTo>
                  <a:pt x="77129" y="71199"/>
                  <a:pt x="77284" y="71140"/>
                  <a:pt x="77403" y="71045"/>
                </a:cubicBezTo>
                <a:lnTo>
                  <a:pt x="88868" y="82486"/>
                </a:lnTo>
                <a:lnTo>
                  <a:pt x="88868" y="88011"/>
                </a:lnTo>
                <a:lnTo>
                  <a:pt x="92166" y="91309"/>
                </a:lnTo>
                <a:lnTo>
                  <a:pt x="92166" y="133993"/>
                </a:lnTo>
                <a:lnTo>
                  <a:pt x="83534" y="142649"/>
                </a:lnTo>
                <a:lnTo>
                  <a:pt x="83534" y="150042"/>
                </a:lnTo>
                <a:lnTo>
                  <a:pt x="83820" y="150042"/>
                </a:lnTo>
                <a:lnTo>
                  <a:pt x="83820" y="142768"/>
                </a:lnTo>
                <a:lnTo>
                  <a:pt x="92464" y="134112"/>
                </a:lnTo>
                <a:lnTo>
                  <a:pt x="92464" y="91190"/>
                </a:lnTo>
                <a:lnTo>
                  <a:pt x="89166" y="87892"/>
                </a:lnTo>
                <a:lnTo>
                  <a:pt x="89166" y="82379"/>
                </a:lnTo>
                <a:lnTo>
                  <a:pt x="77617" y="70842"/>
                </a:lnTo>
                <a:cubicBezTo>
                  <a:pt x="77700" y="70711"/>
                  <a:pt x="77760" y="70545"/>
                  <a:pt x="77760" y="70378"/>
                </a:cubicBezTo>
                <a:cubicBezTo>
                  <a:pt x="77760" y="69937"/>
                  <a:pt x="77391" y="69556"/>
                  <a:pt x="76938" y="69556"/>
                </a:cubicBezTo>
                <a:close/>
                <a:moveTo>
                  <a:pt x="123301" y="88487"/>
                </a:moveTo>
                <a:cubicBezTo>
                  <a:pt x="122777" y="88487"/>
                  <a:pt x="122349" y="88928"/>
                  <a:pt x="122349" y="89440"/>
                </a:cubicBezTo>
                <a:cubicBezTo>
                  <a:pt x="122349" y="89761"/>
                  <a:pt x="122504" y="90023"/>
                  <a:pt x="122742" y="90202"/>
                </a:cubicBezTo>
                <a:lnTo>
                  <a:pt x="122742" y="124408"/>
                </a:lnTo>
                <a:lnTo>
                  <a:pt x="149674" y="150447"/>
                </a:lnTo>
                <a:lnTo>
                  <a:pt x="150459" y="149626"/>
                </a:lnTo>
                <a:lnTo>
                  <a:pt x="123873" y="123932"/>
                </a:lnTo>
                <a:lnTo>
                  <a:pt x="123873" y="90202"/>
                </a:lnTo>
                <a:cubicBezTo>
                  <a:pt x="124111" y="90023"/>
                  <a:pt x="124254" y="89761"/>
                  <a:pt x="124254" y="89440"/>
                </a:cubicBezTo>
                <a:cubicBezTo>
                  <a:pt x="124254" y="88928"/>
                  <a:pt x="123825" y="88487"/>
                  <a:pt x="123301" y="88487"/>
                </a:cubicBezTo>
                <a:close/>
                <a:moveTo>
                  <a:pt x="94143" y="63687"/>
                </a:moveTo>
                <a:cubicBezTo>
                  <a:pt x="93631" y="63687"/>
                  <a:pt x="93190" y="64115"/>
                  <a:pt x="93190" y="64639"/>
                </a:cubicBezTo>
                <a:cubicBezTo>
                  <a:pt x="93190" y="65151"/>
                  <a:pt x="93631" y="65592"/>
                  <a:pt x="94143" y="65592"/>
                </a:cubicBezTo>
                <a:cubicBezTo>
                  <a:pt x="94190" y="65592"/>
                  <a:pt x="94238" y="65592"/>
                  <a:pt x="94286" y="65568"/>
                </a:cubicBezTo>
                <a:lnTo>
                  <a:pt x="109538" y="80712"/>
                </a:lnTo>
                <a:lnTo>
                  <a:pt x="109538" y="131564"/>
                </a:lnTo>
                <a:lnTo>
                  <a:pt x="109704" y="131731"/>
                </a:lnTo>
                <a:lnTo>
                  <a:pt x="121694" y="143637"/>
                </a:lnTo>
                <a:lnTo>
                  <a:pt x="128838" y="150721"/>
                </a:lnTo>
                <a:lnTo>
                  <a:pt x="129635" y="149923"/>
                </a:lnTo>
                <a:lnTo>
                  <a:pt x="121968" y="142327"/>
                </a:lnTo>
                <a:lnTo>
                  <a:pt x="110669" y="131100"/>
                </a:lnTo>
                <a:lnTo>
                  <a:pt x="110669" y="80248"/>
                </a:lnTo>
                <a:lnTo>
                  <a:pt x="95083" y="64770"/>
                </a:lnTo>
                <a:cubicBezTo>
                  <a:pt x="95083" y="64722"/>
                  <a:pt x="95095" y="64675"/>
                  <a:pt x="95095" y="64639"/>
                </a:cubicBezTo>
                <a:cubicBezTo>
                  <a:pt x="95095" y="64115"/>
                  <a:pt x="94667" y="63687"/>
                  <a:pt x="94143" y="63687"/>
                </a:cubicBezTo>
                <a:close/>
                <a:moveTo>
                  <a:pt x="73164" y="0"/>
                </a:moveTo>
                <a:cubicBezTo>
                  <a:pt x="72640" y="0"/>
                  <a:pt x="72212" y="429"/>
                  <a:pt x="72212" y="953"/>
                </a:cubicBezTo>
                <a:cubicBezTo>
                  <a:pt x="72212" y="1262"/>
                  <a:pt x="72366" y="1548"/>
                  <a:pt x="72604" y="1715"/>
                </a:cubicBezTo>
                <a:lnTo>
                  <a:pt x="72604" y="78129"/>
                </a:lnTo>
                <a:lnTo>
                  <a:pt x="77688" y="83189"/>
                </a:lnTo>
                <a:lnTo>
                  <a:pt x="77688" y="95845"/>
                </a:lnTo>
                <a:lnTo>
                  <a:pt x="84868" y="102977"/>
                </a:lnTo>
                <a:lnTo>
                  <a:pt x="84868" y="115502"/>
                </a:lnTo>
                <a:lnTo>
                  <a:pt x="80963" y="119420"/>
                </a:lnTo>
                <a:lnTo>
                  <a:pt x="80963" y="150983"/>
                </a:lnTo>
                <a:lnTo>
                  <a:pt x="82094" y="150983"/>
                </a:lnTo>
                <a:lnTo>
                  <a:pt x="82094" y="119884"/>
                </a:lnTo>
                <a:lnTo>
                  <a:pt x="85999" y="115955"/>
                </a:lnTo>
                <a:lnTo>
                  <a:pt x="85999" y="102477"/>
                </a:lnTo>
                <a:lnTo>
                  <a:pt x="78819" y="95357"/>
                </a:lnTo>
                <a:lnTo>
                  <a:pt x="78819" y="82701"/>
                </a:lnTo>
                <a:lnTo>
                  <a:pt x="73736" y="77653"/>
                </a:lnTo>
                <a:lnTo>
                  <a:pt x="73736" y="1715"/>
                </a:lnTo>
                <a:cubicBezTo>
                  <a:pt x="73974" y="1536"/>
                  <a:pt x="74117" y="1262"/>
                  <a:pt x="74117" y="953"/>
                </a:cubicBezTo>
                <a:cubicBezTo>
                  <a:pt x="74117" y="429"/>
                  <a:pt x="73688" y="0"/>
                  <a:pt x="73164" y="0"/>
                </a:cubicBezTo>
                <a:close/>
                <a:moveTo>
                  <a:pt x="55043" y="89309"/>
                </a:moveTo>
                <a:lnTo>
                  <a:pt x="34993" y="109525"/>
                </a:lnTo>
                <a:lnTo>
                  <a:pt x="30421" y="109525"/>
                </a:lnTo>
                <a:lnTo>
                  <a:pt x="19169" y="120860"/>
                </a:lnTo>
                <a:lnTo>
                  <a:pt x="19169" y="141256"/>
                </a:lnTo>
                <a:lnTo>
                  <a:pt x="30766" y="152769"/>
                </a:lnTo>
                <a:lnTo>
                  <a:pt x="31564" y="151959"/>
                </a:lnTo>
                <a:lnTo>
                  <a:pt x="20300" y="140791"/>
                </a:lnTo>
                <a:lnTo>
                  <a:pt x="20300" y="121325"/>
                </a:lnTo>
                <a:lnTo>
                  <a:pt x="30885" y="110657"/>
                </a:lnTo>
                <a:lnTo>
                  <a:pt x="35457" y="110657"/>
                </a:lnTo>
                <a:lnTo>
                  <a:pt x="55519" y="90440"/>
                </a:lnTo>
                <a:lnTo>
                  <a:pt x="59817" y="90440"/>
                </a:lnTo>
                <a:lnTo>
                  <a:pt x="62389" y="93000"/>
                </a:lnTo>
                <a:lnTo>
                  <a:pt x="62389" y="94726"/>
                </a:lnTo>
                <a:lnTo>
                  <a:pt x="77165" y="109383"/>
                </a:lnTo>
                <a:cubicBezTo>
                  <a:pt x="77165" y="109430"/>
                  <a:pt x="77153" y="109478"/>
                  <a:pt x="77153" y="109525"/>
                </a:cubicBezTo>
                <a:cubicBezTo>
                  <a:pt x="77153" y="110037"/>
                  <a:pt x="77581" y="110478"/>
                  <a:pt x="78105" y="110478"/>
                </a:cubicBezTo>
                <a:cubicBezTo>
                  <a:pt x="78629" y="110478"/>
                  <a:pt x="79058" y="110037"/>
                  <a:pt x="79058" y="109525"/>
                </a:cubicBezTo>
                <a:cubicBezTo>
                  <a:pt x="79058" y="109002"/>
                  <a:pt x="78629" y="108573"/>
                  <a:pt x="78105" y="108573"/>
                </a:cubicBezTo>
                <a:cubicBezTo>
                  <a:pt x="78057" y="108573"/>
                  <a:pt x="78010" y="108573"/>
                  <a:pt x="77974" y="108585"/>
                </a:cubicBezTo>
                <a:lnTo>
                  <a:pt x="63532" y="94250"/>
                </a:lnTo>
                <a:lnTo>
                  <a:pt x="63532" y="92511"/>
                </a:lnTo>
                <a:lnTo>
                  <a:pt x="60281" y="89309"/>
                </a:lnTo>
                <a:close/>
                <a:moveTo>
                  <a:pt x="10192" y="125504"/>
                </a:moveTo>
                <a:cubicBezTo>
                  <a:pt x="9751" y="125504"/>
                  <a:pt x="9382" y="125873"/>
                  <a:pt x="9382" y="126325"/>
                </a:cubicBezTo>
                <a:cubicBezTo>
                  <a:pt x="9382" y="126730"/>
                  <a:pt x="9680" y="127051"/>
                  <a:pt x="10049" y="127123"/>
                </a:cubicBezTo>
                <a:lnTo>
                  <a:pt x="10049" y="154936"/>
                </a:lnTo>
                <a:lnTo>
                  <a:pt x="10335" y="154936"/>
                </a:lnTo>
                <a:lnTo>
                  <a:pt x="10335" y="127123"/>
                </a:lnTo>
                <a:cubicBezTo>
                  <a:pt x="10728" y="127051"/>
                  <a:pt x="11013" y="126730"/>
                  <a:pt x="11013" y="126325"/>
                </a:cubicBezTo>
                <a:cubicBezTo>
                  <a:pt x="11013" y="125873"/>
                  <a:pt x="10644" y="125504"/>
                  <a:pt x="10192" y="125504"/>
                </a:cubicBezTo>
                <a:close/>
                <a:moveTo>
                  <a:pt x="12454" y="125504"/>
                </a:moveTo>
                <a:cubicBezTo>
                  <a:pt x="12014" y="125504"/>
                  <a:pt x="11644" y="125873"/>
                  <a:pt x="11644" y="126325"/>
                </a:cubicBezTo>
                <a:cubicBezTo>
                  <a:pt x="11644" y="126730"/>
                  <a:pt x="11942" y="127051"/>
                  <a:pt x="12311" y="127123"/>
                </a:cubicBezTo>
                <a:lnTo>
                  <a:pt x="12311" y="154936"/>
                </a:lnTo>
                <a:lnTo>
                  <a:pt x="12597" y="154936"/>
                </a:lnTo>
                <a:lnTo>
                  <a:pt x="12597" y="127123"/>
                </a:lnTo>
                <a:cubicBezTo>
                  <a:pt x="12978" y="127051"/>
                  <a:pt x="13276" y="126730"/>
                  <a:pt x="13276" y="126325"/>
                </a:cubicBezTo>
                <a:cubicBezTo>
                  <a:pt x="13276" y="125873"/>
                  <a:pt x="12906" y="125504"/>
                  <a:pt x="12454" y="125504"/>
                </a:cubicBezTo>
                <a:close/>
                <a:moveTo>
                  <a:pt x="14704" y="125504"/>
                </a:moveTo>
                <a:cubicBezTo>
                  <a:pt x="14252" y="125504"/>
                  <a:pt x="13883" y="125873"/>
                  <a:pt x="13883" y="126325"/>
                </a:cubicBezTo>
                <a:cubicBezTo>
                  <a:pt x="13883" y="126730"/>
                  <a:pt x="14180" y="127051"/>
                  <a:pt x="14550" y="127123"/>
                </a:cubicBezTo>
                <a:lnTo>
                  <a:pt x="14550" y="154948"/>
                </a:lnTo>
                <a:lnTo>
                  <a:pt x="14835" y="154948"/>
                </a:lnTo>
                <a:lnTo>
                  <a:pt x="14835" y="127123"/>
                </a:lnTo>
                <a:lnTo>
                  <a:pt x="14847" y="127123"/>
                </a:lnTo>
                <a:cubicBezTo>
                  <a:pt x="15240" y="127051"/>
                  <a:pt x="15526" y="126730"/>
                  <a:pt x="15526" y="126325"/>
                </a:cubicBezTo>
                <a:cubicBezTo>
                  <a:pt x="15526" y="125873"/>
                  <a:pt x="15145" y="125504"/>
                  <a:pt x="14704" y="125504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926;p73">
            <a:extLst>
              <a:ext uri="{FF2B5EF4-FFF2-40B4-BE49-F238E27FC236}">
                <a16:creationId xmlns:a16="http://schemas.microsoft.com/office/drawing/2014/main" id="{C60B7E49-37DD-5A1D-F461-497DE6F0F22B}"/>
              </a:ext>
            </a:extLst>
          </p:cNvPr>
          <p:cNvSpPr txBox="1">
            <a:spLocks/>
          </p:cNvSpPr>
          <p:nvPr/>
        </p:nvSpPr>
        <p:spPr>
          <a:xfrm>
            <a:off x="1491663" y="3162672"/>
            <a:ext cx="6160674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E5F"/>
              </a:buClr>
              <a:buSzPts val="1200"/>
              <a:buFont typeface="Archivo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 err="1">
                <a:ln>
                  <a:noFill/>
                </a:ln>
                <a:solidFill>
                  <a:srgbClr val="3A3E5F"/>
                </a:solidFill>
                <a:effectLst/>
                <a:uLnTx/>
                <a:uFillTx/>
                <a:latin typeface="Archivo"/>
                <a:cs typeface="Archivo"/>
                <a:sym typeface="Archivo"/>
              </a:rPr>
              <a:t>GeoRust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3A3E5F"/>
                </a:solidFill>
                <a:effectLst/>
                <a:uLnTx/>
                <a:uFillTx/>
                <a:latin typeface="Archivo"/>
                <a:cs typeface="Archivo"/>
                <a:sym typeface="Archivo"/>
              </a:rPr>
              <a:t> – Gruppo 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E5F"/>
              </a:buClr>
              <a:buSzPts val="1200"/>
              <a:buFont typeface="Archivo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3A3E5F"/>
                </a:solidFill>
                <a:effectLst/>
                <a:uLnTx/>
                <a:uFillTx/>
                <a:latin typeface="Archivo"/>
                <a:cs typeface="Archivo"/>
                <a:sym typeface="Archivo"/>
              </a:rPr>
              <a:t>Samuele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3A3E5F"/>
                </a:solidFill>
                <a:effectLst/>
                <a:uLnTx/>
                <a:uFillTx/>
                <a:latin typeface="Archivo"/>
                <a:cs typeface="Archivo"/>
                <a:sym typeface="Archivo"/>
              </a:rPr>
              <a:t>Accio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3A3E5F"/>
                </a:solidFill>
                <a:effectLst/>
                <a:uLnTx/>
                <a:uFillTx/>
                <a:latin typeface="Archivo"/>
                <a:cs typeface="Archivo"/>
                <a:sym typeface="Archivo"/>
              </a:rPr>
              <a:t> – Raul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3A3E5F"/>
                </a:solidFill>
                <a:effectLst/>
                <a:uLnTx/>
                <a:uFillTx/>
                <a:latin typeface="Archivo"/>
                <a:cs typeface="Archivo"/>
                <a:sym typeface="Archivo"/>
              </a:rPr>
              <a:t>Oppezzo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3A3E5F"/>
                </a:solidFill>
                <a:effectLst/>
                <a:uLnTx/>
                <a:uFillTx/>
                <a:latin typeface="Archivo"/>
                <a:cs typeface="Archivo"/>
                <a:sym typeface="Archivo"/>
              </a:rPr>
              <a:t> – Stefano Tallone – Giulio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3A3E5F"/>
                </a:solidFill>
                <a:effectLst/>
                <a:uLnTx/>
                <a:uFillTx/>
                <a:latin typeface="Archivo"/>
                <a:cs typeface="Archivo"/>
                <a:sym typeface="Archivo"/>
              </a:rPr>
              <a:t>Titonel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3A3E5F"/>
              </a:solidFill>
              <a:effectLst/>
              <a:uLnTx/>
              <a:uFillTx/>
              <a:latin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ybersecurity Industry by Slidesgo">
  <a:themeElements>
    <a:clrScheme name="Simple Light">
      <a:dk1>
        <a:srgbClr val="3A3E5F"/>
      </a:dk1>
      <a:lt1>
        <a:srgbClr val="FFFFFF"/>
      </a:lt1>
      <a:dk2>
        <a:srgbClr val="E0E0E0"/>
      </a:dk2>
      <a:lt2>
        <a:srgbClr val="8ED835"/>
      </a:lt2>
      <a:accent1>
        <a:srgbClr val="0BA391"/>
      </a:accent1>
      <a:accent2>
        <a:srgbClr val="09607D"/>
      </a:accent2>
      <a:accent3>
        <a:srgbClr val="F8C430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1094</Words>
  <Application>Microsoft Office PowerPoint</Application>
  <PresentationFormat>Presentazione su schermo (16:9)</PresentationFormat>
  <Paragraphs>154</Paragraphs>
  <Slides>15</Slides>
  <Notes>15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15</vt:i4>
      </vt:variant>
    </vt:vector>
  </HeadingPairs>
  <TitlesOfParts>
    <vt:vector size="23" baseType="lpstr">
      <vt:lpstr>Poppins</vt:lpstr>
      <vt:lpstr>Arial</vt:lpstr>
      <vt:lpstr>Nunito Light</vt:lpstr>
      <vt:lpstr>Raleway</vt:lpstr>
      <vt:lpstr>Bebas Neue</vt:lpstr>
      <vt:lpstr>Calibri</vt:lpstr>
      <vt:lpstr>Archivo</vt:lpstr>
      <vt:lpstr>Cybersecurity Industry by Slidesgo</vt:lpstr>
      <vt:lpstr>GeoRust Gruppo 8</vt:lpstr>
      <vt:lpstr>Introduzione a GeoRust</vt:lpstr>
      <vt:lpstr>Requisiti</vt:lpstr>
      <vt:lpstr>Un workspace, tre crate</vt:lpstr>
      <vt:lpstr>Due fasi di comunicazione</vt:lpstr>
      <vt:lpstr>Simulazione del movimento</vt:lpstr>
      <vt:lpstr>La macchina a stati del tragitto</vt:lpstr>
      <vt:lpstr>Il modello dati in SQLite</vt:lpstr>
      <vt:lpstr>Analisi del movimento</vt:lpstr>
      <vt:lpstr>Canali Tokio per la comunicazione</vt:lpstr>
      <vt:lpstr>Comandi testuali con Ratatui</vt:lpstr>
      <vt:lpstr>Comandi testuali con Ratatui</vt:lpstr>
      <vt:lpstr>Test e CI multiplatform</vt:lpstr>
      <vt:lpstr>CPU log e dimensioni</vt:lpstr>
      <vt:lpstr>Grazie!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TALLONE STEFANO</cp:lastModifiedBy>
  <cp:revision>2</cp:revision>
  <dcterms:modified xsi:type="dcterms:W3CDTF">2026-09-13T11:10:54Z</dcterms:modified>
</cp:coreProperties>
</file>